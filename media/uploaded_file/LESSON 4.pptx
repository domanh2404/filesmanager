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3"/>
  </p:notesMasterIdLst>
  <p:sldIdLst>
    <p:sldId id="308" r:id="rId2"/>
    <p:sldId id="256" r:id="rId3"/>
    <p:sldId id="258" r:id="rId4"/>
    <p:sldId id="259" r:id="rId5"/>
    <p:sldId id="268" r:id="rId6"/>
    <p:sldId id="309" r:id="rId7"/>
    <p:sldId id="310" r:id="rId8"/>
    <p:sldId id="311" r:id="rId9"/>
    <p:sldId id="312" r:id="rId10"/>
    <p:sldId id="274" r:id="rId11"/>
    <p:sldId id="262" r:id="rId12"/>
    <p:sldId id="261" r:id="rId13"/>
    <p:sldId id="313" r:id="rId14"/>
    <p:sldId id="264" r:id="rId15"/>
    <p:sldId id="314" r:id="rId16"/>
    <p:sldId id="275" r:id="rId17"/>
    <p:sldId id="266" r:id="rId18"/>
    <p:sldId id="316" r:id="rId19"/>
    <p:sldId id="317" r:id="rId20"/>
    <p:sldId id="273" r:id="rId21"/>
    <p:sldId id="318" r:id="rId22"/>
  </p:sldIdLst>
  <p:sldSz cx="9144000" cy="5143500" type="screen16x9"/>
  <p:notesSz cx="6858000" cy="9144000"/>
  <p:embeddedFontLst>
    <p:embeddedFont>
      <p:font typeface="Century Gothic" pitchFamily="34" charset="0"/>
      <p:regular r:id="rId24"/>
      <p:bold r:id="rId25"/>
      <p:italic r:id="rId26"/>
      <p:boldItalic r:id="rId27"/>
    </p:embeddedFont>
    <p:embeddedFont>
      <p:font typeface="Barlow Semi Condensed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E133A5D6-79C6-491C-B461-A5A65ED29C30}">
  <a:tblStyle styleId="{E133A5D6-79C6-491C-B461-A5A65ED29C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1733C0F-1C5A-44FF-B15A-EEC19F17091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816" y="-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16195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35EFD187-7D74-4BFC-B925-AD91EFADB35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457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8aa71422cb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8aa71422cb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8aa71422c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8aa71422c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8a1e9a60a0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8a1e9a60a0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8a1e9a60a0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8a1e9a60a0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8a1e9a60a0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8a1e9a60a0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8aa71422cb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8aa71422cb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820a19fc0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820a19fc0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820a19fc06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820a19fc06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820a19fc06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820a19fc06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820a19fc06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820a19fc06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820a19fc06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820a19fc06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820a19fc06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820a19fc06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820a19fc06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820a19fc06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820a19fc06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820a19fc06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820a19fc06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820a19fc06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820a19fc06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820a19fc06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4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20011" y="1578439"/>
            <a:ext cx="88947" cy="1346544"/>
          </a:xfrm>
          <a:custGeom>
            <a:avLst/>
            <a:gdLst/>
            <a:ahLst/>
            <a:cxnLst/>
            <a:rect l="l" t="t" r="r" b="b"/>
            <a:pathLst>
              <a:path w="2287" h="32139" extrusionOk="0">
                <a:moveTo>
                  <a:pt x="1989" y="1"/>
                </a:moveTo>
                <a:cubicBezTo>
                  <a:pt x="1840" y="1"/>
                  <a:pt x="1691" y="105"/>
                  <a:pt x="1703" y="314"/>
                </a:cubicBezTo>
                <a:cubicBezTo>
                  <a:pt x="1703" y="980"/>
                  <a:pt x="1358" y="1302"/>
                  <a:pt x="941" y="1683"/>
                </a:cubicBezTo>
                <a:cubicBezTo>
                  <a:pt x="501" y="2088"/>
                  <a:pt x="1" y="2552"/>
                  <a:pt x="1" y="3469"/>
                </a:cubicBezTo>
                <a:cubicBezTo>
                  <a:pt x="1" y="4374"/>
                  <a:pt x="501" y="4838"/>
                  <a:pt x="941" y="5255"/>
                </a:cubicBezTo>
                <a:cubicBezTo>
                  <a:pt x="1358" y="5624"/>
                  <a:pt x="1703" y="5957"/>
                  <a:pt x="1703" y="6624"/>
                </a:cubicBezTo>
                <a:cubicBezTo>
                  <a:pt x="1703" y="7279"/>
                  <a:pt x="1358" y="7612"/>
                  <a:pt x="941" y="7993"/>
                </a:cubicBezTo>
                <a:cubicBezTo>
                  <a:pt x="501" y="8398"/>
                  <a:pt x="1" y="8862"/>
                  <a:pt x="1" y="9779"/>
                </a:cubicBezTo>
                <a:cubicBezTo>
                  <a:pt x="1" y="10684"/>
                  <a:pt x="501" y="11148"/>
                  <a:pt x="941" y="11565"/>
                </a:cubicBezTo>
                <a:cubicBezTo>
                  <a:pt x="1358" y="11934"/>
                  <a:pt x="1703" y="12267"/>
                  <a:pt x="1703" y="12922"/>
                </a:cubicBezTo>
                <a:cubicBezTo>
                  <a:pt x="1703" y="13589"/>
                  <a:pt x="1358" y="13922"/>
                  <a:pt x="941" y="14291"/>
                </a:cubicBezTo>
                <a:cubicBezTo>
                  <a:pt x="501" y="14708"/>
                  <a:pt x="1" y="15172"/>
                  <a:pt x="1" y="16077"/>
                </a:cubicBezTo>
                <a:cubicBezTo>
                  <a:pt x="1" y="16994"/>
                  <a:pt x="501" y="17458"/>
                  <a:pt x="941" y="17863"/>
                </a:cubicBezTo>
                <a:cubicBezTo>
                  <a:pt x="1358" y="18244"/>
                  <a:pt x="1703" y="18566"/>
                  <a:pt x="1703" y="19233"/>
                </a:cubicBezTo>
                <a:cubicBezTo>
                  <a:pt x="1703" y="19899"/>
                  <a:pt x="1358" y="20221"/>
                  <a:pt x="941" y="20602"/>
                </a:cubicBezTo>
                <a:cubicBezTo>
                  <a:pt x="501" y="21018"/>
                  <a:pt x="1" y="21483"/>
                  <a:pt x="1" y="22388"/>
                </a:cubicBezTo>
                <a:cubicBezTo>
                  <a:pt x="1" y="23304"/>
                  <a:pt x="501" y="23769"/>
                  <a:pt x="941" y="24174"/>
                </a:cubicBezTo>
                <a:cubicBezTo>
                  <a:pt x="1358" y="24555"/>
                  <a:pt x="1703" y="24888"/>
                  <a:pt x="1703" y="25543"/>
                </a:cubicBezTo>
                <a:cubicBezTo>
                  <a:pt x="1703" y="26210"/>
                  <a:pt x="1358" y="26531"/>
                  <a:pt x="941" y="26912"/>
                </a:cubicBezTo>
                <a:cubicBezTo>
                  <a:pt x="501" y="27317"/>
                  <a:pt x="1" y="27793"/>
                  <a:pt x="1" y="28698"/>
                </a:cubicBezTo>
                <a:cubicBezTo>
                  <a:pt x="1" y="29615"/>
                  <a:pt x="501" y="30079"/>
                  <a:pt x="941" y="30484"/>
                </a:cubicBezTo>
                <a:cubicBezTo>
                  <a:pt x="1358" y="30865"/>
                  <a:pt x="1703" y="31198"/>
                  <a:pt x="1703" y="31853"/>
                </a:cubicBezTo>
                <a:cubicBezTo>
                  <a:pt x="1703" y="32020"/>
                  <a:pt x="1834" y="32139"/>
                  <a:pt x="1989" y="32139"/>
                </a:cubicBezTo>
                <a:cubicBezTo>
                  <a:pt x="2144" y="32139"/>
                  <a:pt x="2275" y="32020"/>
                  <a:pt x="2275" y="31865"/>
                </a:cubicBezTo>
                <a:cubicBezTo>
                  <a:pt x="2275" y="30948"/>
                  <a:pt x="1775" y="30484"/>
                  <a:pt x="1334" y="30079"/>
                </a:cubicBezTo>
                <a:cubicBezTo>
                  <a:pt x="918" y="29698"/>
                  <a:pt x="572" y="29365"/>
                  <a:pt x="572" y="28710"/>
                </a:cubicBezTo>
                <a:cubicBezTo>
                  <a:pt x="572" y="28043"/>
                  <a:pt x="918" y="27710"/>
                  <a:pt x="1334" y="27341"/>
                </a:cubicBezTo>
                <a:cubicBezTo>
                  <a:pt x="1775" y="26924"/>
                  <a:pt x="2275" y="26460"/>
                  <a:pt x="2275" y="25555"/>
                </a:cubicBezTo>
                <a:cubicBezTo>
                  <a:pt x="2275" y="24638"/>
                  <a:pt x="1775" y="24174"/>
                  <a:pt x="1334" y="23769"/>
                </a:cubicBezTo>
                <a:cubicBezTo>
                  <a:pt x="918" y="23388"/>
                  <a:pt x="572" y="23054"/>
                  <a:pt x="572" y="22388"/>
                </a:cubicBezTo>
                <a:cubicBezTo>
                  <a:pt x="572" y="21733"/>
                  <a:pt x="918" y="21399"/>
                  <a:pt x="1334" y="21030"/>
                </a:cubicBezTo>
                <a:cubicBezTo>
                  <a:pt x="1775" y="20614"/>
                  <a:pt x="2275" y="20149"/>
                  <a:pt x="2275" y="19244"/>
                </a:cubicBezTo>
                <a:cubicBezTo>
                  <a:pt x="2275" y="18328"/>
                  <a:pt x="1775" y="17863"/>
                  <a:pt x="1334" y="17458"/>
                </a:cubicBezTo>
                <a:cubicBezTo>
                  <a:pt x="918" y="17077"/>
                  <a:pt x="572" y="16744"/>
                  <a:pt x="572" y="16089"/>
                </a:cubicBezTo>
                <a:cubicBezTo>
                  <a:pt x="572" y="15423"/>
                  <a:pt x="918" y="15089"/>
                  <a:pt x="1334" y="14720"/>
                </a:cubicBezTo>
                <a:cubicBezTo>
                  <a:pt x="1775" y="14303"/>
                  <a:pt x="2275" y="13839"/>
                  <a:pt x="2275" y="12934"/>
                </a:cubicBezTo>
                <a:cubicBezTo>
                  <a:pt x="2275" y="12017"/>
                  <a:pt x="1775" y="11553"/>
                  <a:pt x="1334" y="11148"/>
                </a:cubicBezTo>
                <a:cubicBezTo>
                  <a:pt x="918" y="10767"/>
                  <a:pt x="572" y="10446"/>
                  <a:pt x="572" y="9779"/>
                </a:cubicBezTo>
                <a:cubicBezTo>
                  <a:pt x="572" y="9112"/>
                  <a:pt x="918" y="8791"/>
                  <a:pt x="1334" y="8410"/>
                </a:cubicBezTo>
                <a:cubicBezTo>
                  <a:pt x="1775" y="8005"/>
                  <a:pt x="2275" y="7529"/>
                  <a:pt x="2275" y="6624"/>
                </a:cubicBezTo>
                <a:cubicBezTo>
                  <a:pt x="2275" y="5707"/>
                  <a:pt x="1775" y="5243"/>
                  <a:pt x="1334" y="4838"/>
                </a:cubicBezTo>
                <a:cubicBezTo>
                  <a:pt x="918" y="4457"/>
                  <a:pt x="572" y="4135"/>
                  <a:pt x="572" y="3469"/>
                </a:cubicBezTo>
                <a:cubicBezTo>
                  <a:pt x="572" y="2802"/>
                  <a:pt x="918" y="2480"/>
                  <a:pt x="1334" y="2099"/>
                </a:cubicBezTo>
                <a:cubicBezTo>
                  <a:pt x="1775" y="1683"/>
                  <a:pt x="2275" y="1230"/>
                  <a:pt x="2275" y="314"/>
                </a:cubicBezTo>
                <a:cubicBezTo>
                  <a:pt x="2287" y="105"/>
                  <a:pt x="2138" y="1"/>
                  <a:pt x="198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264682" y="3943829"/>
            <a:ext cx="520537" cy="219543"/>
          </a:xfrm>
          <a:custGeom>
            <a:avLst/>
            <a:gdLst/>
            <a:ahLst/>
            <a:cxnLst/>
            <a:rect l="l" t="t" r="r" b="b"/>
            <a:pathLst>
              <a:path w="13384" h="5240" extrusionOk="0">
                <a:moveTo>
                  <a:pt x="10871" y="560"/>
                </a:moveTo>
                <a:cubicBezTo>
                  <a:pt x="11955" y="560"/>
                  <a:pt x="12836" y="1489"/>
                  <a:pt x="12836" y="2620"/>
                </a:cubicBezTo>
                <a:cubicBezTo>
                  <a:pt x="12836" y="3751"/>
                  <a:pt x="11955" y="4668"/>
                  <a:pt x="10871" y="4668"/>
                </a:cubicBezTo>
                <a:lnTo>
                  <a:pt x="2525" y="4668"/>
                </a:lnTo>
                <a:cubicBezTo>
                  <a:pt x="1430" y="4668"/>
                  <a:pt x="548" y="3751"/>
                  <a:pt x="548" y="2620"/>
                </a:cubicBezTo>
                <a:cubicBezTo>
                  <a:pt x="548" y="1489"/>
                  <a:pt x="1430" y="560"/>
                  <a:pt x="2525" y="560"/>
                </a:cubicBezTo>
                <a:close/>
                <a:moveTo>
                  <a:pt x="2525" y="1"/>
                </a:moveTo>
                <a:cubicBezTo>
                  <a:pt x="1132" y="1"/>
                  <a:pt x="1" y="1179"/>
                  <a:pt x="1" y="2620"/>
                </a:cubicBezTo>
                <a:cubicBezTo>
                  <a:pt x="1" y="4061"/>
                  <a:pt x="1132" y="5240"/>
                  <a:pt x="2525" y="5240"/>
                </a:cubicBezTo>
                <a:lnTo>
                  <a:pt x="10859" y="5240"/>
                </a:lnTo>
                <a:cubicBezTo>
                  <a:pt x="12252" y="5240"/>
                  <a:pt x="13383" y="4073"/>
                  <a:pt x="13383" y="2620"/>
                </a:cubicBezTo>
                <a:cubicBezTo>
                  <a:pt x="13383" y="1179"/>
                  <a:pt x="12252" y="1"/>
                  <a:pt x="1087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315365" y="3753932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 rot="-1398867">
            <a:off x="6900227" y="3490847"/>
            <a:ext cx="151728" cy="149457"/>
            <a:chOff x="8639698" y="2706690"/>
            <a:chExt cx="151720" cy="149448"/>
          </a:xfrm>
        </p:grpSpPr>
        <p:sp>
          <p:nvSpPr>
            <p:cNvPr id="13" name="Google Shape;13;p2"/>
            <p:cNvSpPr/>
            <p:nvPr/>
          </p:nvSpPr>
          <p:spPr>
            <a:xfrm>
              <a:off x="8639698" y="2706690"/>
              <a:ext cx="151720" cy="149448"/>
            </a:xfrm>
            <a:custGeom>
              <a:avLst/>
              <a:gdLst/>
              <a:ahLst/>
              <a:cxnLst/>
              <a:rect l="l" t="t" r="r" b="b"/>
              <a:pathLst>
                <a:path w="3901" h="3567" extrusionOk="0">
                  <a:moveTo>
                    <a:pt x="3231" y="0"/>
                  </a:moveTo>
                  <a:cubicBezTo>
                    <a:pt x="3150" y="0"/>
                    <a:pt x="3073" y="34"/>
                    <a:pt x="3013" y="114"/>
                  </a:cubicBezTo>
                  <a:lnTo>
                    <a:pt x="263" y="2840"/>
                  </a:lnTo>
                  <a:cubicBezTo>
                    <a:pt x="1" y="3102"/>
                    <a:pt x="191" y="3554"/>
                    <a:pt x="560" y="3566"/>
                  </a:cubicBezTo>
                  <a:cubicBezTo>
                    <a:pt x="679" y="3554"/>
                    <a:pt x="775" y="3519"/>
                    <a:pt x="858" y="3435"/>
                  </a:cubicBezTo>
                  <a:lnTo>
                    <a:pt x="3608" y="709"/>
                  </a:lnTo>
                  <a:cubicBezTo>
                    <a:pt x="3900" y="474"/>
                    <a:pt x="3537" y="0"/>
                    <a:pt x="32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640476" y="2707402"/>
              <a:ext cx="149775" cy="148736"/>
            </a:xfrm>
            <a:custGeom>
              <a:avLst/>
              <a:gdLst/>
              <a:ahLst/>
              <a:cxnLst/>
              <a:rect l="l" t="t" r="r" b="b"/>
              <a:pathLst>
                <a:path w="3851" h="3550" extrusionOk="0">
                  <a:moveTo>
                    <a:pt x="574" y="0"/>
                  </a:moveTo>
                  <a:cubicBezTo>
                    <a:pt x="261" y="0"/>
                    <a:pt x="1" y="375"/>
                    <a:pt x="243" y="692"/>
                  </a:cubicBezTo>
                  <a:lnTo>
                    <a:pt x="2993" y="3418"/>
                  </a:lnTo>
                  <a:cubicBezTo>
                    <a:pt x="3064" y="3502"/>
                    <a:pt x="3172" y="3549"/>
                    <a:pt x="3291" y="3549"/>
                  </a:cubicBezTo>
                  <a:cubicBezTo>
                    <a:pt x="3660" y="3537"/>
                    <a:pt x="3850" y="3085"/>
                    <a:pt x="3588" y="2823"/>
                  </a:cubicBezTo>
                  <a:lnTo>
                    <a:pt x="838" y="97"/>
                  </a:lnTo>
                  <a:cubicBezTo>
                    <a:pt x="753" y="29"/>
                    <a:pt x="661" y="0"/>
                    <a:pt x="5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 rot="-1575454">
            <a:off x="995505" y="4331492"/>
            <a:ext cx="142655" cy="149446"/>
            <a:chOff x="1160468" y="31374"/>
            <a:chExt cx="142658" cy="149448"/>
          </a:xfrm>
        </p:grpSpPr>
        <p:sp>
          <p:nvSpPr>
            <p:cNvPr id="16" name="Google Shape;16;p2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18;p2"/>
          <p:cNvSpPr/>
          <p:nvPr/>
        </p:nvSpPr>
        <p:spPr>
          <a:xfrm>
            <a:off x="7830806" y="1359300"/>
            <a:ext cx="83386" cy="133737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53" y="1144"/>
                  <a:pt x="1" y="1596"/>
                </a:cubicBezTo>
                <a:cubicBezTo>
                  <a:pt x="453" y="2060"/>
                  <a:pt x="822" y="2596"/>
                  <a:pt x="1072" y="3191"/>
                </a:cubicBezTo>
                <a:cubicBezTo>
                  <a:pt x="1322" y="2596"/>
                  <a:pt x="1679" y="2060"/>
                  <a:pt x="2144" y="1596"/>
                </a:cubicBezTo>
                <a:cubicBezTo>
                  <a:pt x="1679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 rot="2035561">
            <a:off x="8073119" y="3844883"/>
            <a:ext cx="82922" cy="134238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 rot="1649642">
            <a:off x="1190107" y="1303082"/>
            <a:ext cx="83386" cy="134197"/>
          </a:xfrm>
          <a:custGeom>
            <a:avLst/>
            <a:gdLst/>
            <a:ahLst/>
            <a:cxnLst/>
            <a:rect l="l" t="t" r="r" b="b"/>
            <a:pathLst>
              <a:path w="2144" h="3203" extrusionOk="0">
                <a:moveTo>
                  <a:pt x="1072" y="0"/>
                </a:moveTo>
                <a:cubicBezTo>
                  <a:pt x="822" y="595"/>
                  <a:pt x="465" y="1143"/>
                  <a:pt x="0" y="1596"/>
                </a:cubicBezTo>
                <a:cubicBezTo>
                  <a:pt x="465" y="2060"/>
                  <a:pt x="822" y="2596"/>
                  <a:pt x="1072" y="3203"/>
                </a:cubicBezTo>
                <a:cubicBezTo>
                  <a:pt x="1322" y="2596"/>
                  <a:pt x="1691" y="2060"/>
                  <a:pt x="2143" y="1596"/>
                </a:cubicBezTo>
                <a:cubicBezTo>
                  <a:pt x="1691" y="1143"/>
                  <a:pt x="1322" y="595"/>
                  <a:pt x="107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 rot="-1008325">
            <a:off x="826511" y="3476126"/>
            <a:ext cx="83388" cy="133734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64" y="1144"/>
                  <a:pt x="0" y="1596"/>
                </a:cubicBezTo>
                <a:cubicBezTo>
                  <a:pt x="464" y="2061"/>
                  <a:pt x="822" y="2596"/>
                  <a:pt x="1072" y="3192"/>
                </a:cubicBezTo>
                <a:cubicBezTo>
                  <a:pt x="1322" y="2596"/>
                  <a:pt x="1691" y="2061"/>
                  <a:pt x="2143" y="1596"/>
                </a:cubicBezTo>
                <a:cubicBezTo>
                  <a:pt x="1691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474287" y="4163368"/>
            <a:ext cx="949949" cy="77427"/>
          </a:xfrm>
          <a:custGeom>
            <a:avLst/>
            <a:gdLst/>
            <a:ahLst/>
            <a:cxnLst/>
            <a:rect l="l" t="t" r="r" b="b"/>
            <a:pathLst>
              <a:path w="24425" h="1848" extrusionOk="0">
                <a:moveTo>
                  <a:pt x="2727" y="1"/>
                </a:moveTo>
                <a:cubicBezTo>
                  <a:pt x="2000" y="1"/>
                  <a:pt x="1608" y="417"/>
                  <a:pt x="1334" y="727"/>
                </a:cubicBezTo>
                <a:cubicBezTo>
                  <a:pt x="1048" y="1037"/>
                  <a:pt x="822" y="1275"/>
                  <a:pt x="357" y="1275"/>
                </a:cubicBezTo>
                <a:cubicBezTo>
                  <a:pt x="0" y="1298"/>
                  <a:pt x="0" y="1822"/>
                  <a:pt x="357" y="1846"/>
                </a:cubicBezTo>
                <a:cubicBezTo>
                  <a:pt x="1072" y="1846"/>
                  <a:pt x="1465" y="1418"/>
                  <a:pt x="1750" y="1120"/>
                </a:cubicBezTo>
                <a:cubicBezTo>
                  <a:pt x="2036" y="810"/>
                  <a:pt x="2250" y="572"/>
                  <a:pt x="2727" y="572"/>
                </a:cubicBezTo>
                <a:cubicBezTo>
                  <a:pt x="3191" y="572"/>
                  <a:pt x="3393" y="787"/>
                  <a:pt x="3703" y="1120"/>
                </a:cubicBezTo>
                <a:cubicBezTo>
                  <a:pt x="4001" y="1441"/>
                  <a:pt x="4370" y="1846"/>
                  <a:pt x="5096" y="1846"/>
                </a:cubicBezTo>
                <a:cubicBezTo>
                  <a:pt x="5810" y="1846"/>
                  <a:pt x="6203" y="1418"/>
                  <a:pt x="6489" y="1120"/>
                </a:cubicBezTo>
                <a:cubicBezTo>
                  <a:pt x="6763" y="810"/>
                  <a:pt x="6989" y="572"/>
                  <a:pt x="7454" y="572"/>
                </a:cubicBezTo>
                <a:cubicBezTo>
                  <a:pt x="7930" y="572"/>
                  <a:pt x="8132" y="787"/>
                  <a:pt x="8430" y="1120"/>
                </a:cubicBezTo>
                <a:cubicBezTo>
                  <a:pt x="8727" y="1441"/>
                  <a:pt x="9108" y="1846"/>
                  <a:pt x="9823" y="1846"/>
                </a:cubicBezTo>
                <a:cubicBezTo>
                  <a:pt x="10537" y="1846"/>
                  <a:pt x="10930" y="1429"/>
                  <a:pt x="11216" y="1120"/>
                </a:cubicBezTo>
                <a:cubicBezTo>
                  <a:pt x="11502" y="810"/>
                  <a:pt x="11728" y="572"/>
                  <a:pt x="12192" y="572"/>
                </a:cubicBezTo>
                <a:cubicBezTo>
                  <a:pt x="12657" y="572"/>
                  <a:pt x="12859" y="787"/>
                  <a:pt x="13169" y="1120"/>
                </a:cubicBezTo>
                <a:cubicBezTo>
                  <a:pt x="13466" y="1441"/>
                  <a:pt x="13835" y="1846"/>
                  <a:pt x="14562" y="1846"/>
                </a:cubicBezTo>
                <a:cubicBezTo>
                  <a:pt x="15276" y="1846"/>
                  <a:pt x="15669" y="1429"/>
                  <a:pt x="15955" y="1120"/>
                </a:cubicBezTo>
                <a:cubicBezTo>
                  <a:pt x="16228" y="810"/>
                  <a:pt x="16455" y="572"/>
                  <a:pt x="16919" y="572"/>
                </a:cubicBezTo>
                <a:cubicBezTo>
                  <a:pt x="17395" y="572"/>
                  <a:pt x="17598" y="787"/>
                  <a:pt x="17895" y="1120"/>
                </a:cubicBezTo>
                <a:cubicBezTo>
                  <a:pt x="18193" y="1441"/>
                  <a:pt x="18574" y="1846"/>
                  <a:pt x="19288" y="1846"/>
                </a:cubicBezTo>
                <a:cubicBezTo>
                  <a:pt x="20003" y="1846"/>
                  <a:pt x="20396" y="1429"/>
                  <a:pt x="20681" y="1120"/>
                </a:cubicBezTo>
                <a:cubicBezTo>
                  <a:pt x="20967" y="810"/>
                  <a:pt x="21193" y="572"/>
                  <a:pt x="21658" y="572"/>
                </a:cubicBezTo>
                <a:cubicBezTo>
                  <a:pt x="22122" y="572"/>
                  <a:pt x="22336" y="787"/>
                  <a:pt x="22634" y="1120"/>
                </a:cubicBezTo>
                <a:cubicBezTo>
                  <a:pt x="22932" y="1441"/>
                  <a:pt x="23313" y="1846"/>
                  <a:pt x="24027" y="1846"/>
                </a:cubicBezTo>
                <a:cubicBezTo>
                  <a:pt x="24038" y="1847"/>
                  <a:pt x="24049" y="1848"/>
                  <a:pt x="24060" y="1848"/>
                </a:cubicBezTo>
                <a:cubicBezTo>
                  <a:pt x="24424" y="1848"/>
                  <a:pt x="24421" y="1274"/>
                  <a:pt x="24049" y="1274"/>
                </a:cubicBezTo>
                <a:cubicBezTo>
                  <a:pt x="24042" y="1274"/>
                  <a:pt x="24035" y="1274"/>
                  <a:pt x="24027" y="1275"/>
                </a:cubicBezTo>
                <a:cubicBezTo>
                  <a:pt x="23563" y="1275"/>
                  <a:pt x="23348" y="1048"/>
                  <a:pt x="23051" y="727"/>
                </a:cubicBezTo>
                <a:cubicBezTo>
                  <a:pt x="22753" y="406"/>
                  <a:pt x="22372" y="1"/>
                  <a:pt x="21658" y="1"/>
                </a:cubicBezTo>
                <a:cubicBezTo>
                  <a:pt x="20943" y="1"/>
                  <a:pt x="20550" y="417"/>
                  <a:pt x="20265" y="727"/>
                </a:cubicBezTo>
                <a:cubicBezTo>
                  <a:pt x="19979" y="1037"/>
                  <a:pt x="19765" y="1275"/>
                  <a:pt x="19288" y="1275"/>
                </a:cubicBezTo>
                <a:cubicBezTo>
                  <a:pt x="18824" y="1275"/>
                  <a:pt x="18622" y="1048"/>
                  <a:pt x="18312" y="727"/>
                </a:cubicBezTo>
                <a:cubicBezTo>
                  <a:pt x="18014" y="406"/>
                  <a:pt x="17645" y="1"/>
                  <a:pt x="16919" y="1"/>
                </a:cubicBezTo>
                <a:cubicBezTo>
                  <a:pt x="16205" y="1"/>
                  <a:pt x="15812" y="417"/>
                  <a:pt x="15538" y="727"/>
                </a:cubicBezTo>
                <a:cubicBezTo>
                  <a:pt x="15252" y="1037"/>
                  <a:pt x="15026" y="1275"/>
                  <a:pt x="14562" y="1275"/>
                </a:cubicBezTo>
                <a:cubicBezTo>
                  <a:pt x="14097" y="1275"/>
                  <a:pt x="13883" y="1048"/>
                  <a:pt x="13585" y="727"/>
                </a:cubicBezTo>
                <a:cubicBezTo>
                  <a:pt x="13288" y="406"/>
                  <a:pt x="12907" y="1"/>
                  <a:pt x="12192" y="1"/>
                </a:cubicBezTo>
                <a:cubicBezTo>
                  <a:pt x="11478" y="1"/>
                  <a:pt x="11085" y="417"/>
                  <a:pt x="10799" y="727"/>
                </a:cubicBezTo>
                <a:cubicBezTo>
                  <a:pt x="10513" y="1037"/>
                  <a:pt x="10287" y="1275"/>
                  <a:pt x="9823" y="1275"/>
                </a:cubicBezTo>
                <a:cubicBezTo>
                  <a:pt x="9359" y="1275"/>
                  <a:pt x="9156" y="1048"/>
                  <a:pt x="8847" y="727"/>
                </a:cubicBezTo>
                <a:cubicBezTo>
                  <a:pt x="8549" y="406"/>
                  <a:pt x="8168" y="1"/>
                  <a:pt x="7454" y="1"/>
                </a:cubicBezTo>
                <a:cubicBezTo>
                  <a:pt x="6739" y="1"/>
                  <a:pt x="6346" y="417"/>
                  <a:pt x="6060" y="727"/>
                </a:cubicBezTo>
                <a:cubicBezTo>
                  <a:pt x="5787" y="1037"/>
                  <a:pt x="5560" y="1275"/>
                  <a:pt x="5096" y="1275"/>
                </a:cubicBezTo>
                <a:cubicBezTo>
                  <a:pt x="4620" y="1275"/>
                  <a:pt x="4417" y="1048"/>
                  <a:pt x="4120" y="727"/>
                </a:cubicBezTo>
                <a:cubicBezTo>
                  <a:pt x="3810" y="406"/>
                  <a:pt x="3441" y="1"/>
                  <a:pt x="272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5588355" y="4374233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380099" y="2924975"/>
            <a:ext cx="785395" cy="63894"/>
          </a:xfrm>
          <a:custGeom>
            <a:avLst/>
            <a:gdLst/>
            <a:ahLst/>
            <a:cxnLst/>
            <a:rect l="l" t="t" r="r" b="b"/>
            <a:pathLst>
              <a:path w="20194" h="1525" extrusionOk="0">
                <a:moveTo>
                  <a:pt x="2263" y="0"/>
                </a:moveTo>
                <a:cubicBezTo>
                  <a:pt x="1680" y="0"/>
                  <a:pt x="1346" y="357"/>
                  <a:pt x="1120" y="607"/>
                </a:cubicBezTo>
                <a:cubicBezTo>
                  <a:pt x="882" y="858"/>
                  <a:pt x="691" y="1048"/>
                  <a:pt x="310" y="1048"/>
                </a:cubicBezTo>
                <a:cubicBezTo>
                  <a:pt x="1" y="1048"/>
                  <a:pt x="1" y="1524"/>
                  <a:pt x="310" y="1524"/>
                </a:cubicBezTo>
                <a:cubicBezTo>
                  <a:pt x="906" y="1524"/>
                  <a:pt x="1227" y="1167"/>
                  <a:pt x="1465" y="917"/>
                </a:cubicBezTo>
                <a:cubicBezTo>
                  <a:pt x="1692" y="667"/>
                  <a:pt x="1882" y="465"/>
                  <a:pt x="2263" y="465"/>
                </a:cubicBezTo>
                <a:cubicBezTo>
                  <a:pt x="2656" y="465"/>
                  <a:pt x="2823" y="643"/>
                  <a:pt x="3073" y="917"/>
                </a:cubicBezTo>
                <a:cubicBezTo>
                  <a:pt x="3323" y="1191"/>
                  <a:pt x="3632" y="1524"/>
                  <a:pt x="4228" y="1524"/>
                </a:cubicBezTo>
                <a:cubicBezTo>
                  <a:pt x="4823" y="1524"/>
                  <a:pt x="5144" y="1167"/>
                  <a:pt x="5382" y="917"/>
                </a:cubicBezTo>
                <a:cubicBezTo>
                  <a:pt x="5609" y="667"/>
                  <a:pt x="5799" y="465"/>
                  <a:pt x="6180" y="465"/>
                </a:cubicBezTo>
                <a:cubicBezTo>
                  <a:pt x="6573" y="465"/>
                  <a:pt x="6740" y="643"/>
                  <a:pt x="6990" y="917"/>
                </a:cubicBezTo>
                <a:cubicBezTo>
                  <a:pt x="7240" y="1191"/>
                  <a:pt x="7549" y="1524"/>
                  <a:pt x="8145" y="1524"/>
                </a:cubicBezTo>
                <a:cubicBezTo>
                  <a:pt x="8740" y="1524"/>
                  <a:pt x="9061" y="1167"/>
                  <a:pt x="9300" y="917"/>
                </a:cubicBezTo>
                <a:cubicBezTo>
                  <a:pt x="9526" y="667"/>
                  <a:pt x="9716" y="465"/>
                  <a:pt x="10097" y="465"/>
                </a:cubicBezTo>
                <a:cubicBezTo>
                  <a:pt x="10490" y="465"/>
                  <a:pt x="10657" y="643"/>
                  <a:pt x="10907" y="917"/>
                </a:cubicBezTo>
                <a:cubicBezTo>
                  <a:pt x="11157" y="1191"/>
                  <a:pt x="11467" y="1524"/>
                  <a:pt x="12062" y="1524"/>
                </a:cubicBezTo>
                <a:cubicBezTo>
                  <a:pt x="12645" y="1524"/>
                  <a:pt x="12979" y="1167"/>
                  <a:pt x="13205" y="917"/>
                </a:cubicBezTo>
                <a:cubicBezTo>
                  <a:pt x="13443" y="667"/>
                  <a:pt x="13633" y="465"/>
                  <a:pt x="14014" y="465"/>
                </a:cubicBezTo>
                <a:cubicBezTo>
                  <a:pt x="14395" y="465"/>
                  <a:pt x="14562" y="643"/>
                  <a:pt x="14812" y="917"/>
                </a:cubicBezTo>
                <a:cubicBezTo>
                  <a:pt x="15062" y="1191"/>
                  <a:pt x="15372" y="1524"/>
                  <a:pt x="15967" y="1524"/>
                </a:cubicBezTo>
                <a:cubicBezTo>
                  <a:pt x="16562" y="1524"/>
                  <a:pt x="16884" y="1167"/>
                  <a:pt x="17122" y="917"/>
                </a:cubicBezTo>
                <a:cubicBezTo>
                  <a:pt x="17360" y="667"/>
                  <a:pt x="17539" y="465"/>
                  <a:pt x="17932" y="465"/>
                </a:cubicBezTo>
                <a:cubicBezTo>
                  <a:pt x="18313" y="465"/>
                  <a:pt x="18479" y="643"/>
                  <a:pt x="18729" y="917"/>
                </a:cubicBezTo>
                <a:cubicBezTo>
                  <a:pt x="18979" y="1191"/>
                  <a:pt x="19289" y="1524"/>
                  <a:pt x="19884" y="1524"/>
                </a:cubicBezTo>
                <a:cubicBezTo>
                  <a:pt x="20194" y="1524"/>
                  <a:pt x="20194" y="1048"/>
                  <a:pt x="19884" y="1048"/>
                </a:cubicBezTo>
                <a:cubicBezTo>
                  <a:pt x="19491" y="1048"/>
                  <a:pt x="19325" y="881"/>
                  <a:pt x="19075" y="607"/>
                </a:cubicBezTo>
                <a:cubicBezTo>
                  <a:pt x="18825" y="334"/>
                  <a:pt x="18515" y="0"/>
                  <a:pt x="17920" y="0"/>
                </a:cubicBezTo>
                <a:cubicBezTo>
                  <a:pt x="17336" y="0"/>
                  <a:pt x="17003" y="357"/>
                  <a:pt x="16777" y="607"/>
                </a:cubicBezTo>
                <a:cubicBezTo>
                  <a:pt x="16539" y="858"/>
                  <a:pt x="16348" y="1048"/>
                  <a:pt x="15967" y="1048"/>
                </a:cubicBezTo>
                <a:cubicBezTo>
                  <a:pt x="15586" y="1048"/>
                  <a:pt x="15419" y="881"/>
                  <a:pt x="15157" y="607"/>
                </a:cubicBezTo>
                <a:cubicBezTo>
                  <a:pt x="14907" y="334"/>
                  <a:pt x="14598" y="0"/>
                  <a:pt x="14014" y="0"/>
                </a:cubicBezTo>
                <a:cubicBezTo>
                  <a:pt x="13419" y="0"/>
                  <a:pt x="13098" y="357"/>
                  <a:pt x="12860" y="607"/>
                </a:cubicBezTo>
                <a:cubicBezTo>
                  <a:pt x="12621" y="858"/>
                  <a:pt x="12443" y="1048"/>
                  <a:pt x="12050" y="1048"/>
                </a:cubicBezTo>
                <a:cubicBezTo>
                  <a:pt x="11669" y="1048"/>
                  <a:pt x="11502" y="881"/>
                  <a:pt x="11252" y="607"/>
                </a:cubicBezTo>
                <a:cubicBezTo>
                  <a:pt x="11002" y="334"/>
                  <a:pt x="10693" y="0"/>
                  <a:pt x="10097" y="0"/>
                </a:cubicBezTo>
                <a:cubicBezTo>
                  <a:pt x="9502" y="0"/>
                  <a:pt x="9181" y="357"/>
                  <a:pt x="8942" y="607"/>
                </a:cubicBezTo>
                <a:cubicBezTo>
                  <a:pt x="8716" y="858"/>
                  <a:pt x="8526" y="1048"/>
                  <a:pt x="8145" y="1048"/>
                </a:cubicBezTo>
                <a:cubicBezTo>
                  <a:pt x="7752" y="1048"/>
                  <a:pt x="7585" y="881"/>
                  <a:pt x="7335" y="607"/>
                </a:cubicBezTo>
                <a:cubicBezTo>
                  <a:pt x="7085" y="334"/>
                  <a:pt x="6775" y="0"/>
                  <a:pt x="6180" y="0"/>
                </a:cubicBezTo>
                <a:cubicBezTo>
                  <a:pt x="5597" y="0"/>
                  <a:pt x="5263" y="357"/>
                  <a:pt x="5037" y="607"/>
                </a:cubicBezTo>
                <a:cubicBezTo>
                  <a:pt x="4799" y="858"/>
                  <a:pt x="4609" y="1048"/>
                  <a:pt x="4228" y="1048"/>
                </a:cubicBezTo>
                <a:cubicBezTo>
                  <a:pt x="3835" y="1048"/>
                  <a:pt x="3668" y="881"/>
                  <a:pt x="3418" y="607"/>
                </a:cubicBezTo>
                <a:cubicBezTo>
                  <a:pt x="3168" y="334"/>
                  <a:pt x="2858" y="0"/>
                  <a:pt x="226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 rot="5400000">
            <a:off x="8011826" y="1230068"/>
            <a:ext cx="783995" cy="63894"/>
          </a:xfrm>
          <a:custGeom>
            <a:avLst/>
            <a:gdLst/>
            <a:ahLst/>
            <a:cxnLst/>
            <a:rect l="l" t="t" r="r" b="b"/>
            <a:pathLst>
              <a:path w="20158" h="1525" extrusionOk="0">
                <a:moveTo>
                  <a:pt x="2251" y="0"/>
                </a:moveTo>
                <a:cubicBezTo>
                  <a:pt x="1656" y="0"/>
                  <a:pt x="1334" y="346"/>
                  <a:pt x="1096" y="596"/>
                </a:cubicBezTo>
                <a:cubicBezTo>
                  <a:pt x="858" y="858"/>
                  <a:pt x="679" y="1060"/>
                  <a:pt x="286" y="1060"/>
                </a:cubicBezTo>
                <a:cubicBezTo>
                  <a:pt x="1" y="1084"/>
                  <a:pt x="1" y="1501"/>
                  <a:pt x="286" y="1524"/>
                </a:cubicBezTo>
                <a:cubicBezTo>
                  <a:pt x="882" y="1524"/>
                  <a:pt x="1203" y="1179"/>
                  <a:pt x="1441" y="917"/>
                </a:cubicBezTo>
                <a:cubicBezTo>
                  <a:pt x="1679" y="667"/>
                  <a:pt x="1858" y="465"/>
                  <a:pt x="2251" y="465"/>
                </a:cubicBezTo>
                <a:cubicBezTo>
                  <a:pt x="2632" y="465"/>
                  <a:pt x="2811" y="655"/>
                  <a:pt x="3061" y="917"/>
                </a:cubicBezTo>
                <a:cubicBezTo>
                  <a:pt x="3311" y="1191"/>
                  <a:pt x="3620" y="1524"/>
                  <a:pt x="4204" y="1524"/>
                </a:cubicBezTo>
                <a:cubicBezTo>
                  <a:pt x="4799" y="1524"/>
                  <a:pt x="5120" y="1179"/>
                  <a:pt x="5359" y="917"/>
                </a:cubicBezTo>
                <a:cubicBezTo>
                  <a:pt x="5597" y="667"/>
                  <a:pt x="5775" y="465"/>
                  <a:pt x="6168" y="465"/>
                </a:cubicBezTo>
                <a:cubicBezTo>
                  <a:pt x="6549" y="465"/>
                  <a:pt x="6728" y="655"/>
                  <a:pt x="6966" y="917"/>
                </a:cubicBezTo>
                <a:cubicBezTo>
                  <a:pt x="7216" y="1191"/>
                  <a:pt x="7525" y="1524"/>
                  <a:pt x="8121" y="1524"/>
                </a:cubicBezTo>
                <a:cubicBezTo>
                  <a:pt x="8716" y="1524"/>
                  <a:pt x="9038" y="1179"/>
                  <a:pt x="9276" y="917"/>
                </a:cubicBezTo>
                <a:cubicBezTo>
                  <a:pt x="9514" y="667"/>
                  <a:pt x="9692" y="465"/>
                  <a:pt x="10085" y="465"/>
                </a:cubicBezTo>
                <a:cubicBezTo>
                  <a:pt x="10466" y="465"/>
                  <a:pt x="10633" y="655"/>
                  <a:pt x="10883" y="917"/>
                </a:cubicBezTo>
                <a:cubicBezTo>
                  <a:pt x="11133" y="1191"/>
                  <a:pt x="11443" y="1524"/>
                  <a:pt x="12038" y="1524"/>
                </a:cubicBezTo>
                <a:cubicBezTo>
                  <a:pt x="12633" y="1524"/>
                  <a:pt x="12955" y="1179"/>
                  <a:pt x="13193" y="917"/>
                </a:cubicBezTo>
                <a:cubicBezTo>
                  <a:pt x="13419" y="667"/>
                  <a:pt x="13610" y="465"/>
                  <a:pt x="13991" y="465"/>
                </a:cubicBezTo>
                <a:cubicBezTo>
                  <a:pt x="14383" y="465"/>
                  <a:pt x="14550" y="655"/>
                  <a:pt x="14800" y="917"/>
                </a:cubicBezTo>
                <a:cubicBezTo>
                  <a:pt x="15050" y="1191"/>
                  <a:pt x="15360" y="1524"/>
                  <a:pt x="15955" y="1524"/>
                </a:cubicBezTo>
                <a:cubicBezTo>
                  <a:pt x="16538" y="1524"/>
                  <a:pt x="16872" y="1179"/>
                  <a:pt x="17098" y="917"/>
                </a:cubicBezTo>
                <a:cubicBezTo>
                  <a:pt x="17336" y="667"/>
                  <a:pt x="17527" y="465"/>
                  <a:pt x="17908" y="465"/>
                </a:cubicBezTo>
                <a:cubicBezTo>
                  <a:pt x="18301" y="465"/>
                  <a:pt x="18467" y="655"/>
                  <a:pt x="18717" y="917"/>
                </a:cubicBezTo>
                <a:cubicBezTo>
                  <a:pt x="18967" y="1191"/>
                  <a:pt x="19277" y="1524"/>
                  <a:pt x="19872" y="1524"/>
                </a:cubicBezTo>
                <a:cubicBezTo>
                  <a:pt x="20158" y="1501"/>
                  <a:pt x="20158" y="1084"/>
                  <a:pt x="19872" y="1060"/>
                </a:cubicBezTo>
                <a:cubicBezTo>
                  <a:pt x="19479" y="1060"/>
                  <a:pt x="19313" y="870"/>
                  <a:pt x="19063" y="596"/>
                </a:cubicBezTo>
                <a:cubicBezTo>
                  <a:pt x="18813" y="334"/>
                  <a:pt x="18503" y="0"/>
                  <a:pt x="17908" y="0"/>
                </a:cubicBezTo>
                <a:cubicBezTo>
                  <a:pt x="17312" y="0"/>
                  <a:pt x="16991" y="346"/>
                  <a:pt x="16753" y="596"/>
                </a:cubicBezTo>
                <a:cubicBezTo>
                  <a:pt x="16527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596"/>
                </a:cubicBezTo>
                <a:cubicBezTo>
                  <a:pt x="14895" y="334"/>
                  <a:pt x="14586" y="0"/>
                  <a:pt x="13991" y="0"/>
                </a:cubicBezTo>
                <a:cubicBezTo>
                  <a:pt x="13407" y="0"/>
                  <a:pt x="13074" y="346"/>
                  <a:pt x="12848" y="596"/>
                </a:cubicBezTo>
                <a:cubicBezTo>
                  <a:pt x="12609" y="858"/>
                  <a:pt x="12419" y="1060"/>
                  <a:pt x="12038" y="1060"/>
                </a:cubicBezTo>
                <a:cubicBezTo>
                  <a:pt x="11645" y="1060"/>
                  <a:pt x="11478" y="870"/>
                  <a:pt x="11228" y="596"/>
                </a:cubicBezTo>
                <a:cubicBezTo>
                  <a:pt x="10978" y="334"/>
                  <a:pt x="10669" y="0"/>
                  <a:pt x="10085" y="0"/>
                </a:cubicBezTo>
                <a:cubicBezTo>
                  <a:pt x="9490" y="0"/>
                  <a:pt x="9157" y="346"/>
                  <a:pt x="8930" y="596"/>
                </a:cubicBezTo>
                <a:cubicBezTo>
                  <a:pt x="8692" y="858"/>
                  <a:pt x="8514" y="1060"/>
                  <a:pt x="8121" y="1060"/>
                </a:cubicBezTo>
                <a:cubicBezTo>
                  <a:pt x="7740" y="1060"/>
                  <a:pt x="7561" y="870"/>
                  <a:pt x="7311" y="596"/>
                </a:cubicBezTo>
                <a:cubicBezTo>
                  <a:pt x="7073" y="334"/>
                  <a:pt x="6752" y="0"/>
                  <a:pt x="6168" y="0"/>
                </a:cubicBezTo>
                <a:cubicBezTo>
                  <a:pt x="5573" y="0"/>
                  <a:pt x="5251" y="346"/>
                  <a:pt x="5013" y="596"/>
                </a:cubicBezTo>
                <a:cubicBezTo>
                  <a:pt x="4775" y="858"/>
                  <a:pt x="4597" y="1060"/>
                  <a:pt x="4204" y="1060"/>
                </a:cubicBezTo>
                <a:cubicBezTo>
                  <a:pt x="3823" y="1060"/>
                  <a:pt x="3644" y="870"/>
                  <a:pt x="3406" y="596"/>
                </a:cubicBezTo>
                <a:cubicBezTo>
                  <a:pt x="3156" y="334"/>
                  <a:pt x="2846" y="0"/>
                  <a:pt x="225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 rot="1537472">
            <a:off x="5335216" y="2246956"/>
            <a:ext cx="82919" cy="134242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7841165" y="4401933"/>
            <a:ext cx="1125277" cy="196122"/>
          </a:xfrm>
          <a:custGeom>
            <a:avLst/>
            <a:gdLst/>
            <a:ahLst/>
            <a:cxnLst/>
            <a:rect l="l" t="t" r="r" b="b"/>
            <a:pathLst>
              <a:path w="28933" h="4681" extrusionOk="0">
                <a:moveTo>
                  <a:pt x="2334" y="1"/>
                </a:moveTo>
                <a:cubicBezTo>
                  <a:pt x="1048" y="1"/>
                  <a:pt x="0" y="1049"/>
                  <a:pt x="0" y="2335"/>
                </a:cubicBezTo>
                <a:cubicBezTo>
                  <a:pt x="0" y="3632"/>
                  <a:pt x="1048" y="4680"/>
                  <a:pt x="2334" y="4680"/>
                </a:cubicBezTo>
                <a:lnTo>
                  <a:pt x="26599" y="4680"/>
                </a:lnTo>
                <a:cubicBezTo>
                  <a:pt x="27885" y="4680"/>
                  <a:pt x="28933" y="3632"/>
                  <a:pt x="28933" y="2335"/>
                </a:cubicBezTo>
                <a:cubicBezTo>
                  <a:pt x="28933" y="1049"/>
                  <a:pt x="27885" y="1"/>
                  <a:pt x="2659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1638780" y="987620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" name="Google Shape;29;p2"/>
          <p:cNvGrpSpPr/>
          <p:nvPr/>
        </p:nvGrpSpPr>
        <p:grpSpPr>
          <a:xfrm rot="1307765">
            <a:off x="6373801" y="626827"/>
            <a:ext cx="142656" cy="149447"/>
            <a:chOff x="1160468" y="31374"/>
            <a:chExt cx="142658" cy="149448"/>
          </a:xfrm>
        </p:grpSpPr>
        <p:sp>
          <p:nvSpPr>
            <p:cNvPr id="30" name="Google Shape;30;p2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32;p2"/>
          <p:cNvSpPr/>
          <p:nvPr/>
        </p:nvSpPr>
        <p:spPr>
          <a:xfrm rot="5400000">
            <a:off x="6925090" y="755907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720003" y="540008"/>
            <a:ext cx="1125277" cy="196122"/>
          </a:xfrm>
          <a:custGeom>
            <a:avLst/>
            <a:gdLst/>
            <a:ahLst/>
            <a:cxnLst/>
            <a:rect l="l" t="t" r="r" b="b"/>
            <a:pathLst>
              <a:path w="28933" h="4681" extrusionOk="0">
                <a:moveTo>
                  <a:pt x="2334" y="1"/>
                </a:moveTo>
                <a:cubicBezTo>
                  <a:pt x="1048" y="1"/>
                  <a:pt x="0" y="1049"/>
                  <a:pt x="0" y="2335"/>
                </a:cubicBezTo>
                <a:cubicBezTo>
                  <a:pt x="0" y="3632"/>
                  <a:pt x="1048" y="4680"/>
                  <a:pt x="2334" y="4680"/>
                </a:cubicBezTo>
                <a:lnTo>
                  <a:pt x="26599" y="4680"/>
                </a:lnTo>
                <a:cubicBezTo>
                  <a:pt x="27885" y="4680"/>
                  <a:pt x="28933" y="3632"/>
                  <a:pt x="28933" y="2335"/>
                </a:cubicBezTo>
                <a:cubicBezTo>
                  <a:pt x="28933" y="1049"/>
                  <a:pt x="27885" y="1"/>
                  <a:pt x="2659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7486428" y="2476444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401955" y="1448958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2006540" y="2197369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" name="Google Shape;37;p2"/>
          <p:cNvGrpSpPr/>
          <p:nvPr/>
        </p:nvGrpSpPr>
        <p:grpSpPr>
          <a:xfrm rot="1575454" flipH="1">
            <a:off x="3510655" y="1888992"/>
            <a:ext cx="142655" cy="149446"/>
            <a:chOff x="1160468" y="31374"/>
            <a:chExt cx="142658" cy="149448"/>
          </a:xfrm>
        </p:grpSpPr>
        <p:sp>
          <p:nvSpPr>
            <p:cNvPr id="38" name="Google Shape;38;p2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2"/>
          <p:cNvSpPr/>
          <p:nvPr/>
        </p:nvSpPr>
        <p:spPr>
          <a:xfrm>
            <a:off x="1299750" y="1303075"/>
            <a:ext cx="6531000" cy="3300300"/>
          </a:xfrm>
          <a:prstGeom prst="roundRect">
            <a:avLst>
              <a:gd name="adj" fmla="val 23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 txBox="1">
            <a:spLocks noGrp="1"/>
          </p:cNvSpPr>
          <p:nvPr>
            <p:ph type="ctrTitle"/>
          </p:nvPr>
        </p:nvSpPr>
        <p:spPr>
          <a:xfrm>
            <a:off x="2267250" y="870680"/>
            <a:ext cx="4609500" cy="13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subTitle" idx="1"/>
          </p:nvPr>
        </p:nvSpPr>
        <p:spPr>
          <a:xfrm>
            <a:off x="3831650" y="2675076"/>
            <a:ext cx="2284500" cy="76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5620503" y="2985683"/>
            <a:ext cx="1125277" cy="196122"/>
          </a:xfrm>
          <a:custGeom>
            <a:avLst/>
            <a:gdLst/>
            <a:ahLst/>
            <a:cxnLst/>
            <a:rect l="l" t="t" r="r" b="b"/>
            <a:pathLst>
              <a:path w="28933" h="4681" extrusionOk="0">
                <a:moveTo>
                  <a:pt x="2334" y="1"/>
                </a:moveTo>
                <a:cubicBezTo>
                  <a:pt x="1048" y="1"/>
                  <a:pt x="0" y="1049"/>
                  <a:pt x="0" y="2335"/>
                </a:cubicBezTo>
                <a:cubicBezTo>
                  <a:pt x="0" y="3632"/>
                  <a:pt x="1048" y="4680"/>
                  <a:pt x="2334" y="4680"/>
                </a:cubicBezTo>
                <a:lnTo>
                  <a:pt x="26599" y="4680"/>
                </a:lnTo>
                <a:cubicBezTo>
                  <a:pt x="27885" y="4680"/>
                  <a:pt x="28933" y="3632"/>
                  <a:pt x="28933" y="2335"/>
                </a:cubicBezTo>
                <a:cubicBezTo>
                  <a:pt x="28933" y="1049"/>
                  <a:pt x="27885" y="1"/>
                  <a:pt x="2659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1273511" y="1934064"/>
            <a:ext cx="88947" cy="1346544"/>
          </a:xfrm>
          <a:custGeom>
            <a:avLst/>
            <a:gdLst/>
            <a:ahLst/>
            <a:cxnLst/>
            <a:rect l="l" t="t" r="r" b="b"/>
            <a:pathLst>
              <a:path w="2287" h="32139" extrusionOk="0">
                <a:moveTo>
                  <a:pt x="1989" y="1"/>
                </a:moveTo>
                <a:cubicBezTo>
                  <a:pt x="1840" y="1"/>
                  <a:pt x="1691" y="105"/>
                  <a:pt x="1703" y="314"/>
                </a:cubicBezTo>
                <a:cubicBezTo>
                  <a:pt x="1703" y="980"/>
                  <a:pt x="1358" y="1302"/>
                  <a:pt x="941" y="1683"/>
                </a:cubicBezTo>
                <a:cubicBezTo>
                  <a:pt x="501" y="2088"/>
                  <a:pt x="1" y="2552"/>
                  <a:pt x="1" y="3469"/>
                </a:cubicBezTo>
                <a:cubicBezTo>
                  <a:pt x="1" y="4374"/>
                  <a:pt x="501" y="4838"/>
                  <a:pt x="941" y="5255"/>
                </a:cubicBezTo>
                <a:cubicBezTo>
                  <a:pt x="1358" y="5624"/>
                  <a:pt x="1703" y="5957"/>
                  <a:pt x="1703" y="6624"/>
                </a:cubicBezTo>
                <a:cubicBezTo>
                  <a:pt x="1703" y="7279"/>
                  <a:pt x="1358" y="7612"/>
                  <a:pt x="941" y="7993"/>
                </a:cubicBezTo>
                <a:cubicBezTo>
                  <a:pt x="501" y="8398"/>
                  <a:pt x="1" y="8862"/>
                  <a:pt x="1" y="9779"/>
                </a:cubicBezTo>
                <a:cubicBezTo>
                  <a:pt x="1" y="10684"/>
                  <a:pt x="501" y="11148"/>
                  <a:pt x="941" y="11565"/>
                </a:cubicBezTo>
                <a:cubicBezTo>
                  <a:pt x="1358" y="11934"/>
                  <a:pt x="1703" y="12267"/>
                  <a:pt x="1703" y="12922"/>
                </a:cubicBezTo>
                <a:cubicBezTo>
                  <a:pt x="1703" y="13589"/>
                  <a:pt x="1358" y="13922"/>
                  <a:pt x="941" y="14291"/>
                </a:cubicBezTo>
                <a:cubicBezTo>
                  <a:pt x="501" y="14708"/>
                  <a:pt x="1" y="15172"/>
                  <a:pt x="1" y="16077"/>
                </a:cubicBezTo>
                <a:cubicBezTo>
                  <a:pt x="1" y="16994"/>
                  <a:pt x="501" y="17458"/>
                  <a:pt x="941" y="17863"/>
                </a:cubicBezTo>
                <a:cubicBezTo>
                  <a:pt x="1358" y="18244"/>
                  <a:pt x="1703" y="18566"/>
                  <a:pt x="1703" y="19233"/>
                </a:cubicBezTo>
                <a:cubicBezTo>
                  <a:pt x="1703" y="19899"/>
                  <a:pt x="1358" y="20221"/>
                  <a:pt x="941" y="20602"/>
                </a:cubicBezTo>
                <a:cubicBezTo>
                  <a:pt x="501" y="21018"/>
                  <a:pt x="1" y="21483"/>
                  <a:pt x="1" y="22388"/>
                </a:cubicBezTo>
                <a:cubicBezTo>
                  <a:pt x="1" y="23304"/>
                  <a:pt x="501" y="23769"/>
                  <a:pt x="941" y="24174"/>
                </a:cubicBezTo>
                <a:cubicBezTo>
                  <a:pt x="1358" y="24555"/>
                  <a:pt x="1703" y="24888"/>
                  <a:pt x="1703" y="25543"/>
                </a:cubicBezTo>
                <a:cubicBezTo>
                  <a:pt x="1703" y="26210"/>
                  <a:pt x="1358" y="26531"/>
                  <a:pt x="941" y="26912"/>
                </a:cubicBezTo>
                <a:cubicBezTo>
                  <a:pt x="501" y="27317"/>
                  <a:pt x="1" y="27793"/>
                  <a:pt x="1" y="28698"/>
                </a:cubicBezTo>
                <a:cubicBezTo>
                  <a:pt x="1" y="29615"/>
                  <a:pt x="501" y="30079"/>
                  <a:pt x="941" y="30484"/>
                </a:cubicBezTo>
                <a:cubicBezTo>
                  <a:pt x="1358" y="30865"/>
                  <a:pt x="1703" y="31198"/>
                  <a:pt x="1703" y="31853"/>
                </a:cubicBezTo>
                <a:cubicBezTo>
                  <a:pt x="1703" y="32020"/>
                  <a:pt x="1834" y="32139"/>
                  <a:pt x="1989" y="32139"/>
                </a:cubicBezTo>
                <a:cubicBezTo>
                  <a:pt x="2144" y="32139"/>
                  <a:pt x="2275" y="32020"/>
                  <a:pt x="2275" y="31865"/>
                </a:cubicBezTo>
                <a:cubicBezTo>
                  <a:pt x="2275" y="30948"/>
                  <a:pt x="1775" y="30484"/>
                  <a:pt x="1334" y="30079"/>
                </a:cubicBezTo>
                <a:cubicBezTo>
                  <a:pt x="918" y="29698"/>
                  <a:pt x="572" y="29365"/>
                  <a:pt x="572" y="28710"/>
                </a:cubicBezTo>
                <a:cubicBezTo>
                  <a:pt x="572" y="28043"/>
                  <a:pt x="918" y="27710"/>
                  <a:pt x="1334" y="27341"/>
                </a:cubicBezTo>
                <a:cubicBezTo>
                  <a:pt x="1775" y="26924"/>
                  <a:pt x="2275" y="26460"/>
                  <a:pt x="2275" y="25555"/>
                </a:cubicBezTo>
                <a:cubicBezTo>
                  <a:pt x="2275" y="24638"/>
                  <a:pt x="1775" y="24174"/>
                  <a:pt x="1334" y="23769"/>
                </a:cubicBezTo>
                <a:cubicBezTo>
                  <a:pt x="918" y="23388"/>
                  <a:pt x="572" y="23054"/>
                  <a:pt x="572" y="22388"/>
                </a:cubicBezTo>
                <a:cubicBezTo>
                  <a:pt x="572" y="21733"/>
                  <a:pt x="918" y="21399"/>
                  <a:pt x="1334" y="21030"/>
                </a:cubicBezTo>
                <a:cubicBezTo>
                  <a:pt x="1775" y="20614"/>
                  <a:pt x="2275" y="20149"/>
                  <a:pt x="2275" y="19244"/>
                </a:cubicBezTo>
                <a:cubicBezTo>
                  <a:pt x="2275" y="18328"/>
                  <a:pt x="1775" y="17863"/>
                  <a:pt x="1334" y="17458"/>
                </a:cubicBezTo>
                <a:cubicBezTo>
                  <a:pt x="918" y="17077"/>
                  <a:pt x="572" y="16744"/>
                  <a:pt x="572" y="16089"/>
                </a:cubicBezTo>
                <a:cubicBezTo>
                  <a:pt x="572" y="15423"/>
                  <a:pt x="918" y="15089"/>
                  <a:pt x="1334" y="14720"/>
                </a:cubicBezTo>
                <a:cubicBezTo>
                  <a:pt x="1775" y="14303"/>
                  <a:pt x="2275" y="13839"/>
                  <a:pt x="2275" y="12934"/>
                </a:cubicBezTo>
                <a:cubicBezTo>
                  <a:pt x="2275" y="12017"/>
                  <a:pt x="1775" y="11553"/>
                  <a:pt x="1334" y="11148"/>
                </a:cubicBezTo>
                <a:cubicBezTo>
                  <a:pt x="918" y="10767"/>
                  <a:pt x="572" y="10446"/>
                  <a:pt x="572" y="9779"/>
                </a:cubicBezTo>
                <a:cubicBezTo>
                  <a:pt x="572" y="9112"/>
                  <a:pt x="918" y="8791"/>
                  <a:pt x="1334" y="8410"/>
                </a:cubicBezTo>
                <a:cubicBezTo>
                  <a:pt x="1775" y="8005"/>
                  <a:pt x="2275" y="7529"/>
                  <a:pt x="2275" y="6624"/>
                </a:cubicBezTo>
                <a:cubicBezTo>
                  <a:pt x="2275" y="5707"/>
                  <a:pt x="1775" y="5243"/>
                  <a:pt x="1334" y="4838"/>
                </a:cubicBezTo>
                <a:cubicBezTo>
                  <a:pt x="918" y="4457"/>
                  <a:pt x="572" y="4135"/>
                  <a:pt x="572" y="3469"/>
                </a:cubicBezTo>
                <a:cubicBezTo>
                  <a:pt x="572" y="2802"/>
                  <a:pt x="918" y="2480"/>
                  <a:pt x="1334" y="2099"/>
                </a:cubicBezTo>
                <a:cubicBezTo>
                  <a:pt x="1775" y="1683"/>
                  <a:pt x="2275" y="1230"/>
                  <a:pt x="2275" y="314"/>
                </a:cubicBezTo>
                <a:cubicBezTo>
                  <a:pt x="2287" y="105"/>
                  <a:pt x="2138" y="1"/>
                  <a:pt x="19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5563065" y="4269757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7392607" y="3569429"/>
            <a:ext cx="520537" cy="219543"/>
          </a:xfrm>
          <a:custGeom>
            <a:avLst/>
            <a:gdLst/>
            <a:ahLst/>
            <a:cxnLst/>
            <a:rect l="l" t="t" r="r" b="b"/>
            <a:pathLst>
              <a:path w="13384" h="5240" extrusionOk="0">
                <a:moveTo>
                  <a:pt x="10871" y="560"/>
                </a:moveTo>
                <a:cubicBezTo>
                  <a:pt x="11955" y="560"/>
                  <a:pt x="12836" y="1489"/>
                  <a:pt x="12836" y="2620"/>
                </a:cubicBezTo>
                <a:cubicBezTo>
                  <a:pt x="12836" y="3751"/>
                  <a:pt x="11955" y="4668"/>
                  <a:pt x="10871" y="4668"/>
                </a:cubicBezTo>
                <a:lnTo>
                  <a:pt x="2525" y="4668"/>
                </a:lnTo>
                <a:cubicBezTo>
                  <a:pt x="1430" y="4668"/>
                  <a:pt x="548" y="3751"/>
                  <a:pt x="548" y="2620"/>
                </a:cubicBezTo>
                <a:cubicBezTo>
                  <a:pt x="548" y="1489"/>
                  <a:pt x="1430" y="560"/>
                  <a:pt x="2525" y="560"/>
                </a:cubicBezTo>
                <a:close/>
                <a:moveTo>
                  <a:pt x="2525" y="1"/>
                </a:moveTo>
                <a:cubicBezTo>
                  <a:pt x="1132" y="1"/>
                  <a:pt x="1" y="1179"/>
                  <a:pt x="1" y="2620"/>
                </a:cubicBezTo>
                <a:cubicBezTo>
                  <a:pt x="1" y="4061"/>
                  <a:pt x="1132" y="5240"/>
                  <a:pt x="2525" y="5240"/>
                </a:cubicBezTo>
                <a:lnTo>
                  <a:pt x="10859" y="5240"/>
                </a:lnTo>
                <a:cubicBezTo>
                  <a:pt x="12252" y="5240"/>
                  <a:pt x="13383" y="4073"/>
                  <a:pt x="13383" y="2620"/>
                </a:cubicBezTo>
                <a:cubicBezTo>
                  <a:pt x="13383" y="1179"/>
                  <a:pt x="12252" y="1"/>
                  <a:pt x="108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1905740" y="3380782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3"/>
          <p:cNvGrpSpPr/>
          <p:nvPr/>
        </p:nvGrpSpPr>
        <p:grpSpPr>
          <a:xfrm>
            <a:off x="6819373" y="3604465"/>
            <a:ext cx="151720" cy="149448"/>
            <a:chOff x="8639698" y="2706690"/>
            <a:chExt cx="151720" cy="149448"/>
          </a:xfrm>
        </p:grpSpPr>
        <p:sp>
          <p:nvSpPr>
            <p:cNvPr id="50" name="Google Shape;50;p3"/>
            <p:cNvSpPr/>
            <p:nvPr/>
          </p:nvSpPr>
          <p:spPr>
            <a:xfrm>
              <a:off x="8639698" y="2706690"/>
              <a:ext cx="151720" cy="149448"/>
            </a:xfrm>
            <a:custGeom>
              <a:avLst/>
              <a:gdLst/>
              <a:ahLst/>
              <a:cxnLst/>
              <a:rect l="l" t="t" r="r" b="b"/>
              <a:pathLst>
                <a:path w="3901" h="3567" extrusionOk="0">
                  <a:moveTo>
                    <a:pt x="3231" y="0"/>
                  </a:moveTo>
                  <a:cubicBezTo>
                    <a:pt x="3150" y="0"/>
                    <a:pt x="3073" y="34"/>
                    <a:pt x="3013" y="114"/>
                  </a:cubicBezTo>
                  <a:lnTo>
                    <a:pt x="263" y="2840"/>
                  </a:lnTo>
                  <a:cubicBezTo>
                    <a:pt x="1" y="3102"/>
                    <a:pt x="191" y="3554"/>
                    <a:pt x="560" y="3566"/>
                  </a:cubicBezTo>
                  <a:cubicBezTo>
                    <a:pt x="679" y="3554"/>
                    <a:pt x="775" y="3519"/>
                    <a:pt x="858" y="3435"/>
                  </a:cubicBezTo>
                  <a:lnTo>
                    <a:pt x="3608" y="709"/>
                  </a:lnTo>
                  <a:cubicBezTo>
                    <a:pt x="3900" y="474"/>
                    <a:pt x="3537" y="0"/>
                    <a:pt x="3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8640476" y="2707402"/>
              <a:ext cx="149775" cy="148736"/>
            </a:xfrm>
            <a:custGeom>
              <a:avLst/>
              <a:gdLst/>
              <a:ahLst/>
              <a:cxnLst/>
              <a:rect l="l" t="t" r="r" b="b"/>
              <a:pathLst>
                <a:path w="3851" h="3550" extrusionOk="0">
                  <a:moveTo>
                    <a:pt x="574" y="0"/>
                  </a:moveTo>
                  <a:cubicBezTo>
                    <a:pt x="261" y="0"/>
                    <a:pt x="1" y="375"/>
                    <a:pt x="243" y="692"/>
                  </a:cubicBezTo>
                  <a:lnTo>
                    <a:pt x="2993" y="3418"/>
                  </a:lnTo>
                  <a:cubicBezTo>
                    <a:pt x="3064" y="3502"/>
                    <a:pt x="3172" y="3549"/>
                    <a:pt x="3291" y="3549"/>
                  </a:cubicBezTo>
                  <a:cubicBezTo>
                    <a:pt x="3660" y="3537"/>
                    <a:pt x="3850" y="3085"/>
                    <a:pt x="3588" y="2823"/>
                  </a:cubicBezTo>
                  <a:lnTo>
                    <a:pt x="838" y="97"/>
                  </a:lnTo>
                  <a:cubicBezTo>
                    <a:pt x="753" y="29"/>
                    <a:pt x="661" y="0"/>
                    <a:pt x="5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52;p3"/>
          <p:cNvGrpSpPr/>
          <p:nvPr/>
        </p:nvGrpSpPr>
        <p:grpSpPr>
          <a:xfrm>
            <a:off x="1720268" y="1106949"/>
            <a:ext cx="142658" cy="149448"/>
            <a:chOff x="1160468" y="31374"/>
            <a:chExt cx="142658" cy="149448"/>
          </a:xfrm>
        </p:grpSpPr>
        <p:sp>
          <p:nvSpPr>
            <p:cNvPr id="53" name="Google Shape;53;p3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Google Shape;55;p3"/>
          <p:cNvSpPr/>
          <p:nvPr/>
        </p:nvSpPr>
        <p:spPr>
          <a:xfrm>
            <a:off x="7830806" y="1359300"/>
            <a:ext cx="83386" cy="133737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53" y="1144"/>
                  <a:pt x="1" y="1596"/>
                </a:cubicBezTo>
                <a:cubicBezTo>
                  <a:pt x="453" y="2060"/>
                  <a:pt x="822" y="2596"/>
                  <a:pt x="1072" y="3191"/>
                </a:cubicBezTo>
                <a:cubicBezTo>
                  <a:pt x="1322" y="2596"/>
                  <a:pt x="1679" y="2060"/>
                  <a:pt x="2144" y="1596"/>
                </a:cubicBezTo>
                <a:cubicBezTo>
                  <a:pt x="1679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8073117" y="3844881"/>
            <a:ext cx="82919" cy="134240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1190105" y="1303082"/>
            <a:ext cx="83386" cy="134198"/>
          </a:xfrm>
          <a:custGeom>
            <a:avLst/>
            <a:gdLst/>
            <a:ahLst/>
            <a:cxnLst/>
            <a:rect l="l" t="t" r="r" b="b"/>
            <a:pathLst>
              <a:path w="2144" h="3203" extrusionOk="0">
                <a:moveTo>
                  <a:pt x="1072" y="0"/>
                </a:moveTo>
                <a:cubicBezTo>
                  <a:pt x="822" y="595"/>
                  <a:pt x="465" y="1143"/>
                  <a:pt x="0" y="1596"/>
                </a:cubicBezTo>
                <a:cubicBezTo>
                  <a:pt x="465" y="2060"/>
                  <a:pt x="822" y="2596"/>
                  <a:pt x="1072" y="3203"/>
                </a:cubicBezTo>
                <a:cubicBezTo>
                  <a:pt x="1322" y="2596"/>
                  <a:pt x="1691" y="2060"/>
                  <a:pt x="2143" y="1596"/>
                </a:cubicBezTo>
                <a:cubicBezTo>
                  <a:pt x="1691" y="1143"/>
                  <a:pt x="1322" y="595"/>
                  <a:pt x="10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722788" y="3986726"/>
            <a:ext cx="83386" cy="133737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64" y="1144"/>
                  <a:pt x="0" y="1596"/>
                </a:cubicBezTo>
                <a:cubicBezTo>
                  <a:pt x="464" y="2061"/>
                  <a:pt x="822" y="2596"/>
                  <a:pt x="1072" y="3192"/>
                </a:cubicBezTo>
                <a:cubicBezTo>
                  <a:pt x="1322" y="2596"/>
                  <a:pt x="1691" y="2061"/>
                  <a:pt x="2143" y="1596"/>
                </a:cubicBezTo>
                <a:cubicBezTo>
                  <a:pt x="1691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2047761" y="4088118"/>
            <a:ext cx="949949" cy="77427"/>
          </a:xfrm>
          <a:custGeom>
            <a:avLst/>
            <a:gdLst/>
            <a:ahLst/>
            <a:cxnLst/>
            <a:rect l="l" t="t" r="r" b="b"/>
            <a:pathLst>
              <a:path w="24425" h="1848" extrusionOk="0">
                <a:moveTo>
                  <a:pt x="2727" y="1"/>
                </a:moveTo>
                <a:cubicBezTo>
                  <a:pt x="2000" y="1"/>
                  <a:pt x="1608" y="417"/>
                  <a:pt x="1334" y="727"/>
                </a:cubicBezTo>
                <a:cubicBezTo>
                  <a:pt x="1048" y="1037"/>
                  <a:pt x="822" y="1275"/>
                  <a:pt x="357" y="1275"/>
                </a:cubicBezTo>
                <a:cubicBezTo>
                  <a:pt x="0" y="1298"/>
                  <a:pt x="0" y="1822"/>
                  <a:pt x="357" y="1846"/>
                </a:cubicBezTo>
                <a:cubicBezTo>
                  <a:pt x="1072" y="1846"/>
                  <a:pt x="1465" y="1418"/>
                  <a:pt x="1750" y="1120"/>
                </a:cubicBezTo>
                <a:cubicBezTo>
                  <a:pt x="2036" y="810"/>
                  <a:pt x="2250" y="572"/>
                  <a:pt x="2727" y="572"/>
                </a:cubicBezTo>
                <a:cubicBezTo>
                  <a:pt x="3191" y="572"/>
                  <a:pt x="3393" y="787"/>
                  <a:pt x="3703" y="1120"/>
                </a:cubicBezTo>
                <a:cubicBezTo>
                  <a:pt x="4001" y="1441"/>
                  <a:pt x="4370" y="1846"/>
                  <a:pt x="5096" y="1846"/>
                </a:cubicBezTo>
                <a:cubicBezTo>
                  <a:pt x="5810" y="1846"/>
                  <a:pt x="6203" y="1418"/>
                  <a:pt x="6489" y="1120"/>
                </a:cubicBezTo>
                <a:cubicBezTo>
                  <a:pt x="6763" y="810"/>
                  <a:pt x="6989" y="572"/>
                  <a:pt x="7454" y="572"/>
                </a:cubicBezTo>
                <a:cubicBezTo>
                  <a:pt x="7930" y="572"/>
                  <a:pt x="8132" y="787"/>
                  <a:pt x="8430" y="1120"/>
                </a:cubicBezTo>
                <a:cubicBezTo>
                  <a:pt x="8727" y="1441"/>
                  <a:pt x="9108" y="1846"/>
                  <a:pt x="9823" y="1846"/>
                </a:cubicBezTo>
                <a:cubicBezTo>
                  <a:pt x="10537" y="1846"/>
                  <a:pt x="10930" y="1429"/>
                  <a:pt x="11216" y="1120"/>
                </a:cubicBezTo>
                <a:cubicBezTo>
                  <a:pt x="11502" y="810"/>
                  <a:pt x="11728" y="572"/>
                  <a:pt x="12192" y="572"/>
                </a:cubicBezTo>
                <a:cubicBezTo>
                  <a:pt x="12657" y="572"/>
                  <a:pt x="12859" y="787"/>
                  <a:pt x="13169" y="1120"/>
                </a:cubicBezTo>
                <a:cubicBezTo>
                  <a:pt x="13466" y="1441"/>
                  <a:pt x="13835" y="1846"/>
                  <a:pt x="14562" y="1846"/>
                </a:cubicBezTo>
                <a:cubicBezTo>
                  <a:pt x="15276" y="1846"/>
                  <a:pt x="15669" y="1429"/>
                  <a:pt x="15955" y="1120"/>
                </a:cubicBezTo>
                <a:cubicBezTo>
                  <a:pt x="16228" y="810"/>
                  <a:pt x="16455" y="572"/>
                  <a:pt x="16919" y="572"/>
                </a:cubicBezTo>
                <a:cubicBezTo>
                  <a:pt x="17395" y="572"/>
                  <a:pt x="17598" y="787"/>
                  <a:pt x="17895" y="1120"/>
                </a:cubicBezTo>
                <a:cubicBezTo>
                  <a:pt x="18193" y="1441"/>
                  <a:pt x="18574" y="1846"/>
                  <a:pt x="19288" y="1846"/>
                </a:cubicBezTo>
                <a:cubicBezTo>
                  <a:pt x="20003" y="1846"/>
                  <a:pt x="20396" y="1429"/>
                  <a:pt x="20681" y="1120"/>
                </a:cubicBezTo>
                <a:cubicBezTo>
                  <a:pt x="20967" y="810"/>
                  <a:pt x="21193" y="572"/>
                  <a:pt x="21658" y="572"/>
                </a:cubicBezTo>
                <a:cubicBezTo>
                  <a:pt x="22122" y="572"/>
                  <a:pt x="22336" y="787"/>
                  <a:pt x="22634" y="1120"/>
                </a:cubicBezTo>
                <a:cubicBezTo>
                  <a:pt x="22932" y="1441"/>
                  <a:pt x="23313" y="1846"/>
                  <a:pt x="24027" y="1846"/>
                </a:cubicBezTo>
                <a:cubicBezTo>
                  <a:pt x="24038" y="1847"/>
                  <a:pt x="24049" y="1848"/>
                  <a:pt x="24060" y="1848"/>
                </a:cubicBezTo>
                <a:cubicBezTo>
                  <a:pt x="24424" y="1848"/>
                  <a:pt x="24421" y="1274"/>
                  <a:pt x="24049" y="1274"/>
                </a:cubicBezTo>
                <a:cubicBezTo>
                  <a:pt x="24042" y="1274"/>
                  <a:pt x="24035" y="1274"/>
                  <a:pt x="24027" y="1275"/>
                </a:cubicBezTo>
                <a:cubicBezTo>
                  <a:pt x="23563" y="1275"/>
                  <a:pt x="23348" y="1048"/>
                  <a:pt x="23051" y="727"/>
                </a:cubicBezTo>
                <a:cubicBezTo>
                  <a:pt x="22753" y="406"/>
                  <a:pt x="22372" y="1"/>
                  <a:pt x="21658" y="1"/>
                </a:cubicBezTo>
                <a:cubicBezTo>
                  <a:pt x="20943" y="1"/>
                  <a:pt x="20550" y="417"/>
                  <a:pt x="20265" y="727"/>
                </a:cubicBezTo>
                <a:cubicBezTo>
                  <a:pt x="19979" y="1037"/>
                  <a:pt x="19765" y="1275"/>
                  <a:pt x="19288" y="1275"/>
                </a:cubicBezTo>
                <a:cubicBezTo>
                  <a:pt x="18824" y="1275"/>
                  <a:pt x="18622" y="1048"/>
                  <a:pt x="18312" y="727"/>
                </a:cubicBezTo>
                <a:cubicBezTo>
                  <a:pt x="18014" y="406"/>
                  <a:pt x="17645" y="1"/>
                  <a:pt x="16919" y="1"/>
                </a:cubicBezTo>
                <a:cubicBezTo>
                  <a:pt x="16205" y="1"/>
                  <a:pt x="15812" y="417"/>
                  <a:pt x="15538" y="727"/>
                </a:cubicBezTo>
                <a:cubicBezTo>
                  <a:pt x="15252" y="1037"/>
                  <a:pt x="15026" y="1275"/>
                  <a:pt x="14562" y="1275"/>
                </a:cubicBezTo>
                <a:cubicBezTo>
                  <a:pt x="14097" y="1275"/>
                  <a:pt x="13883" y="1048"/>
                  <a:pt x="13585" y="727"/>
                </a:cubicBezTo>
                <a:cubicBezTo>
                  <a:pt x="13288" y="406"/>
                  <a:pt x="12907" y="1"/>
                  <a:pt x="12192" y="1"/>
                </a:cubicBezTo>
                <a:cubicBezTo>
                  <a:pt x="11478" y="1"/>
                  <a:pt x="11085" y="417"/>
                  <a:pt x="10799" y="727"/>
                </a:cubicBezTo>
                <a:cubicBezTo>
                  <a:pt x="10513" y="1037"/>
                  <a:pt x="10287" y="1275"/>
                  <a:pt x="9823" y="1275"/>
                </a:cubicBezTo>
                <a:cubicBezTo>
                  <a:pt x="9359" y="1275"/>
                  <a:pt x="9156" y="1048"/>
                  <a:pt x="8847" y="727"/>
                </a:cubicBezTo>
                <a:cubicBezTo>
                  <a:pt x="8549" y="406"/>
                  <a:pt x="8168" y="1"/>
                  <a:pt x="7454" y="1"/>
                </a:cubicBezTo>
                <a:cubicBezTo>
                  <a:pt x="6739" y="1"/>
                  <a:pt x="6346" y="417"/>
                  <a:pt x="6060" y="727"/>
                </a:cubicBezTo>
                <a:cubicBezTo>
                  <a:pt x="5787" y="1037"/>
                  <a:pt x="5560" y="1275"/>
                  <a:pt x="5096" y="1275"/>
                </a:cubicBezTo>
                <a:cubicBezTo>
                  <a:pt x="4620" y="1275"/>
                  <a:pt x="4417" y="1048"/>
                  <a:pt x="4120" y="727"/>
                </a:cubicBezTo>
                <a:cubicBezTo>
                  <a:pt x="3810" y="406"/>
                  <a:pt x="3441" y="1"/>
                  <a:pt x="272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7384518" y="2248033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3905349" y="2985675"/>
            <a:ext cx="785395" cy="63894"/>
          </a:xfrm>
          <a:custGeom>
            <a:avLst/>
            <a:gdLst/>
            <a:ahLst/>
            <a:cxnLst/>
            <a:rect l="l" t="t" r="r" b="b"/>
            <a:pathLst>
              <a:path w="20194" h="1525" extrusionOk="0">
                <a:moveTo>
                  <a:pt x="2263" y="0"/>
                </a:moveTo>
                <a:cubicBezTo>
                  <a:pt x="1680" y="0"/>
                  <a:pt x="1346" y="357"/>
                  <a:pt x="1120" y="607"/>
                </a:cubicBezTo>
                <a:cubicBezTo>
                  <a:pt x="882" y="858"/>
                  <a:pt x="691" y="1048"/>
                  <a:pt x="310" y="1048"/>
                </a:cubicBezTo>
                <a:cubicBezTo>
                  <a:pt x="1" y="1048"/>
                  <a:pt x="1" y="1524"/>
                  <a:pt x="310" y="1524"/>
                </a:cubicBezTo>
                <a:cubicBezTo>
                  <a:pt x="906" y="1524"/>
                  <a:pt x="1227" y="1167"/>
                  <a:pt x="1465" y="917"/>
                </a:cubicBezTo>
                <a:cubicBezTo>
                  <a:pt x="1692" y="667"/>
                  <a:pt x="1882" y="465"/>
                  <a:pt x="2263" y="465"/>
                </a:cubicBezTo>
                <a:cubicBezTo>
                  <a:pt x="2656" y="465"/>
                  <a:pt x="2823" y="643"/>
                  <a:pt x="3073" y="917"/>
                </a:cubicBezTo>
                <a:cubicBezTo>
                  <a:pt x="3323" y="1191"/>
                  <a:pt x="3632" y="1524"/>
                  <a:pt x="4228" y="1524"/>
                </a:cubicBezTo>
                <a:cubicBezTo>
                  <a:pt x="4823" y="1524"/>
                  <a:pt x="5144" y="1167"/>
                  <a:pt x="5382" y="917"/>
                </a:cubicBezTo>
                <a:cubicBezTo>
                  <a:pt x="5609" y="667"/>
                  <a:pt x="5799" y="465"/>
                  <a:pt x="6180" y="465"/>
                </a:cubicBezTo>
                <a:cubicBezTo>
                  <a:pt x="6573" y="465"/>
                  <a:pt x="6740" y="643"/>
                  <a:pt x="6990" y="917"/>
                </a:cubicBezTo>
                <a:cubicBezTo>
                  <a:pt x="7240" y="1191"/>
                  <a:pt x="7549" y="1524"/>
                  <a:pt x="8145" y="1524"/>
                </a:cubicBezTo>
                <a:cubicBezTo>
                  <a:pt x="8740" y="1524"/>
                  <a:pt x="9061" y="1167"/>
                  <a:pt x="9300" y="917"/>
                </a:cubicBezTo>
                <a:cubicBezTo>
                  <a:pt x="9526" y="667"/>
                  <a:pt x="9716" y="465"/>
                  <a:pt x="10097" y="465"/>
                </a:cubicBezTo>
                <a:cubicBezTo>
                  <a:pt x="10490" y="465"/>
                  <a:pt x="10657" y="643"/>
                  <a:pt x="10907" y="917"/>
                </a:cubicBezTo>
                <a:cubicBezTo>
                  <a:pt x="11157" y="1191"/>
                  <a:pt x="11467" y="1524"/>
                  <a:pt x="12062" y="1524"/>
                </a:cubicBezTo>
                <a:cubicBezTo>
                  <a:pt x="12645" y="1524"/>
                  <a:pt x="12979" y="1167"/>
                  <a:pt x="13205" y="917"/>
                </a:cubicBezTo>
                <a:cubicBezTo>
                  <a:pt x="13443" y="667"/>
                  <a:pt x="13633" y="465"/>
                  <a:pt x="14014" y="465"/>
                </a:cubicBezTo>
                <a:cubicBezTo>
                  <a:pt x="14395" y="465"/>
                  <a:pt x="14562" y="643"/>
                  <a:pt x="14812" y="917"/>
                </a:cubicBezTo>
                <a:cubicBezTo>
                  <a:pt x="15062" y="1191"/>
                  <a:pt x="15372" y="1524"/>
                  <a:pt x="15967" y="1524"/>
                </a:cubicBezTo>
                <a:cubicBezTo>
                  <a:pt x="16562" y="1524"/>
                  <a:pt x="16884" y="1167"/>
                  <a:pt x="17122" y="917"/>
                </a:cubicBezTo>
                <a:cubicBezTo>
                  <a:pt x="17360" y="667"/>
                  <a:pt x="17539" y="465"/>
                  <a:pt x="17932" y="465"/>
                </a:cubicBezTo>
                <a:cubicBezTo>
                  <a:pt x="18313" y="465"/>
                  <a:pt x="18479" y="643"/>
                  <a:pt x="18729" y="917"/>
                </a:cubicBezTo>
                <a:cubicBezTo>
                  <a:pt x="18979" y="1191"/>
                  <a:pt x="19289" y="1524"/>
                  <a:pt x="19884" y="1524"/>
                </a:cubicBezTo>
                <a:cubicBezTo>
                  <a:pt x="20194" y="1524"/>
                  <a:pt x="20194" y="1048"/>
                  <a:pt x="19884" y="1048"/>
                </a:cubicBezTo>
                <a:cubicBezTo>
                  <a:pt x="19491" y="1048"/>
                  <a:pt x="19325" y="881"/>
                  <a:pt x="19075" y="607"/>
                </a:cubicBezTo>
                <a:cubicBezTo>
                  <a:pt x="18825" y="334"/>
                  <a:pt x="18515" y="0"/>
                  <a:pt x="17920" y="0"/>
                </a:cubicBezTo>
                <a:cubicBezTo>
                  <a:pt x="17336" y="0"/>
                  <a:pt x="17003" y="357"/>
                  <a:pt x="16777" y="607"/>
                </a:cubicBezTo>
                <a:cubicBezTo>
                  <a:pt x="16539" y="858"/>
                  <a:pt x="16348" y="1048"/>
                  <a:pt x="15967" y="1048"/>
                </a:cubicBezTo>
                <a:cubicBezTo>
                  <a:pt x="15586" y="1048"/>
                  <a:pt x="15419" y="881"/>
                  <a:pt x="15157" y="607"/>
                </a:cubicBezTo>
                <a:cubicBezTo>
                  <a:pt x="14907" y="334"/>
                  <a:pt x="14598" y="0"/>
                  <a:pt x="14014" y="0"/>
                </a:cubicBezTo>
                <a:cubicBezTo>
                  <a:pt x="13419" y="0"/>
                  <a:pt x="13098" y="357"/>
                  <a:pt x="12860" y="607"/>
                </a:cubicBezTo>
                <a:cubicBezTo>
                  <a:pt x="12621" y="858"/>
                  <a:pt x="12443" y="1048"/>
                  <a:pt x="12050" y="1048"/>
                </a:cubicBezTo>
                <a:cubicBezTo>
                  <a:pt x="11669" y="1048"/>
                  <a:pt x="11502" y="881"/>
                  <a:pt x="11252" y="607"/>
                </a:cubicBezTo>
                <a:cubicBezTo>
                  <a:pt x="11002" y="334"/>
                  <a:pt x="10693" y="0"/>
                  <a:pt x="10097" y="0"/>
                </a:cubicBezTo>
                <a:cubicBezTo>
                  <a:pt x="9502" y="0"/>
                  <a:pt x="9181" y="357"/>
                  <a:pt x="8942" y="607"/>
                </a:cubicBezTo>
                <a:cubicBezTo>
                  <a:pt x="8716" y="858"/>
                  <a:pt x="8526" y="1048"/>
                  <a:pt x="8145" y="1048"/>
                </a:cubicBezTo>
                <a:cubicBezTo>
                  <a:pt x="7752" y="1048"/>
                  <a:pt x="7585" y="881"/>
                  <a:pt x="7335" y="607"/>
                </a:cubicBezTo>
                <a:cubicBezTo>
                  <a:pt x="7085" y="334"/>
                  <a:pt x="6775" y="0"/>
                  <a:pt x="6180" y="0"/>
                </a:cubicBezTo>
                <a:cubicBezTo>
                  <a:pt x="5597" y="0"/>
                  <a:pt x="5263" y="357"/>
                  <a:pt x="5037" y="607"/>
                </a:cubicBezTo>
                <a:cubicBezTo>
                  <a:pt x="4799" y="858"/>
                  <a:pt x="4609" y="1048"/>
                  <a:pt x="4228" y="1048"/>
                </a:cubicBezTo>
                <a:cubicBezTo>
                  <a:pt x="3835" y="1048"/>
                  <a:pt x="3668" y="881"/>
                  <a:pt x="3418" y="607"/>
                </a:cubicBezTo>
                <a:cubicBezTo>
                  <a:pt x="3168" y="334"/>
                  <a:pt x="2858" y="0"/>
                  <a:pt x="22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 rot="5400000">
            <a:off x="7722575" y="1154514"/>
            <a:ext cx="783995" cy="63894"/>
          </a:xfrm>
          <a:custGeom>
            <a:avLst/>
            <a:gdLst/>
            <a:ahLst/>
            <a:cxnLst/>
            <a:rect l="l" t="t" r="r" b="b"/>
            <a:pathLst>
              <a:path w="20158" h="1525" extrusionOk="0">
                <a:moveTo>
                  <a:pt x="2251" y="0"/>
                </a:moveTo>
                <a:cubicBezTo>
                  <a:pt x="1656" y="0"/>
                  <a:pt x="1334" y="346"/>
                  <a:pt x="1096" y="596"/>
                </a:cubicBezTo>
                <a:cubicBezTo>
                  <a:pt x="858" y="858"/>
                  <a:pt x="679" y="1060"/>
                  <a:pt x="286" y="1060"/>
                </a:cubicBezTo>
                <a:cubicBezTo>
                  <a:pt x="1" y="1084"/>
                  <a:pt x="1" y="1501"/>
                  <a:pt x="286" y="1524"/>
                </a:cubicBezTo>
                <a:cubicBezTo>
                  <a:pt x="882" y="1524"/>
                  <a:pt x="1203" y="1179"/>
                  <a:pt x="1441" y="917"/>
                </a:cubicBezTo>
                <a:cubicBezTo>
                  <a:pt x="1679" y="667"/>
                  <a:pt x="1858" y="465"/>
                  <a:pt x="2251" y="465"/>
                </a:cubicBezTo>
                <a:cubicBezTo>
                  <a:pt x="2632" y="465"/>
                  <a:pt x="2811" y="655"/>
                  <a:pt x="3061" y="917"/>
                </a:cubicBezTo>
                <a:cubicBezTo>
                  <a:pt x="3311" y="1191"/>
                  <a:pt x="3620" y="1524"/>
                  <a:pt x="4204" y="1524"/>
                </a:cubicBezTo>
                <a:cubicBezTo>
                  <a:pt x="4799" y="1524"/>
                  <a:pt x="5120" y="1179"/>
                  <a:pt x="5359" y="917"/>
                </a:cubicBezTo>
                <a:cubicBezTo>
                  <a:pt x="5597" y="667"/>
                  <a:pt x="5775" y="465"/>
                  <a:pt x="6168" y="465"/>
                </a:cubicBezTo>
                <a:cubicBezTo>
                  <a:pt x="6549" y="465"/>
                  <a:pt x="6728" y="655"/>
                  <a:pt x="6966" y="917"/>
                </a:cubicBezTo>
                <a:cubicBezTo>
                  <a:pt x="7216" y="1191"/>
                  <a:pt x="7525" y="1524"/>
                  <a:pt x="8121" y="1524"/>
                </a:cubicBezTo>
                <a:cubicBezTo>
                  <a:pt x="8716" y="1524"/>
                  <a:pt x="9038" y="1179"/>
                  <a:pt x="9276" y="917"/>
                </a:cubicBezTo>
                <a:cubicBezTo>
                  <a:pt x="9514" y="667"/>
                  <a:pt x="9692" y="465"/>
                  <a:pt x="10085" y="465"/>
                </a:cubicBezTo>
                <a:cubicBezTo>
                  <a:pt x="10466" y="465"/>
                  <a:pt x="10633" y="655"/>
                  <a:pt x="10883" y="917"/>
                </a:cubicBezTo>
                <a:cubicBezTo>
                  <a:pt x="11133" y="1191"/>
                  <a:pt x="11443" y="1524"/>
                  <a:pt x="12038" y="1524"/>
                </a:cubicBezTo>
                <a:cubicBezTo>
                  <a:pt x="12633" y="1524"/>
                  <a:pt x="12955" y="1179"/>
                  <a:pt x="13193" y="917"/>
                </a:cubicBezTo>
                <a:cubicBezTo>
                  <a:pt x="13419" y="667"/>
                  <a:pt x="13610" y="465"/>
                  <a:pt x="13991" y="465"/>
                </a:cubicBezTo>
                <a:cubicBezTo>
                  <a:pt x="14383" y="465"/>
                  <a:pt x="14550" y="655"/>
                  <a:pt x="14800" y="917"/>
                </a:cubicBezTo>
                <a:cubicBezTo>
                  <a:pt x="15050" y="1191"/>
                  <a:pt x="15360" y="1524"/>
                  <a:pt x="15955" y="1524"/>
                </a:cubicBezTo>
                <a:cubicBezTo>
                  <a:pt x="16538" y="1524"/>
                  <a:pt x="16872" y="1179"/>
                  <a:pt x="17098" y="917"/>
                </a:cubicBezTo>
                <a:cubicBezTo>
                  <a:pt x="17336" y="667"/>
                  <a:pt x="17527" y="465"/>
                  <a:pt x="17908" y="465"/>
                </a:cubicBezTo>
                <a:cubicBezTo>
                  <a:pt x="18301" y="465"/>
                  <a:pt x="18467" y="655"/>
                  <a:pt x="18717" y="917"/>
                </a:cubicBezTo>
                <a:cubicBezTo>
                  <a:pt x="18967" y="1191"/>
                  <a:pt x="19277" y="1524"/>
                  <a:pt x="19872" y="1524"/>
                </a:cubicBezTo>
                <a:cubicBezTo>
                  <a:pt x="20158" y="1501"/>
                  <a:pt x="20158" y="1084"/>
                  <a:pt x="19872" y="1060"/>
                </a:cubicBezTo>
                <a:cubicBezTo>
                  <a:pt x="19479" y="1060"/>
                  <a:pt x="19313" y="870"/>
                  <a:pt x="19063" y="596"/>
                </a:cubicBezTo>
                <a:cubicBezTo>
                  <a:pt x="18813" y="334"/>
                  <a:pt x="18503" y="0"/>
                  <a:pt x="17908" y="0"/>
                </a:cubicBezTo>
                <a:cubicBezTo>
                  <a:pt x="17312" y="0"/>
                  <a:pt x="16991" y="346"/>
                  <a:pt x="16753" y="596"/>
                </a:cubicBezTo>
                <a:cubicBezTo>
                  <a:pt x="16527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596"/>
                </a:cubicBezTo>
                <a:cubicBezTo>
                  <a:pt x="14895" y="334"/>
                  <a:pt x="14586" y="0"/>
                  <a:pt x="13991" y="0"/>
                </a:cubicBezTo>
                <a:cubicBezTo>
                  <a:pt x="13407" y="0"/>
                  <a:pt x="13074" y="346"/>
                  <a:pt x="12848" y="596"/>
                </a:cubicBezTo>
                <a:cubicBezTo>
                  <a:pt x="12609" y="858"/>
                  <a:pt x="12419" y="1060"/>
                  <a:pt x="12038" y="1060"/>
                </a:cubicBezTo>
                <a:cubicBezTo>
                  <a:pt x="11645" y="1060"/>
                  <a:pt x="11478" y="870"/>
                  <a:pt x="11228" y="596"/>
                </a:cubicBezTo>
                <a:cubicBezTo>
                  <a:pt x="10978" y="334"/>
                  <a:pt x="10669" y="0"/>
                  <a:pt x="10085" y="0"/>
                </a:cubicBezTo>
                <a:cubicBezTo>
                  <a:pt x="9490" y="0"/>
                  <a:pt x="9157" y="346"/>
                  <a:pt x="8930" y="596"/>
                </a:cubicBezTo>
                <a:cubicBezTo>
                  <a:pt x="8692" y="858"/>
                  <a:pt x="8514" y="1060"/>
                  <a:pt x="8121" y="1060"/>
                </a:cubicBezTo>
                <a:cubicBezTo>
                  <a:pt x="7740" y="1060"/>
                  <a:pt x="7561" y="870"/>
                  <a:pt x="7311" y="596"/>
                </a:cubicBezTo>
                <a:cubicBezTo>
                  <a:pt x="7073" y="334"/>
                  <a:pt x="6752" y="0"/>
                  <a:pt x="6168" y="0"/>
                </a:cubicBezTo>
                <a:cubicBezTo>
                  <a:pt x="5573" y="0"/>
                  <a:pt x="5251" y="346"/>
                  <a:pt x="5013" y="596"/>
                </a:cubicBezTo>
                <a:cubicBezTo>
                  <a:pt x="4775" y="858"/>
                  <a:pt x="4597" y="1060"/>
                  <a:pt x="4204" y="1060"/>
                </a:cubicBezTo>
                <a:cubicBezTo>
                  <a:pt x="3823" y="1060"/>
                  <a:pt x="3644" y="870"/>
                  <a:pt x="3406" y="596"/>
                </a:cubicBezTo>
                <a:cubicBezTo>
                  <a:pt x="3156" y="334"/>
                  <a:pt x="2846" y="0"/>
                  <a:pt x="225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929292" y="3569431"/>
            <a:ext cx="82919" cy="134240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" name="Google Shape;64;p3"/>
          <p:cNvGrpSpPr/>
          <p:nvPr/>
        </p:nvGrpSpPr>
        <p:grpSpPr>
          <a:xfrm>
            <a:off x="5046068" y="957499"/>
            <a:ext cx="142658" cy="149448"/>
            <a:chOff x="1160468" y="31374"/>
            <a:chExt cx="142658" cy="149448"/>
          </a:xfrm>
        </p:grpSpPr>
        <p:sp>
          <p:nvSpPr>
            <p:cNvPr id="65" name="Google Shape;65;p3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3"/>
          <p:cNvSpPr/>
          <p:nvPr/>
        </p:nvSpPr>
        <p:spPr>
          <a:xfrm>
            <a:off x="5343515" y="1233832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1846853" y="832133"/>
            <a:ext cx="1125277" cy="196122"/>
          </a:xfrm>
          <a:custGeom>
            <a:avLst/>
            <a:gdLst/>
            <a:ahLst/>
            <a:cxnLst/>
            <a:rect l="l" t="t" r="r" b="b"/>
            <a:pathLst>
              <a:path w="28933" h="4681" extrusionOk="0">
                <a:moveTo>
                  <a:pt x="2334" y="1"/>
                </a:moveTo>
                <a:cubicBezTo>
                  <a:pt x="1048" y="1"/>
                  <a:pt x="0" y="1049"/>
                  <a:pt x="0" y="2335"/>
                </a:cubicBezTo>
                <a:cubicBezTo>
                  <a:pt x="0" y="3632"/>
                  <a:pt x="1048" y="4680"/>
                  <a:pt x="2334" y="4680"/>
                </a:cubicBezTo>
                <a:lnTo>
                  <a:pt x="26599" y="4680"/>
                </a:lnTo>
                <a:cubicBezTo>
                  <a:pt x="27885" y="4680"/>
                  <a:pt x="28933" y="3632"/>
                  <a:pt x="28933" y="2335"/>
                </a:cubicBezTo>
                <a:cubicBezTo>
                  <a:pt x="28933" y="1049"/>
                  <a:pt x="27885" y="1"/>
                  <a:pt x="2659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2652140" y="2155732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622850" y="1800725"/>
            <a:ext cx="4486800" cy="2272500"/>
          </a:xfrm>
          <a:prstGeom prst="roundRect">
            <a:avLst>
              <a:gd name="adj" fmla="val 26112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 txBox="1">
            <a:spLocks noGrp="1"/>
          </p:cNvSpPr>
          <p:nvPr>
            <p:ph type="title"/>
          </p:nvPr>
        </p:nvSpPr>
        <p:spPr>
          <a:xfrm>
            <a:off x="3798525" y="1748750"/>
            <a:ext cx="4239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" name="Google Shape;72;p3"/>
          <p:cNvSpPr txBox="1">
            <a:spLocks noGrp="1"/>
          </p:cNvSpPr>
          <p:nvPr>
            <p:ph type="subTitle" idx="1"/>
          </p:nvPr>
        </p:nvSpPr>
        <p:spPr>
          <a:xfrm>
            <a:off x="4266150" y="3014175"/>
            <a:ext cx="3303900" cy="9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"/>
          <p:cNvSpPr txBox="1">
            <a:spLocks noGrp="1"/>
          </p:cNvSpPr>
          <p:nvPr>
            <p:ph type="title" idx="2" hasCustomPrompt="1"/>
          </p:nvPr>
        </p:nvSpPr>
        <p:spPr>
          <a:xfrm>
            <a:off x="3796725" y="1056950"/>
            <a:ext cx="4242900" cy="69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/>
          <p:nvPr/>
        </p:nvSpPr>
        <p:spPr>
          <a:xfrm flipH="1">
            <a:off x="8606261" y="1578439"/>
            <a:ext cx="88947" cy="1346544"/>
          </a:xfrm>
          <a:custGeom>
            <a:avLst/>
            <a:gdLst/>
            <a:ahLst/>
            <a:cxnLst/>
            <a:rect l="l" t="t" r="r" b="b"/>
            <a:pathLst>
              <a:path w="2287" h="32139" extrusionOk="0">
                <a:moveTo>
                  <a:pt x="1989" y="1"/>
                </a:moveTo>
                <a:cubicBezTo>
                  <a:pt x="1840" y="1"/>
                  <a:pt x="1691" y="105"/>
                  <a:pt x="1703" y="314"/>
                </a:cubicBezTo>
                <a:cubicBezTo>
                  <a:pt x="1703" y="980"/>
                  <a:pt x="1358" y="1302"/>
                  <a:pt x="941" y="1683"/>
                </a:cubicBezTo>
                <a:cubicBezTo>
                  <a:pt x="501" y="2088"/>
                  <a:pt x="1" y="2552"/>
                  <a:pt x="1" y="3469"/>
                </a:cubicBezTo>
                <a:cubicBezTo>
                  <a:pt x="1" y="4374"/>
                  <a:pt x="501" y="4838"/>
                  <a:pt x="941" y="5255"/>
                </a:cubicBezTo>
                <a:cubicBezTo>
                  <a:pt x="1358" y="5624"/>
                  <a:pt x="1703" y="5957"/>
                  <a:pt x="1703" y="6624"/>
                </a:cubicBezTo>
                <a:cubicBezTo>
                  <a:pt x="1703" y="7279"/>
                  <a:pt x="1358" y="7612"/>
                  <a:pt x="941" y="7993"/>
                </a:cubicBezTo>
                <a:cubicBezTo>
                  <a:pt x="501" y="8398"/>
                  <a:pt x="1" y="8862"/>
                  <a:pt x="1" y="9779"/>
                </a:cubicBezTo>
                <a:cubicBezTo>
                  <a:pt x="1" y="10684"/>
                  <a:pt x="501" y="11148"/>
                  <a:pt x="941" y="11565"/>
                </a:cubicBezTo>
                <a:cubicBezTo>
                  <a:pt x="1358" y="11934"/>
                  <a:pt x="1703" y="12267"/>
                  <a:pt x="1703" y="12922"/>
                </a:cubicBezTo>
                <a:cubicBezTo>
                  <a:pt x="1703" y="13589"/>
                  <a:pt x="1358" y="13922"/>
                  <a:pt x="941" y="14291"/>
                </a:cubicBezTo>
                <a:cubicBezTo>
                  <a:pt x="501" y="14708"/>
                  <a:pt x="1" y="15172"/>
                  <a:pt x="1" y="16077"/>
                </a:cubicBezTo>
                <a:cubicBezTo>
                  <a:pt x="1" y="16994"/>
                  <a:pt x="501" y="17458"/>
                  <a:pt x="941" y="17863"/>
                </a:cubicBezTo>
                <a:cubicBezTo>
                  <a:pt x="1358" y="18244"/>
                  <a:pt x="1703" y="18566"/>
                  <a:pt x="1703" y="19233"/>
                </a:cubicBezTo>
                <a:cubicBezTo>
                  <a:pt x="1703" y="19899"/>
                  <a:pt x="1358" y="20221"/>
                  <a:pt x="941" y="20602"/>
                </a:cubicBezTo>
                <a:cubicBezTo>
                  <a:pt x="501" y="21018"/>
                  <a:pt x="1" y="21483"/>
                  <a:pt x="1" y="22388"/>
                </a:cubicBezTo>
                <a:cubicBezTo>
                  <a:pt x="1" y="23304"/>
                  <a:pt x="501" y="23769"/>
                  <a:pt x="941" y="24174"/>
                </a:cubicBezTo>
                <a:cubicBezTo>
                  <a:pt x="1358" y="24555"/>
                  <a:pt x="1703" y="24888"/>
                  <a:pt x="1703" y="25543"/>
                </a:cubicBezTo>
                <a:cubicBezTo>
                  <a:pt x="1703" y="26210"/>
                  <a:pt x="1358" y="26531"/>
                  <a:pt x="941" y="26912"/>
                </a:cubicBezTo>
                <a:cubicBezTo>
                  <a:pt x="501" y="27317"/>
                  <a:pt x="1" y="27793"/>
                  <a:pt x="1" y="28698"/>
                </a:cubicBezTo>
                <a:cubicBezTo>
                  <a:pt x="1" y="29615"/>
                  <a:pt x="501" y="30079"/>
                  <a:pt x="941" y="30484"/>
                </a:cubicBezTo>
                <a:cubicBezTo>
                  <a:pt x="1358" y="30865"/>
                  <a:pt x="1703" y="31198"/>
                  <a:pt x="1703" y="31853"/>
                </a:cubicBezTo>
                <a:cubicBezTo>
                  <a:pt x="1703" y="32020"/>
                  <a:pt x="1834" y="32139"/>
                  <a:pt x="1989" y="32139"/>
                </a:cubicBezTo>
                <a:cubicBezTo>
                  <a:pt x="2144" y="32139"/>
                  <a:pt x="2275" y="32020"/>
                  <a:pt x="2275" y="31865"/>
                </a:cubicBezTo>
                <a:cubicBezTo>
                  <a:pt x="2275" y="30948"/>
                  <a:pt x="1775" y="30484"/>
                  <a:pt x="1334" y="30079"/>
                </a:cubicBezTo>
                <a:cubicBezTo>
                  <a:pt x="918" y="29698"/>
                  <a:pt x="572" y="29365"/>
                  <a:pt x="572" y="28710"/>
                </a:cubicBezTo>
                <a:cubicBezTo>
                  <a:pt x="572" y="28043"/>
                  <a:pt x="918" y="27710"/>
                  <a:pt x="1334" y="27341"/>
                </a:cubicBezTo>
                <a:cubicBezTo>
                  <a:pt x="1775" y="26924"/>
                  <a:pt x="2275" y="26460"/>
                  <a:pt x="2275" y="25555"/>
                </a:cubicBezTo>
                <a:cubicBezTo>
                  <a:pt x="2275" y="24638"/>
                  <a:pt x="1775" y="24174"/>
                  <a:pt x="1334" y="23769"/>
                </a:cubicBezTo>
                <a:cubicBezTo>
                  <a:pt x="918" y="23388"/>
                  <a:pt x="572" y="23054"/>
                  <a:pt x="572" y="22388"/>
                </a:cubicBezTo>
                <a:cubicBezTo>
                  <a:pt x="572" y="21733"/>
                  <a:pt x="918" y="21399"/>
                  <a:pt x="1334" y="21030"/>
                </a:cubicBezTo>
                <a:cubicBezTo>
                  <a:pt x="1775" y="20614"/>
                  <a:pt x="2275" y="20149"/>
                  <a:pt x="2275" y="19244"/>
                </a:cubicBezTo>
                <a:cubicBezTo>
                  <a:pt x="2275" y="18328"/>
                  <a:pt x="1775" y="17863"/>
                  <a:pt x="1334" y="17458"/>
                </a:cubicBezTo>
                <a:cubicBezTo>
                  <a:pt x="918" y="17077"/>
                  <a:pt x="572" y="16744"/>
                  <a:pt x="572" y="16089"/>
                </a:cubicBezTo>
                <a:cubicBezTo>
                  <a:pt x="572" y="15423"/>
                  <a:pt x="918" y="15089"/>
                  <a:pt x="1334" y="14720"/>
                </a:cubicBezTo>
                <a:cubicBezTo>
                  <a:pt x="1775" y="14303"/>
                  <a:pt x="2275" y="13839"/>
                  <a:pt x="2275" y="12934"/>
                </a:cubicBezTo>
                <a:cubicBezTo>
                  <a:pt x="2275" y="12017"/>
                  <a:pt x="1775" y="11553"/>
                  <a:pt x="1334" y="11148"/>
                </a:cubicBezTo>
                <a:cubicBezTo>
                  <a:pt x="918" y="10767"/>
                  <a:pt x="572" y="10446"/>
                  <a:pt x="572" y="9779"/>
                </a:cubicBezTo>
                <a:cubicBezTo>
                  <a:pt x="572" y="9112"/>
                  <a:pt x="918" y="8791"/>
                  <a:pt x="1334" y="8410"/>
                </a:cubicBezTo>
                <a:cubicBezTo>
                  <a:pt x="1775" y="8005"/>
                  <a:pt x="2275" y="7529"/>
                  <a:pt x="2275" y="6624"/>
                </a:cubicBezTo>
                <a:cubicBezTo>
                  <a:pt x="2275" y="5707"/>
                  <a:pt x="1775" y="5243"/>
                  <a:pt x="1334" y="4838"/>
                </a:cubicBezTo>
                <a:cubicBezTo>
                  <a:pt x="918" y="4457"/>
                  <a:pt x="572" y="4135"/>
                  <a:pt x="572" y="3469"/>
                </a:cubicBezTo>
                <a:cubicBezTo>
                  <a:pt x="572" y="2802"/>
                  <a:pt x="918" y="2480"/>
                  <a:pt x="1334" y="2099"/>
                </a:cubicBezTo>
                <a:cubicBezTo>
                  <a:pt x="1775" y="1683"/>
                  <a:pt x="2275" y="1230"/>
                  <a:pt x="2275" y="314"/>
                </a:cubicBezTo>
                <a:cubicBezTo>
                  <a:pt x="2287" y="105"/>
                  <a:pt x="2138" y="1"/>
                  <a:pt x="19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"/>
          <p:cNvSpPr/>
          <p:nvPr/>
        </p:nvSpPr>
        <p:spPr>
          <a:xfrm flipH="1">
            <a:off x="2630000" y="3943829"/>
            <a:ext cx="520537" cy="219543"/>
          </a:xfrm>
          <a:custGeom>
            <a:avLst/>
            <a:gdLst/>
            <a:ahLst/>
            <a:cxnLst/>
            <a:rect l="l" t="t" r="r" b="b"/>
            <a:pathLst>
              <a:path w="13384" h="5240" extrusionOk="0">
                <a:moveTo>
                  <a:pt x="10871" y="560"/>
                </a:moveTo>
                <a:cubicBezTo>
                  <a:pt x="11955" y="560"/>
                  <a:pt x="12836" y="1489"/>
                  <a:pt x="12836" y="2620"/>
                </a:cubicBezTo>
                <a:cubicBezTo>
                  <a:pt x="12836" y="3751"/>
                  <a:pt x="11955" y="4668"/>
                  <a:pt x="10871" y="4668"/>
                </a:cubicBezTo>
                <a:lnTo>
                  <a:pt x="2525" y="4668"/>
                </a:lnTo>
                <a:cubicBezTo>
                  <a:pt x="1430" y="4668"/>
                  <a:pt x="548" y="3751"/>
                  <a:pt x="548" y="2620"/>
                </a:cubicBezTo>
                <a:cubicBezTo>
                  <a:pt x="548" y="1489"/>
                  <a:pt x="1430" y="560"/>
                  <a:pt x="2525" y="560"/>
                </a:cubicBezTo>
                <a:close/>
                <a:moveTo>
                  <a:pt x="2525" y="1"/>
                </a:moveTo>
                <a:cubicBezTo>
                  <a:pt x="1132" y="1"/>
                  <a:pt x="1" y="1179"/>
                  <a:pt x="1" y="2620"/>
                </a:cubicBezTo>
                <a:cubicBezTo>
                  <a:pt x="1" y="4061"/>
                  <a:pt x="1132" y="5240"/>
                  <a:pt x="2525" y="5240"/>
                </a:cubicBezTo>
                <a:lnTo>
                  <a:pt x="10859" y="5240"/>
                </a:lnTo>
                <a:cubicBezTo>
                  <a:pt x="12252" y="5240"/>
                  <a:pt x="13383" y="4073"/>
                  <a:pt x="13383" y="2620"/>
                </a:cubicBezTo>
                <a:cubicBezTo>
                  <a:pt x="13383" y="1179"/>
                  <a:pt x="12252" y="1"/>
                  <a:pt x="108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"/>
          <p:cNvSpPr/>
          <p:nvPr/>
        </p:nvSpPr>
        <p:spPr>
          <a:xfrm flipH="1">
            <a:off x="6579356" y="3753932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5"/>
          <p:cNvGrpSpPr/>
          <p:nvPr/>
        </p:nvGrpSpPr>
        <p:grpSpPr>
          <a:xfrm rot="1398867" flipH="1">
            <a:off x="2363264" y="3490847"/>
            <a:ext cx="151728" cy="149457"/>
            <a:chOff x="8639698" y="2706690"/>
            <a:chExt cx="151720" cy="149448"/>
          </a:xfrm>
        </p:grpSpPr>
        <p:sp>
          <p:nvSpPr>
            <p:cNvPr id="114" name="Google Shape;114;p5"/>
            <p:cNvSpPr/>
            <p:nvPr/>
          </p:nvSpPr>
          <p:spPr>
            <a:xfrm>
              <a:off x="8639698" y="2706690"/>
              <a:ext cx="151720" cy="149448"/>
            </a:xfrm>
            <a:custGeom>
              <a:avLst/>
              <a:gdLst/>
              <a:ahLst/>
              <a:cxnLst/>
              <a:rect l="l" t="t" r="r" b="b"/>
              <a:pathLst>
                <a:path w="3901" h="3567" extrusionOk="0">
                  <a:moveTo>
                    <a:pt x="3231" y="0"/>
                  </a:moveTo>
                  <a:cubicBezTo>
                    <a:pt x="3150" y="0"/>
                    <a:pt x="3073" y="34"/>
                    <a:pt x="3013" y="114"/>
                  </a:cubicBezTo>
                  <a:lnTo>
                    <a:pt x="263" y="2840"/>
                  </a:lnTo>
                  <a:cubicBezTo>
                    <a:pt x="1" y="3102"/>
                    <a:pt x="191" y="3554"/>
                    <a:pt x="560" y="3566"/>
                  </a:cubicBezTo>
                  <a:cubicBezTo>
                    <a:pt x="679" y="3554"/>
                    <a:pt x="775" y="3519"/>
                    <a:pt x="858" y="3435"/>
                  </a:cubicBezTo>
                  <a:lnTo>
                    <a:pt x="3608" y="709"/>
                  </a:lnTo>
                  <a:cubicBezTo>
                    <a:pt x="3900" y="474"/>
                    <a:pt x="3537" y="0"/>
                    <a:pt x="3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8640476" y="2707402"/>
              <a:ext cx="149775" cy="148736"/>
            </a:xfrm>
            <a:custGeom>
              <a:avLst/>
              <a:gdLst/>
              <a:ahLst/>
              <a:cxnLst/>
              <a:rect l="l" t="t" r="r" b="b"/>
              <a:pathLst>
                <a:path w="3851" h="3550" extrusionOk="0">
                  <a:moveTo>
                    <a:pt x="574" y="0"/>
                  </a:moveTo>
                  <a:cubicBezTo>
                    <a:pt x="261" y="0"/>
                    <a:pt x="1" y="375"/>
                    <a:pt x="243" y="692"/>
                  </a:cubicBezTo>
                  <a:lnTo>
                    <a:pt x="2993" y="3418"/>
                  </a:lnTo>
                  <a:cubicBezTo>
                    <a:pt x="3064" y="3502"/>
                    <a:pt x="3172" y="3549"/>
                    <a:pt x="3291" y="3549"/>
                  </a:cubicBezTo>
                  <a:cubicBezTo>
                    <a:pt x="3660" y="3537"/>
                    <a:pt x="3850" y="3085"/>
                    <a:pt x="3588" y="2823"/>
                  </a:cubicBezTo>
                  <a:lnTo>
                    <a:pt x="838" y="97"/>
                  </a:lnTo>
                  <a:cubicBezTo>
                    <a:pt x="753" y="29"/>
                    <a:pt x="661" y="0"/>
                    <a:pt x="5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" name="Google Shape;116;p5"/>
          <p:cNvGrpSpPr/>
          <p:nvPr/>
        </p:nvGrpSpPr>
        <p:grpSpPr>
          <a:xfrm rot="1575454" flipH="1">
            <a:off x="8277060" y="4331492"/>
            <a:ext cx="142655" cy="149446"/>
            <a:chOff x="1160468" y="31374"/>
            <a:chExt cx="142658" cy="149448"/>
          </a:xfrm>
        </p:grpSpPr>
        <p:sp>
          <p:nvSpPr>
            <p:cNvPr id="117" name="Google Shape;117;p5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5"/>
          <p:cNvSpPr/>
          <p:nvPr/>
        </p:nvSpPr>
        <p:spPr>
          <a:xfrm flipH="1">
            <a:off x="1501028" y="1359300"/>
            <a:ext cx="83386" cy="133737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53" y="1144"/>
                  <a:pt x="1" y="1596"/>
                </a:cubicBezTo>
                <a:cubicBezTo>
                  <a:pt x="453" y="2060"/>
                  <a:pt x="822" y="2596"/>
                  <a:pt x="1072" y="3191"/>
                </a:cubicBezTo>
                <a:cubicBezTo>
                  <a:pt x="1322" y="2596"/>
                  <a:pt x="1679" y="2060"/>
                  <a:pt x="2144" y="1596"/>
                </a:cubicBezTo>
                <a:cubicBezTo>
                  <a:pt x="1679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 rot="-2035561" flipH="1">
            <a:off x="1259179" y="3844883"/>
            <a:ext cx="82922" cy="134238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"/>
          <p:cNvSpPr/>
          <p:nvPr/>
        </p:nvSpPr>
        <p:spPr>
          <a:xfrm rot="-1649642" flipH="1">
            <a:off x="8141727" y="1303082"/>
            <a:ext cx="83386" cy="134197"/>
          </a:xfrm>
          <a:custGeom>
            <a:avLst/>
            <a:gdLst/>
            <a:ahLst/>
            <a:cxnLst/>
            <a:rect l="l" t="t" r="r" b="b"/>
            <a:pathLst>
              <a:path w="2144" h="3203" extrusionOk="0">
                <a:moveTo>
                  <a:pt x="1072" y="0"/>
                </a:moveTo>
                <a:cubicBezTo>
                  <a:pt x="822" y="595"/>
                  <a:pt x="465" y="1143"/>
                  <a:pt x="0" y="1596"/>
                </a:cubicBezTo>
                <a:cubicBezTo>
                  <a:pt x="465" y="2060"/>
                  <a:pt x="822" y="2596"/>
                  <a:pt x="1072" y="3203"/>
                </a:cubicBezTo>
                <a:cubicBezTo>
                  <a:pt x="1322" y="2596"/>
                  <a:pt x="1691" y="2060"/>
                  <a:pt x="2143" y="1596"/>
                </a:cubicBezTo>
                <a:cubicBezTo>
                  <a:pt x="1691" y="1143"/>
                  <a:pt x="1322" y="595"/>
                  <a:pt x="10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"/>
          <p:cNvSpPr/>
          <p:nvPr/>
        </p:nvSpPr>
        <p:spPr>
          <a:xfrm rot="1008325" flipH="1">
            <a:off x="8505321" y="3476126"/>
            <a:ext cx="83388" cy="133734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64" y="1144"/>
                  <a:pt x="0" y="1596"/>
                </a:cubicBezTo>
                <a:cubicBezTo>
                  <a:pt x="464" y="2061"/>
                  <a:pt x="822" y="2596"/>
                  <a:pt x="1072" y="3192"/>
                </a:cubicBezTo>
                <a:cubicBezTo>
                  <a:pt x="1322" y="2596"/>
                  <a:pt x="1691" y="2061"/>
                  <a:pt x="2143" y="1596"/>
                </a:cubicBezTo>
                <a:cubicBezTo>
                  <a:pt x="1691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"/>
          <p:cNvSpPr/>
          <p:nvPr/>
        </p:nvSpPr>
        <p:spPr>
          <a:xfrm flipH="1">
            <a:off x="6990983" y="4163368"/>
            <a:ext cx="949949" cy="77427"/>
          </a:xfrm>
          <a:custGeom>
            <a:avLst/>
            <a:gdLst/>
            <a:ahLst/>
            <a:cxnLst/>
            <a:rect l="l" t="t" r="r" b="b"/>
            <a:pathLst>
              <a:path w="24425" h="1848" extrusionOk="0">
                <a:moveTo>
                  <a:pt x="2727" y="1"/>
                </a:moveTo>
                <a:cubicBezTo>
                  <a:pt x="2000" y="1"/>
                  <a:pt x="1608" y="417"/>
                  <a:pt x="1334" y="727"/>
                </a:cubicBezTo>
                <a:cubicBezTo>
                  <a:pt x="1048" y="1037"/>
                  <a:pt x="822" y="1275"/>
                  <a:pt x="357" y="1275"/>
                </a:cubicBezTo>
                <a:cubicBezTo>
                  <a:pt x="0" y="1298"/>
                  <a:pt x="0" y="1822"/>
                  <a:pt x="357" y="1846"/>
                </a:cubicBezTo>
                <a:cubicBezTo>
                  <a:pt x="1072" y="1846"/>
                  <a:pt x="1465" y="1418"/>
                  <a:pt x="1750" y="1120"/>
                </a:cubicBezTo>
                <a:cubicBezTo>
                  <a:pt x="2036" y="810"/>
                  <a:pt x="2250" y="572"/>
                  <a:pt x="2727" y="572"/>
                </a:cubicBezTo>
                <a:cubicBezTo>
                  <a:pt x="3191" y="572"/>
                  <a:pt x="3393" y="787"/>
                  <a:pt x="3703" y="1120"/>
                </a:cubicBezTo>
                <a:cubicBezTo>
                  <a:pt x="4001" y="1441"/>
                  <a:pt x="4370" y="1846"/>
                  <a:pt x="5096" y="1846"/>
                </a:cubicBezTo>
                <a:cubicBezTo>
                  <a:pt x="5810" y="1846"/>
                  <a:pt x="6203" y="1418"/>
                  <a:pt x="6489" y="1120"/>
                </a:cubicBezTo>
                <a:cubicBezTo>
                  <a:pt x="6763" y="810"/>
                  <a:pt x="6989" y="572"/>
                  <a:pt x="7454" y="572"/>
                </a:cubicBezTo>
                <a:cubicBezTo>
                  <a:pt x="7930" y="572"/>
                  <a:pt x="8132" y="787"/>
                  <a:pt x="8430" y="1120"/>
                </a:cubicBezTo>
                <a:cubicBezTo>
                  <a:pt x="8727" y="1441"/>
                  <a:pt x="9108" y="1846"/>
                  <a:pt x="9823" y="1846"/>
                </a:cubicBezTo>
                <a:cubicBezTo>
                  <a:pt x="10537" y="1846"/>
                  <a:pt x="10930" y="1429"/>
                  <a:pt x="11216" y="1120"/>
                </a:cubicBezTo>
                <a:cubicBezTo>
                  <a:pt x="11502" y="810"/>
                  <a:pt x="11728" y="572"/>
                  <a:pt x="12192" y="572"/>
                </a:cubicBezTo>
                <a:cubicBezTo>
                  <a:pt x="12657" y="572"/>
                  <a:pt x="12859" y="787"/>
                  <a:pt x="13169" y="1120"/>
                </a:cubicBezTo>
                <a:cubicBezTo>
                  <a:pt x="13466" y="1441"/>
                  <a:pt x="13835" y="1846"/>
                  <a:pt x="14562" y="1846"/>
                </a:cubicBezTo>
                <a:cubicBezTo>
                  <a:pt x="15276" y="1846"/>
                  <a:pt x="15669" y="1429"/>
                  <a:pt x="15955" y="1120"/>
                </a:cubicBezTo>
                <a:cubicBezTo>
                  <a:pt x="16228" y="810"/>
                  <a:pt x="16455" y="572"/>
                  <a:pt x="16919" y="572"/>
                </a:cubicBezTo>
                <a:cubicBezTo>
                  <a:pt x="17395" y="572"/>
                  <a:pt x="17598" y="787"/>
                  <a:pt x="17895" y="1120"/>
                </a:cubicBezTo>
                <a:cubicBezTo>
                  <a:pt x="18193" y="1441"/>
                  <a:pt x="18574" y="1846"/>
                  <a:pt x="19288" y="1846"/>
                </a:cubicBezTo>
                <a:cubicBezTo>
                  <a:pt x="20003" y="1846"/>
                  <a:pt x="20396" y="1429"/>
                  <a:pt x="20681" y="1120"/>
                </a:cubicBezTo>
                <a:cubicBezTo>
                  <a:pt x="20967" y="810"/>
                  <a:pt x="21193" y="572"/>
                  <a:pt x="21658" y="572"/>
                </a:cubicBezTo>
                <a:cubicBezTo>
                  <a:pt x="22122" y="572"/>
                  <a:pt x="22336" y="787"/>
                  <a:pt x="22634" y="1120"/>
                </a:cubicBezTo>
                <a:cubicBezTo>
                  <a:pt x="22932" y="1441"/>
                  <a:pt x="23313" y="1846"/>
                  <a:pt x="24027" y="1846"/>
                </a:cubicBezTo>
                <a:cubicBezTo>
                  <a:pt x="24038" y="1847"/>
                  <a:pt x="24049" y="1848"/>
                  <a:pt x="24060" y="1848"/>
                </a:cubicBezTo>
                <a:cubicBezTo>
                  <a:pt x="24424" y="1848"/>
                  <a:pt x="24421" y="1274"/>
                  <a:pt x="24049" y="1274"/>
                </a:cubicBezTo>
                <a:cubicBezTo>
                  <a:pt x="24042" y="1274"/>
                  <a:pt x="24035" y="1274"/>
                  <a:pt x="24027" y="1275"/>
                </a:cubicBezTo>
                <a:cubicBezTo>
                  <a:pt x="23563" y="1275"/>
                  <a:pt x="23348" y="1048"/>
                  <a:pt x="23051" y="727"/>
                </a:cubicBezTo>
                <a:cubicBezTo>
                  <a:pt x="22753" y="406"/>
                  <a:pt x="22372" y="1"/>
                  <a:pt x="21658" y="1"/>
                </a:cubicBezTo>
                <a:cubicBezTo>
                  <a:pt x="20943" y="1"/>
                  <a:pt x="20550" y="417"/>
                  <a:pt x="20265" y="727"/>
                </a:cubicBezTo>
                <a:cubicBezTo>
                  <a:pt x="19979" y="1037"/>
                  <a:pt x="19765" y="1275"/>
                  <a:pt x="19288" y="1275"/>
                </a:cubicBezTo>
                <a:cubicBezTo>
                  <a:pt x="18824" y="1275"/>
                  <a:pt x="18622" y="1048"/>
                  <a:pt x="18312" y="727"/>
                </a:cubicBezTo>
                <a:cubicBezTo>
                  <a:pt x="18014" y="406"/>
                  <a:pt x="17645" y="1"/>
                  <a:pt x="16919" y="1"/>
                </a:cubicBezTo>
                <a:cubicBezTo>
                  <a:pt x="16205" y="1"/>
                  <a:pt x="15812" y="417"/>
                  <a:pt x="15538" y="727"/>
                </a:cubicBezTo>
                <a:cubicBezTo>
                  <a:pt x="15252" y="1037"/>
                  <a:pt x="15026" y="1275"/>
                  <a:pt x="14562" y="1275"/>
                </a:cubicBezTo>
                <a:cubicBezTo>
                  <a:pt x="14097" y="1275"/>
                  <a:pt x="13883" y="1048"/>
                  <a:pt x="13585" y="727"/>
                </a:cubicBezTo>
                <a:cubicBezTo>
                  <a:pt x="13288" y="406"/>
                  <a:pt x="12907" y="1"/>
                  <a:pt x="12192" y="1"/>
                </a:cubicBezTo>
                <a:cubicBezTo>
                  <a:pt x="11478" y="1"/>
                  <a:pt x="11085" y="417"/>
                  <a:pt x="10799" y="727"/>
                </a:cubicBezTo>
                <a:cubicBezTo>
                  <a:pt x="10513" y="1037"/>
                  <a:pt x="10287" y="1275"/>
                  <a:pt x="9823" y="1275"/>
                </a:cubicBezTo>
                <a:cubicBezTo>
                  <a:pt x="9359" y="1275"/>
                  <a:pt x="9156" y="1048"/>
                  <a:pt x="8847" y="727"/>
                </a:cubicBezTo>
                <a:cubicBezTo>
                  <a:pt x="8549" y="406"/>
                  <a:pt x="8168" y="1"/>
                  <a:pt x="7454" y="1"/>
                </a:cubicBezTo>
                <a:cubicBezTo>
                  <a:pt x="6739" y="1"/>
                  <a:pt x="6346" y="417"/>
                  <a:pt x="6060" y="727"/>
                </a:cubicBezTo>
                <a:cubicBezTo>
                  <a:pt x="5787" y="1037"/>
                  <a:pt x="5560" y="1275"/>
                  <a:pt x="5096" y="1275"/>
                </a:cubicBezTo>
                <a:cubicBezTo>
                  <a:pt x="4620" y="1275"/>
                  <a:pt x="4417" y="1048"/>
                  <a:pt x="4120" y="727"/>
                </a:cubicBezTo>
                <a:cubicBezTo>
                  <a:pt x="3810" y="406"/>
                  <a:pt x="3441" y="1"/>
                  <a:pt x="272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"/>
          <p:cNvSpPr/>
          <p:nvPr/>
        </p:nvSpPr>
        <p:spPr>
          <a:xfrm flipH="1">
            <a:off x="3041430" y="4374233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"/>
          <p:cNvSpPr/>
          <p:nvPr/>
        </p:nvSpPr>
        <p:spPr>
          <a:xfrm flipH="1">
            <a:off x="5249725" y="2924975"/>
            <a:ext cx="785395" cy="63894"/>
          </a:xfrm>
          <a:custGeom>
            <a:avLst/>
            <a:gdLst/>
            <a:ahLst/>
            <a:cxnLst/>
            <a:rect l="l" t="t" r="r" b="b"/>
            <a:pathLst>
              <a:path w="20194" h="1525" extrusionOk="0">
                <a:moveTo>
                  <a:pt x="2263" y="0"/>
                </a:moveTo>
                <a:cubicBezTo>
                  <a:pt x="1680" y="0"/>
                  <a:pt x="1346" y="357"/>
                  <a:pt x="1120" y="607"/>
                </a:cubicBezTo>
                <a:cubicBezTo>
                  <a:pt x="882" y="858"/>
                  <a:pt x="691" y="1048"/>
                  <a:pt x="310" y="1048"/>
                </a:cubicBezTo>
                <a:cubicBezTo>
                  <a:pt x="1" y="1048"/>
                  <a:pt x="1" y="1524"/>
                  <a:pt x="310" y="1524"/>
                </a:cubicBezTo>
                <a:cubicBezTo>
                  <a:pt x="906" y="1524"/>
                  <a:pt x="1227" y="1167"/>
                  <a:pt x="1465" y="917"/>
                </a:cubicBezTo>
                <a:cubicBezTo>
                  <a:pt x="1692" y="667"/>
                  <a:pt x="1882" y="465"/>
                  <a:pt x="2263" y="465"/>
                </a:cubicBezTo>
                <a:cubicBezTo>
                  <a:pt x="2656" y="465"/>
                  <a:pt x="2823" y="643"/>
                  <a:pt x="3073" y="917"/>
                </a:cubicBezTo>
                <a:cubicBezTo>
                  <a:pt x="3323" y="1191"/>
                  <a:pt x="3632" y="1524"/>
                  <a:pt x="4228" y="1524"/>
                </a:cubicBezTo>
                <a:cubicBezTo>
                  <a:pt x="4823" y="1524"/>
                  <a:pt x="5144" y="1167"/>
                  <a:pt x="5382" y="917"/>
                </a:cubicBezTo>
                <a:cubicBezTo>
                  <a:pt x="5609" y="667"/>
                  <a:pt x="5799" y="465"/>
                  <a:pt x="6180" y="465"/>
                </a:cubicBezTo>
                <a:cubicBezTo>
                  <a:pt x="6573" y="465"/>
                  <a:pt x="6740" y="643"/>
                  <a:pt x="6990" y="917"/>
                </a:cubicBezTo>
                <a:cubicBezTo>
                  <a:pt x="7240" y="1191"/>
                  <a:pt x="7549" y="1524"/>
                  <a:pt x="8145" y="1524"/>
                </a:cubicBezTo>
                <a:cubicBezTo>
                  <a:pt x="8740" y="1524"/>
                  <a:pt x="9061" y="1167"/>
                  <a:pt x="9300" y="917"/>
                </a:cubicBezTo>
                <a:cubicBezTo>
                  <a:pt x="9526" y="667"/>
                  <a:pt x="9716" y="465"/>
                  <a:pt x="10097" y="465"/>
                </a:cubicBezTo>
                <a:cubicBezTo>
                  <a:pt x="10490" y="465"/>
                  <a:pt x="10657" y="643"/>
                  <a:pt x="10907" y="917"/>
                </a:cubicBezTo>
                <a:cubicBezTo>
                  <a:pt x="11157" y="1191"/>
                  <a:pt x="11467" y="1524"/>
                  <a:pt x="12062" y="1524"/>
                </a:cubicBezTo>
                <a:cubicBezTo>
                  <a:pt x="12645" y="1524"/>
                  <a:pt x="12979" y="1167"/>
                  <a:pt x="13205" y="917"/>
                </a:cubicBezTo>
                <a:cubicBezTo>
                  <a:pt x="13443" y="667"/>
                  <a:pt x="13633" y="465"/>
                  <a:pt x="14014" y="465"/>
                </a:cubicBezTo>
                <a:cubicBezTo>
                  <a:pt x="14395" y="465"/>
                  <a:pt x="14562" y="643"/>
                  <a:pt x="14812" y="917"/>
                </a:cubicBezTo>
                <a:cubicBezTo>
                  <a:pt x="15062" y="1191"/>
                  <a:pt x="15372" y="1524"/>
                  <a:pt x="15967" y="1524"/>
                </a:cubicBezTo>
                <a:cubicBezTo>
                  <a:pt x="16562" y="1524"/>
                  <a:pt x="16884" y="1167"/>
                  <a:pt x="17122" y="917"/>
                </a:cubicBezTo>
                <a:cubicBezTo>
                  <a:pt x="17360" y="667"/>
                  <a:pt x="17539" y="465"/>
                  <a:pt x="17932" y="465"/>
                </a:cubicBezTo>
                <a:cubicBezTo>
                  <a:pt x="18313" y="465"/>
                  <a:pt x="18479" y="643"/>
                  <a:pt x="18729" y="917"/>
                </a:cubicBezTo>
                <a:cubicBezTo>
                  <a:pt x="18979" y="1191"/>
                  <a:pt x="19289" y="1524"/>
                  <a:pt x="19884" y="1524"/>
                </a:cubicBezTo>
                <a:cubicBezTo>
                  <a:pt x="20194" y="1524"/>
                  <a:pt x="20194" y="1048"/>
                  <a:pt x="19884" y="1048"/>
                </a:cubicBezTo>
                <a:cubicBezTo>
                  <a:pt x="19491" y="1048"/>
                  <a:pt x="19325" y="881"/>
                  <a:pt x="19075" y="607"/>
                </a:cubicBezTo>
                <a:cubicBezTo>
                  <a:pt x="18825" y="334"/>
                  <a:pt x="18515" y="0"/>
                  <a:pt x="17920" y="0"/>
                </a:cubicBezTo>
                <a:cubicBezTo>
                  <a:pt x="17336" y="0"/>
                  <a:pt x="17003" y="357"/>
                  <a:pt x="16777" y="607"/>
                </a:cubicBezTo>
                <a:cubicBezTo>
                  <a:pt x="16539" y="858"/>
                  <a:pt x="16348" y="1048"/>
                  <a:pt x="15967" y="1048"/>
                </a:cubicBezTo>
                <a:cubicBezTo>
                  <a:pt x="15586" y="1048"/>
                  <a:pt x="15419" y="881"/>
                  <a:pt x="15157" y="607"/>
                </a:cubicBezTo>
                <a:cubicBezTo>
                  <a:pt x="14907" y="334"/>
                  <a:pt x="14598" y="0"/>
                  <a:pt x="14014" y="0"/>
                </a:cubicBezTo>
                <a:cubicBezTo>
                  <a:pt x="13419" y="0"/>
                  <a:pt x="13098" y="357"/>
                  <a:pt x="12860" y="607"/>
                </a:cubicBezTo>
                <a:cubicBezTo>
                  <a:pt x="12621" y="858"/>
                  <a:pt x="12443" y="1048"/>
                  <a:pt x="12050" y="1048"/>
                </a:cubicBezTo>
                <a:cubicBezTo>
                  <a:pt x="11669" y="1048"/>
                  <a:pt x="11502" y="881"/>
                  <a:pt x="11252" y="607"/>
                </a:cubicBezTo>
                <a:cubicBezTo>
                  <a:pt x="11002" y="334"/>
                  <a:pt x="10693" y="0"/>
                  <a:pt x="10097" y="0"/>
                </a:cubicBezTo>
                <a:cubicBezTo>
                  <a:pt x="9502" y="0"/>
                  <a:pt x="9181" y="357"/>
                  <a:pt x="8942" y="607"/>
                </a:cubicBezTo>
                <a:cubicBezTo>
                  <a:pt x="8716" y="858"/>
                  <a:pt x="8526" y="1048"/>
                  <a:pt x="8145" y="1048"/>
                </a:cubicBezTo>
                <a:cubicBezTo>
                  <a:pt x="7752" y="1048"/>
                  <a:pt x="7585" y="881"/>
                  <a:pt x="7335" y="607"/>
                </a:cubicBezTo>
                <a:cubicBezTo>
                  <a:pt x="7085" y="334"/>
                  <a:pt x="6775" y="0"/>
                  <a:pt x="6180" y="0"/>
                </a:cubicBezTo>
                <a:cubicBezTo>
                  <a:pt x="5597" y="0"/>
                  <a:pt x="5263" y="357"/>
                  <a:pt x="5037" y="607"/>
                </a:cubicBezTo>
                <a:cubicBezTo>
                  <a:pt x="4799" y="858"/>
                  <a:pt x="4609" y="1048"/>
                  <a:pt x="4228" y="1048"/>
                </a:cubicBezTo>
                <a:cubicBezTo>
                  <a:pt x="3835" y="1048"/>
                  <a:pt x="3668" y="881"/>
                  <a:pt x="3418" y="607"/>
                </a:cubicBezTo>
                <a:cubicBezTo>
                  <a:pt x="3168" y="334"/>
                  <a:pt x="2858" y="0"/>
                  <a:pt x="22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"/>
          <p:cNvSpPr/>
          <p:nvPr/>
        </p:nvSpPr>
        <p:spPr>
          <a:xfrm rot="-5400000" flipH="1">
            <a:off x="619398" y="1230068"/>
            <a:ext cx="783995" cy="63894"/>
          </a:xfrm>
          <a:custGeom>
            <a:avLst/>
            <a:gdLst/>
            <a:ahLst/>
            <a:cxnLst/>
            <a:rect l="l" t="t" r="r" b="b"/>
            <a:pathLst>
              <a:path w="20158" h="1525" extrusionOk="0">
                <a:moveTo>
                  <a:pt x="2251" y="0"/>
                </a:moveTo>
                <a:cubicBezTo>
                  <a:pt x="1656" y="0"/>
                  <a:pt x="1334" y="346"/>
                  <a:pt x="1096" y="596"/>
                </a:cubicBezTo>
                <a:cubicBezTo>
                  <a:pt x="858" y="858"/>
                  <a:pt x="679" y="1060"/>
                  <a:pt x="286" y="1060"/>
                </a:cubicBezTo>
                <a:cubicBezTo>
                  <a:pt x="1" y="1084"/>
                  <a:pt x="1" y="1501"/>
                  <a:pt x="286" y="1524"/>
                </a:cubicBezTo>
                <a:cubicBezTo>
                  <a:pt x="882" y="1524"/>
                  <a:pt x="1203" y="1179"/>
                  <a:pt x="1441" y="917"/>
                </a:cubicBezTo>
                <a:cubicBezTo>
                  <a:pt x="1679" y="667"/>
                  <a:pt x="1858" y="465"/>
                  <a:pt x="2251" y="465"/>
                </a:cubicBezTo>
                <a:cubicBezTo>
                  <a:pt x="2632" y="465"/>
                  <a:pt x="2811" y="655"/>
                  <a:pt x="3061" y="917"/>
                </a:cubicBezTo>
                <a:cubicBezTo>
                  <a:pt x="3311" y="1191"/>
                  <a:pt x="3620" y="1524"/>
                  <a:pt x="4204" y="1524"/>
                </a:cubicBezTo>
                <a:cubicBezTo>
                  <a:pt x="4799" y="1524"/>
                  <a:pt x="5120" y="1179"/>
                  <a:pt x="5359" y="917"/>
                </a:cubicBezTo>
                <a:cubicBezTo>
                  <a:pt x="5597" y="667"/>
                  <a:pt x="5775" y="465"/>
                  <a:pt x="6168" y="465"/>
                </a:cubicBezTo>
                <a:cubicBezTo>
                  <a:pt x="6549" y="465"/>
                  <a:pt x="6728" y="655"/>
                  <a:pt x="6966" y="917"/>
                </a:cubicBezTo>
                <a:cubicBezTo>
                  <a:pt x="7216" y="1191"/>
                  <a:pt x="7525" y="1524"/>
                  <a:pt x="8121" y="1524"/>
                </a:cubicBezTo>
                <a:cubicBezTo>
                  <a:pt x="8716" y="1524"/>
                  <a:pt x="9038" y="1179"/>
                  <a:pt x="9276" y="917"/>
                </a:cubicBezTo>
                <a:cubicBezTo>
                  <a:pt x="9514" y="667"/>
                  <a:pt x="9692" y="465"/>
                  <a:pt x="10085" y="465"/>
                </a:cubicBezTo>
                <a:cubicBezTo>
                  <a:pt x="10466" y="465"/>
                  <a:pt x="10633" y="655"/>
                  <a:pt x="10883" y="917"/>
                </a:cubicBezTo>
                <a:cubicBezTo>
                  <a:pt x="11133" y="1191"/>
                  <a:pt x="11443" y="1524"/>
                  <a:pt x="12038" y="1524"/>
                </a:cubicBezTo>
                <a:cubicBezTo>
                  <a:pt x="12633" y="1524"/>
                  <a:pt x="12955" y="1179"/>
                  <a:pt x="13193" y="917"/>
                </a:cubicBezTo>
                <a:cubicBezTo>
                  <a:pt x="13419" y="667"/>
                  <a:pt x="13610" y="465"/>
                  <a:pt x="13991" y="465"/>
                </a:cubicBezTo>
                <a:cubicBezTo>
                  <a:pt x="14383" y="465"/>
                  <a:pt x="14550" y="655"/>
                  <a:pt x="14800" y="917"/>
                </a:cubicBezTo>
                <a:cubicBezTo>
                  <a:pt x="15050" y="1191"/>
                  <a:pt x="15360" y="1524"/>
                  <a:pt x="15955" y="1524"/>
                </a:cubicBezTo>
                <a:cubicBezTo>
                  <a:pt x="16538" y="1524"/>
                  <a:pt x="16872" y="1179"/>
                  <a:pt x="17098" y="917"/>
                </a:cubicBezTo>
                <a:cubicBezTo>
                  <a:pt x="17336" y="667"/>
                  <a:pt x="17527" y="465"/>
                  <a:pt x="17908" y="465"/>
                </a:cubicBezTo>
                <a:cubicBezTo>
                  <a:pt x="18301" y="465"/>
                  <a:pt x="18467" y="655"/>
                  <a:pt x="18717" y="917"/>
                </a:cubicBezTo>
                <a:cubicBezTo>
                  <a:pt x="18967" y="1191"/>
                  <a:pt x="19277" y="1524"/>
                  <a:pt x="19872" y="1524"/>
                </a:cubicBezTo>
                <a:cubicBezTo>
                  <a:pt x="20158" y="1501"/>
                  <a:pt x="20158" y="1084"/>
                  <a:pt x="19872" y="1060"/>
                </a:cubicBezTo>
                <a:cubicBezTo>
                  <a:pt x="19479" y="1060"/>
                  <a:pt x="19313" y="870"/>
                  <a:pt x="19063" y="596"/>
                </a:cubicBezTo>
                <a:cubicBezTo>
                  <a:pt x="18813" y="334"/>
                  <a:pt x="18503" y="0"/>
                  <a:pt x="17908" y="0"/>
                </a:cubicBezTo>
                <a:cubicBezTo>
                  <a:pt x="17312" y="0"/>
                  <a:pt x="16991" y="346"/>
                  <a:pt x="16753" y="596"/>
                </a:cubicBezTo>
                <a:cubicBezTo>
                  <a:pt x="16527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596"/>
                </a:cubicBezTo>
                <a:cubicBezTo>
                  <a:pt x="14895" y="334"/>
                  <a:pt x="14586" y="0"/>
                  <a:pt x="13991" y="0"/>
                </a:cubicBezTo>
                <a:cubicBezTo>
                  <a:pt x="13407" y="0"/>
                  <a:pt x="13074" y="346"/>
                  <a:pt x="12848" y="596"/>
                </a:cubicBezTo>
                <a:cubicBezTo>
                  <a:pt x="12609" y="858"/>
                  <a:pt x="12419" y="1060"/>
                  <a:pt x="12038" y="1060"/>
                </a:cubicBezTo>
                <a:cubicBezTo>
                  <a:pt x="11645" y="1060"/>
                  <a:pt x="11478" y="870"/>
                  <a:pt x="11228" y="596"/>
                </a:cubicBezTo>
                <a:cubicBezTo>
                  <a:pt x="10978" y="334"/>
                  <a:pt x="10669" y="0"/>
                  <a:pt x="10085" y="0"/>
                </a:cubicBezTo>
                <a:cubicBezTo>
                  <a:pt x="9490" y="0"/>
                  <a:pt x="9157" y="346"/>
                  <a:pt x="8930" y="596"/>
                </a:cubicBezTo>
                <a:cubicBezTo>
                  <a:pt x="8692" y="858"/>
                  <a:pt x="8514" y="1060"/>
                  <a:pt x="8121" y="1060"/>
                </a:cubicBezTo>
                <a:cubicBezTo>
                  <a:pt x="7740" y="1060"/>
                  <a:pt x="7561" y="870"/>
                  <a:pt x="7311" y="596"/>
                </a:cubicBezTo>
                <a:cubicBezTo>
                  <a:pt x="7073" y="334"/>
                  <a:pt x="6752" y="0"/>
                  <a:pt x="6168" y="0"/>
                </a:cubicBezTo>
                <a:cubicBezTo>
                  <a:pt x="5573" y="0"/>
                  <a:pt x="5251" y="346"/>
                  <a:pt x="5013" y="596"/>
                </a:cubicBezTo>
                <a:cubicBezTo>
                  <a:pt x="4775" y="858"/>
                  <a:pt x="4597" y="1060"/>
                  <a:pt x="4204" y="1060"/>
                </a:cubicBezTo>
                <a:cubicBezTo>
                  <a:pt x="3823" y="1060"/>
                  <a:pt x="3644" y="870"/>
                  <a:pt x="3406" y="596"/>
                </a:cubicBezTo>
                <a:cubicBezTo>
                  <a:pt x="3156" y="334"/>
                  <a:pt x="2846" y="0"/>
                  <a:pt x="225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"/>
          <p:cNvSpPr/>
          <p:nvPr/>
        </p:nvSpPr>
        <p:spPr>
          <a:xfrm rot="-1537472" flipH="1">
            <a:off x="3997084" y="2246956"/>
            <a:ext cx="82919" cy="134242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"/>
          <p:cNvSpPr/>
          <p:nvPr/>
        </p:nvSpPr>
        <p:spPr>
          <a:xfrm flipH="1">
            <a:off x="448778" y="4401933"/>
            <a:ext cx="1125277" cy="196122"/>
          </a:xfrm>
          <a:custGeom>
            <a:avLst/>
            <a:gdLst/>
            <a:ahLst/>
            <a:cxnLst/>
            <a:rect l="l" t="t" r="r" b="b"/>
            <a:pathLst>
              <a:path w="28933" h="4681" extrusionOk="0">
                <a:moveTo>
                  <a:pt x="2334" y="1"/>
                </a:moveTo>
                <a:cubicBezTo>
                  <a:pt x="1048" y="1"/>
                  <a:pt x="0" y="1049"/>
                  <a:pt x="0" y="2335"/>
                </a:cubicBezTo>
                <a:cubicBezTo>
                  <a:pt x="0" y="3632"/>
                  <a:pt x="1048" y="4680"/>
                  <a:pt x="2334" y="4680"/>
                </a:cubicBezTo>
                <a:lnTo>
                  <a:pt x="26599" y="4680"/>
                </a:lnTo>
                <a:cubicBezTo>
                  <a:pt x="27885" y="4680"/>
                  <a:pt x="28933" y="3632"/>
                  <a:pt x="28933" y="2335"/>
                </a:cubicBezTo>
                <a:cubicBezTo>
                  <a:pt x="28933" y="1049"/>
                  <a:pt x="27885" y="1"/>
                  <a:pt x="2659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"/>
          <p:cNvSpPr/>
          <p:nvPr/>
        </p:nvSpPr>
        <p:spPr>
          <a:xfrm flipH="1">
            <a:off x="6991005" y="987620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0" name="Google Shape;130;p5"/>
          <p:cNvGrpSpPr/>
          <p:nvPr/>
        </p:nvGrpSpPr>
        <p:grpSpPr>
          <a:xfrm rot="-1307765" flipH="1">
            <a:off x="2898762" y="626827"/>
            <a:ext cx="142656" cy="149447"/>
            <a:chOff x="1160468" y="31374"/>
            <a:chExt cx="142658" cy="149448"/>
          </a:xfrm>
        </p:grpSpPr>
        <p:sp>
          <p:nvSpPr>
            <p:cNvPr id="131" name="Google Shape;131;p5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" name="Google Shape;133;p5"/>
          <p:cNvSpPr/>
          <p:nvPr/>
        </p:nvSpPr>
        <p:spPr>
          <a:xfrm rot="-5400000" flipH="1">
            <a:off x="1969631" y="755907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"/>
          <p:cNvSpPr/>
          <p:nvPr/>
        </p:nvSpPr>
        <p:spPr>
          <a:xfrm flipH="1">
            <a:off x="7569940" y="540008"/>
            <a:ext cx="1125277" cy="196122"/>
          </a:xfrm>
          <a:custGeom>
            <a:avLst/>
            <a:gdLst/>
            <a:ahLst/>
            <a:cxnLst/>
            <a:rect l="l" t="t" r="r" b="b"/>
            <a:pathLst>
              <a:path w="28933" h="4681" extrusionOk="0">
                <a:moveTo>
                  <a:pt x="2334" y="1"/>
                </a:moveTo>
                <a:cubicBezTo>
                  <a:pt x="1048" y="1"/>
                  <a:pt x="0" y="1049"/>
                  <a:pt x="0" y="2335"/>
                </a:cubicBezTo>
                <a:cubicBezTo>
                  <a:pt x="0" y="3632"/>
                  <a:pt x="1048" y="4680"/>
                  <a:pt x="2334" y="4680"/>
                </a:cubicBezTo>
                <a:lnTo>
                  <a:pt x="26599" y="4680"/>
                </a:lnTo>
                <a:cubicBezTo>
                  <a:pt x="27885" y="4680"/>
                  <a:pt x="28933" y="3632"/>
                  <a:pt x="28933" y="2335"/>
                </a:cubicBezTo>
                <a:cubicBezTo>
                  <a:pt x="28933" y="1049"/>
                  <a:pt x="27885" y="1"/>
                  <a:pt x="2659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"/>
          <p:cNvSpPr/>
          <p:nvPr/>
        </p:nvSpPr>
        <p:spPr>
          <a:xfrm flipH="1">
            <a:off x="672486" y="2476444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"/>
          <p:cNvSpPr/>
          <p:nvPr/>
        </p:nvSpPr>
        <p:spPr>
          <a:xfrm flipH="1">
            <a:off x="4227830" y="1448958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"/>
          <p:cNvSpPr/>
          <p:nvPr/>
        </p:nvSpPr>
        <p:spPr>
          <a:xfrm flipH="1">
            <a:off x="6152374" y="2197369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" name="Google Shape;138;p5"/>
          <p:cNvGrpSpPr/>
          <p:nvPr/>
        </p:nvGrpSpPr>
        <p:grpSpPr>
          <a:xfrm rot="-1575454">
            <a:off x="5761910" y="1888992"/>
            <a:ext cx="142655" cy="149446"/>
            <a:chOff x="1160468" y="31374"/>
            <a:chExt cx="142658" cy="149448"/>
          </a:xfrm>
        </p:grpSpPr>
        <p:sp>
          <p:nvSpPr>
            <p:cNvPr id="139" name="Google Shape;139;p5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" name="Google Shape;141;p5"/>
          <p:cNvSpPr/>
          <p:nvPr/>
        </p:nvSpPr>
        <p:spPr>
          <a:xfrm>
            <a:off x="4848575" y="1840450"/>
            <a:ext cx="2617800" cy="2763000"/>
          </a:xfrm>
          <a:prstGeom prst="roundRect">
            <a:avLst>
              <a:gd name="adj" fmla="val 17125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1680250" y="1840450"/>
            <a:ext cx="2617800" cy="2763000"/>
          </a:xfrm>
          <a:prstGeom prst="roundRect">
            <a:avLst>
              <a:gd name="adj" fmla="val 17125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"/>
          <p:cNvSpPr txBox="1">
            <a:spLocks noGrp="1"/>
          </p:cNvSpPr>
          <p:nvPr>
            <p:ph type="subTitle" idx="1"/>
          </p:nvPr>
        </p:nvSpPr>
        <p:spPr>
          <a:xfrm>
            <a:off x="1833438" y="2696250"/>
            <a:ext cx="23115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 b="1">
                <a:latin typeface="Spartan"/>
                <a:ea typeface="Spartan"/>
                <a:cs typeface="Spartan"/>
                <a:sym typeface="Spart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9pPr>
          </a:lstStyle>
          <a:p>
            <a:endParaRPr/>
          </a:p>
        </p:txBody>
      </p:sp>
      <p:sp>
        <p:nvSpPr>
          <p:cNvPr id="144" name="Google Shape;144;p5"/>
          <p:cNvSpPr txBox="1">
            <a:spLocks noGrp="1"/>
          </p:cNvSpPr>
          <p:nvPr>
            <p:ph type="subTitle" idx="2"/>
          </p:nvPr>
        </p:nvSpPr>
        <p:spPr>
          <a:xfrm>
            <a:off x="1832550" y="3153450"/>
            <a:ext cx="2313300" cy="10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5"/>
          <p:cNvSpPr txBox="1">
            <a:spLocks noGrp="1"/>
          </p:cNvSpPr>
          <p:nvPr>
            <p:ph type="subTitle" idx="3"/>
          </p:nvPr>
        </p:nvSpPr>
        <p:spPr>
          <a:xfrm>
            <a:off x="5001714" y="2696250"/>
            <a:ext cx="23115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latin typeface="Spartan"/>
                <a:ea typeface="Spartan"/>
                <a:cs typeface="Spartan"/>
                <a:sym typeface="Sparta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9pPr>
          </a:lstStyle>
          <a:p>
            <a:endParaRPr/>
          </a:p>
        </p:txBody>
      </p:sp>
      <p:sp>
        <p:nvSpPr>
          <p:cNvPr id="146" name="Google Shape;146;p5"/>
          <p:cNvSpPr txBox="1">
            <a:spLocks noGrp="1"/>
          </p:cNvSpPr>
          <p:nvPr>
            <p:ph type="subTitle" idx="4"/>
          </p:nvPr>
        </p:nvSpPr>
        <p:spPr>
          <a:xfrm>
            <a:off x="5000820" y="3153450"/>
            <a:ext cx="2313300" cy="10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5"/>
          <p:cNvSpPr txBox="1">
            <a:spLocks noGrp="1"/>
          </p:cNvSpPr>
          <p:nvPr>
            <p:ph type="title"/>
          </p:nvPr>
        </p:nvSpPr>
        <p:spPr>
          <a:xfrm>
            <a:off x="1804825" y="649224"/>
            <a:ext cx="5534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717925" y="699850"/>
            <a:ext cx="7706100" cy="3888600"/>
          </a:xfrm>
          <a:prstGeom prst="roundRect">
            <a:avLst>
              <a:gd name="adj" fmla="val 2347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"/>
          <p:cNvSpPr txBox="1">
            <a:spLocks noGrp="1"/>
          </p:cNvSpPr>
          <p:nvPr>
            <p:ph type="title"/>
          </p:nvPr>
        </p:nvSpPr>
        <p:spPr>
          <a:xfrm>
            <a:off x="2330850" y="649224"/>
            <a:ext cx="44805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6"/>
          <p:cNvSpPr/>
          <p:nvPr/>
        </p:nvSpPr>
        <p:spPr>
          <a:xfrm rot="10800000">
            <a:off x="8568249" y="1673407"/>
            <a:ext cx="88947" cy="1346544"/>
          </a:xfrm>
          <a:custGeom>
            <a:avLst/>
            <a:gdLst/>
            <a:ahLst/>
            <a:cxnLst/>
            <a:rect l="l" t="t" r="r" b="b"/>
            <a:pathLst>
              <a:path w="2287" h="32139" extrusionOk="0">
                <a:moveTo>
                  <a:pt x="1989" y="1"/>
                </a:moveTo>
                <a:cubicBezTo>
                  <a:pt x="1840" y="1"/>
                  <a:pt x="1691" y="105"/>
                  <a:pt x="1703" y="314"/>
                </a:cubicBezTo>
                <a:cubicBezTo>
                  <a:pt x="1703" y="980"/>
                  <a:pt x="1358" y="1302"/>
                  <a:pt x="941" y="1683"/>
                </a:cubicBezTo>
                <a:cubicBezTo>
                  <a:pt x="501" y="2088"/>
                  <a:pt x="1" y="2552"/>
                  <a:pt x="1" y="3469"/>
                </a:cubicBezTo>
                <a:cubicBezTo>
                  <a:pt x="1" y="4374"/>
                  <a:pt x="501" y="4838"/>
                  <a:pt x="941" y="5255"/>
                </a:cubicBezTo>
                <a:cubicBezTo>
                  <a:pt x="1358" y="5624"/>
                  <a:pt x="1703" y="5957"/>
                  <a:pt x="1703" y="6624"/>
                </a:cubicBezTo>
                <a:cubicBezTo>
                  <a:pt x="1703" y="7279"/>
                  <a:pt x="1358" y="7612"/>
                  <a:pt x="941" y="7993"/>
                </a:cubicBezTo>
                <a:cubicBezTo>
                  <a:pt x="501" y="8398"/>
                  <a:pt x="1" y="8862"/>
                  <a:pt x="1" y="9779"/>
                </a:cubicBezTo>
                <a:cubicBezTo>
                  <a:pt x="1" y="10684"/>
                  <a:pt x="501" y="11148"/>
                  <a:pt x="941" y="11565"/>
                </a:cubicBezTo>
                <a:cubicBezTo>
                  <a:pt x="1358" y="11934"/>
                  <a:pt x="1703" y="12267"/>
                  <a:pt x="1703" y="12922"/>
                </a:cubicBezTo>
                <a:cubicBezTo>
                  <a:pt x="1703" y="13589"/>
                  <a:pt x="1358" y="13922"/>
                  <a:pt x="941" y="14291"/>
                </a:cubicBezTo>
                <a:cubicBezTo>
                  <a:pt x="501" y="14708"/>
                  <a:pt x="1" y="15172"/>
                  <a:pt x="1" y="16077"/>
                </a:cubicBezTo>
                <a:cubicBezTo>
                  <a:pt x="1" y="16994"/>
                  <a:pt x="501" y="17458"/>
                  <a:pt x="941" y="17863"/>
                </a:cubicBezTo>
                <a:cubicBezTo>
                  <a:pt x="1358" y="18244"/>
                  <a:pt x="1703" y="18566"/>
                  <a:pt x="1703" y="19233"/>
                </a:cubicBezTo>
                <a:cubicBezTo>
                  <a:pt x="1703" y="19899"/>
                  <a:pt x="1358" y="20221"/>
                  <a:pt x="941" y="20602"/>
                </a:cubicBezTo>
                <a:cubicBezTo>
                  <a:pt x="501" y="21018"/>
                  <a:pt x="1" y="21483"/>
                  <a:pt x="1" y="22388"/>
                </a:cubicBezTo>
                <a:cubicBezTo>
                  <a:pt x="1" y="23304"/>
                  <a:pt x="501" y="23769"/>
                  <a:pt x="941" y="24174"/>
                </a:cubicBezTo>
                <a:cubicBezTo>
                  <a:pt x="1358" y="24555"/>
                  <a:pt x="1703" y="24888"/>
                  <a:pt x="1703" y="25543"/>
                </a:cubicBezTo>
                <a:cubicBezTo>
                  <a:pt x="1703" y="26210"/>
                  <a:pt x="1358" y="26531"/>
                  <a:pt x="941" y="26912"/>
                </a:cubicBezTo>
                <a:cubicBezTo>
                  <a:pt x="501" y="27317"/>
                  <a:pt x="1" y="27793"/>
                  <a:pt x="1" y="28698"/>
                </a:cubicBezTo>
                <a:cubicBezTo>
                  <a:pt x="1" y="29615"/>
                  <a:pt x="501" y="30079"/>
                  <a:pt x="941" y="30484"/>
                </a:cubicBezTo>
                <a:cubicBezTo>
                  <a:pt x="1358" y="30865"/>
                  <a:pt x="1703" y="31198"/>
                  <a:pt x="1703" y="31853"/>
                </a:cubicBezTo>
                <a:cubicBezTo>
                  <a:pt x="1703" y="32020"/>
                  <a:pt x="1834" y="32139"/>
                  <a:pt x="1989" y="32139"/>
                </a:cubicBezTo>
                <a:cubicBezTo>
                  <a:pt x="2144" y="32139"/>
                  <a:pt x="2275" y="32020"/>
                  <a:pt x="2275" y="31865"/>
                </a:cubicBezTo>
                <a:cubicBezTo>
                  <a:pt x="2275" y="30948"/>
                  <a:pt x="1775" y="30484"/>
                  <a:pt x="1334" y="30079"/>
                </a:cubicBezTo>
                <a:cubicBezTo>
                  <a:pt x="918" y="29698"/>
                  <a:pt x="572" y="29365"/>
                  <a:pt x="572" y="28710"/>
                </a:cubicBezTo>
                <a:cubicBezTo>
                  <a:pt x="572" y="28043"/>
                  <a:pt x="918" y="27710"/>
                  <a:pt x="1334" y="27341"/>
                </a:cubicBezTo>
                <a:cubicBezTo>
                  <a:pt x="1775" y="26924"/>
                  <a:pt x="2275" y="26460"/>
                  <a:pt x="2275" y="25555"/>
                </a:cubicBezTo>
                <a:cubicBezTo>
                  <a:pt x="2275" y="24638"/>
                  <a:pt x="1775" y="24174"/>
                  <a:pt x="1334" y="23769"/>
                </a:cubicBezTo>
                <a:cubicBezTo>
                  <a:pt x="918" y="23388"/>
                  <a:pt x="572" y="23054"/>
                  <a:pt x="572" y="22388"/>
                </a:cubicBezTo>
                <a:cubicBezTo>
                  <a:pt x="572" y="21733"/>
                  <a:pt x="918" y="21399"/>
                  <a:pt x="1334" y="21030"/>
                </a:cubicBezTo>
                <a:cubicBezTo>
                  <a:pt x="1775" y="20614"/>
                  <a:pt x="2275" y="20149"/>
                  <a:pt x="2275" y="19244"/>
                </a:cubicBezTo>
                <a:cubicBezTo>
                  <a:pt x="2275" y="18328"/>
                  <a:pt x="1775" y="17863"/>
                  <a:pt x="1334" y="17458"/>
                </a:cubicBezTo>
                <a:cubicBezTo>
                  <a:pt x="918" y="17077"/>
                  <a:pt x="572" y="16744"/>
                  <a:pt x="572" y="16089"/>
                </a:cubicBezTo>
                <a:cubicBezTo>
                  <a:pt x="572" y="15423"/>
                  <a:pt x="918" y="15089"/>
                  <a:pt x="1334" y="14720"/>
                </a:cubicBezTo>
                <a:cubicBezTo>
                  <a:pt x="1775" y="14303"/>
                  <a:pt x="2275" y="13839"/>
                  <a:pt x="2275" y="12934"/>
                </a:cubicBezTo>
                <a:cubicBezTo>
                  <a:pt x="2275" y="12017"/>
                  <a:pt x="1775" y="11553"/>
                  <a:pt x="1334" y="11148"/>
                </a:cubicBezTo>
                <a:cubicBezTo>
                  <a:pt x="918" y="10767"/>
                  <a:pt x="572" y="10446"/>
                  <a:pt x="572" y="9779"/>
                </a:cubicBezTo>
                <a:cubicBezTo>
                  <a:pt x="572" y="9112"/>
                  <a:pt x="918" y="8791"/>
                  <a:pt x="1334" y="8410"/>
                </a:cubicBezTo>
                <a:cubicBezTo>
                  <a:pt x="1775" y="8005"/>
                  <a:pt x="2275" y="7529"/>
                  <a:pt x="2275" y="6624"/>
                </a:cubicBezTo>
                <a:cubicBezTo>
                  <a:pt x="2275" y="5707"/>
                  <a:pt x="1775" y="5243"/>
                  <a:pt x="1334" y="4838"/>
                </a:cubicBezTo>
                <a:cubicBezTo>
                  <a:pt x="918" y="4457"/>
                  <a:pt x="572" y="4135"/>
                  <a:pt x="572" y="3469"/>
                </a:cubicBezTo>
                <a:cubicBezTo>
                  <a:pt x="572" y="2802"/>
                  <a:pt x="918" y="2480"/>
                  <a:pt x="1334" y="2099"/>
                </a:cubicBezTo>
                <a:cubicBezTo>
                  <a:pt x="1775" y="1683"/>
                  <a:pt x="2275" y="1230"/>
                  <a:pt x="2275" y="314"/>
                </a:cubicBezTo>
                <a:cubicBezTo>
                  <a:pt x="2287" y="105"/>
                  <a:pt x="2138" y="1"/>
                  <a:pt x="19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"/>
          <p:cNvSpPr/>
          <p:nvPr/>
        </p:nvSpPr>
        <p:spPr>
          <a:xfrm rot="10800000">
            <a:off x="7078025" y="201042"/>
            <a:ext cx="520537" cy="219543"/>
          </a:xfrm>
          <a:custGeom>
            <a:avLst/>
            <a:gdLst/>
            <a:ahLst/>
            <a:cxnLst/>
            <a:rect l="l" t="t" r="r" b="b"/>
            <a:pathLst>
              <a:path w="13384" h="5240" extrusionOk="0">
                <a:moveTo>
                  <a:pt x="10871" y="560"/>
                </a:moveTo>
                <a:cubicBezTo>
                  <a:pt x="11955" y="560"/>
                  <a:pt x="12836" y="1489"/>
                  <a:pt x="12836" y="2620"/>
                </a:cubicBezTo>
                <a:cubicBezTo>
                  <a:pt x="12836" y="3751"/>
                  <a:pt x="11955" y="4668"/>
                  <a:pt x="10871" y="4668"/>
                </a:cubicBezTo>
                <a:lnTo>
                  <a:pt x="2525" y="4668"/>
                </a:lnTo>
                <a:cubicBezTo>
                  <a:pt x="1430" y="4668"/>
                  <a:pt x="548" y="3751"/>
                  <a:pt x="548" y="2620"/>
                </a:cubicBezTo>
                <a:cubicBezTo>
                  <a:pt x="548" y="1489"/>
                  <a:pt x="1430" y="560"/>
                  <a:pt x="2525" y="560"/>
                </a:cubicBezTo>
                <a:close/>
                <a:moveTo>
                  <a:pt x="2525" y="1"/>
                </a:moveTo>
                <a:cubicBezTo>
                  <a:pt x="1132" y="1"/>
                  <a:pt x="1" y="1179"/>
                  <a:pt x="1" y="2620"/>
                </a:cubicBezTo>
                <a:cubicBezTo>
                  <a:pt x="1" y="4061"/>
                  <a:pt x="1132" y="5240"/>
                  <a:pt x="2525" y="5240"/>
                </a:cubicBezTo>
                <a:lnTo>
                  <a:pt x="10859" y="5240"/>
                </a:lnTo>
                <a:cubicBezTo>
                  <a:pt x="12252" y="5240"/>
                  <a:pt x="13383" y="4073"/>
                  <a:pt x="13383" y="2620"/>
                </a:cubicBezTo>
                <a:cubicBezTo>
                  <a:pt x="13383" y="1179"/>
                  <a:pt x="12252" y="1"/>
                  <a:pt x="108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"/>
          <p:cNvSpPr/>
          <p:nvPr/>
        </p:nvSpPr>
        <p:spPr>
          <a:xfrm rot="10800000">
            <a:off x="6858506" y="1406324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" name="Google Shape;154;p6"/>
          <p:cNvGrpSpPr/>
          <p:nvPr/>
        </p:nvGrpSpPr>
        <p:grpSpPr>
          <a:xfrm rot="9401133">
            <a:off x="5820639" y="3418911"/>
            <a:ext cx="151728" cy="149457"/>
            <a:chOff x="8639698" y="2706690"/>
            <a:chExt cx="151720" cy="149448"/>
          </a:xfrm>
        </p:grpSpPr>
        <p:sp>
          <p:nvSpPr>
            <p:cNvPr id="155" name="Google Shape;155;p6"/>
            <p:cNvSpPr/>
            <p:nvPr/>
          </p:nvSpPr>
          <p:spPr>
            <a:xfrm>
              <a:off x="8639698" y="2706690"/>
              <a:ext cx="151720" cy="149448"/>
            </a:xfrm>
            <a:custGeom>
              <a:avLst/>
              <a:gdLst/>
              <a:ahLst/>
              <a:cxnLst/>
              <a:rect l="l" t="t" r="r" b="b"/>
              <a:pathLst>
                <a:path w="3901" h="3567" extrusionOk="0">
                  <a:moveTo>
                    <a:pt x="3231" y="0"/>
                  </a:moveTo>
                  <a:cubicBezTo>
                    <a:pt x="3150" y="0"/>
                    <a:pt x="3073" y="34"/>
                    <a:pt x="3013" y="114"/>
                  </a:cubicBezTo>
                  <a:lnTo>
                    <a:pt x="263" y="2840"/>
                  </a:lnTo>
                  <a:cubicBezTo>
                    <a:pt x="1" y="3102"/>
                    <a:pt x="191" y="3554"/>
                    <a:pt x="560" y="3566"/>
                  </a:cubicBezTo>
                  <a:cubicBezTo>
                    <a:pt x="679" y="3554"/>
                    <a:pt x="775" y="3519"/>
                    <a:pt x="858" y="3435"/>
                  </a:cubicBezTo>
                  <a:lnTo>
                    <a:pt x="3608" y="709"/>
                  </a:lnTo>
                  <a:cubicBezTo>
                    <a:pt x="3900" y="474"/>
                    <a:pt x="3537" y="0"/>
                    <a:pt x="3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8640476" y="2707402"/>
              <a:ext cx="149775" cy="148736"/>
            </a:xfrm>
            <a:custGeom>
              <a:avLst/>
              <a:gdLst/>
              <a:ahLst/>
              <a:cxnLst/>
              <a:rect l="l" t="t" r="r" b="b"/>
              <a:pathLst>
                <a:path w="3851" h="3550" extrusionOk="0">
                  <a:moveTo>
                    <a:pt x="574" y="0"/>
                  </a:moveTo>
                  <a:cubicBezTo>
                    <a:pt x="261" y="0"/>
                    <a:pt x="1" y="375"/>
                    <a:pt x="243" y="692"/>
                  </a:cubicBezTo>
                  <a:lnTo>
                    <a:pt x="2993" y="3418"/>
                  </a:lnTo>
                  <a:cubicBezTo>
                    <a:pt x="3064" y="3502"/>
                    <a:pt x="3172" y="3549"/>
                    <a:pt x="3291" y="3549"/>
                  </a:cubicBezTo>
                  <a:cubicBezTo>
                    <a:pt x="3660" y="3537"/>
                    <a:pt x="3850" y="3085"/>
                    <a:pt x="3588" y="2823"/>
                  </a:cubicBezTo>
                  <a:lnTo>
                    <a:pt x="838" y="97"/>
                  </a:lnTo>
                  <a:cubicBezTo>
                    <a:pt x="753" y="29"/>
                    <a:pt x="661" y="0"/>
                    <a:pt x="5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" name="Google Shape;157;p6"/>
          <p:cNvSpPr/>
          <p:nvPr/>
        </p:nvSpPr>
        <p:spPr>
          <a:xfrm rot="10800000">
            <a:off x="6062766" y="1914678"/>
            <a:ext cx="83386" cy="133737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53" y="1144"/>
                  <a:pt x="1" y="1596"/>
                </a:cubicBezTo>
                <a:cubicBezTo>
                  <a:pt x="453" y="2060"/>
                  <a:pt x="822" y="2596"/>
                  <a:pt x="1072" y="3191"/>
                </a:cubicBezTo>
                <a:cubicBezTo>
                  <a:pt x="1322" y="2596"/>
                  <a:pt x="1679" y="2060"/>
                  <a:pt x="2144" y="1596"/>
                </a:cubicBezTo>
                <a:cubicBezTo>
                  <a:pt x="1679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"/>
          <p:cNvSpPr/>
          <p:nvPr/>
        </p:nvSpPr>
        <p:spPr>
          <a:xfrm rot="-8764439">
            <a:off x="1530404" y="1158943"/>
            <a:ext cx="82922" cy="134238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"/>
          <p:cNvSpPr/>
          <p:nvPr/>
        </p:nvSpPr>
        <p:spPr>
          <a:xfrm rot="-9150358">
            <a:off x="7962002" y="4674886"/>
            <a:ext cx="83386" cy="134197"/>
          </a:xfrm>
          <a:custGeom>
            <a:avLst/>
            <a:gdLst/>
            <a:ahLst/>
            <a:cxnLst/>
            <a:rect l="l" t="t" r="r" b="b"/>
            <a:pathLst>
              <a:path w="2144" h="3203" extrusionOk="0">
                <a:moveTo>
                  <a:pt x="1072" y="0"/>
                </a:moveTo>
                <a:cubicBezTo>
                  <a:pt x="822" y="595"/>
                  <a:pt x="465" y="1143"/>
                  <a:pt x="0" y="1596"/>
                </a:cubicBezTo>
                <a:cubicBezTo>
                  <a:pt x="465" y="2060"/>
                  <a:pt x="822" y="2596"/>
                  <a:pt x="1072" y="3203"/>
                </a:cubicBezTo>
                <a:cubicBezTo>
                  <a:pt x="1322" y="2596"/>
                  <a:pt x="1691" y="2060"/>
                  <a:pt x="2143" y="1596"/>
                </a:cubicBezTo>
                <a:cubicBezTo>
                  <a:pt x="1691" y="1143"/>
                  <a:pt x="1322" y="595"/>
                  <a:pt x="10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"/>
          <p:cNvSpPr/>
          <p:nvPr/>
        </p:nvSpPr>
        <p:spPr>
          <a:xfrm rot="9791675">
            <a:off x="7834796" y="243954"/>
            <a:ext cx="83388" cy="133734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64" y="1144"/>
                  <a:pt x="0" y="1596"/>
                </a:cubicBezTo>
                <a:cubicBezTo>
                  <a:pt x="464" y="2061"/>
                  <a:pt x="822" y="2596"/>
                  <a:pt x="1072" y="3192"/>
                </a:cubicBezTo>
                <a:cubicBezTo>
                  <a:pt x="1322" y="2596"/>
                  <a:pt x="1691" y="2061"/>
                  <a:pt x="2143" y="1596"/>
                </a:cubicBezTo>
                <a:cubicBezTo>
                  <a:pt x="1691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"/>
          <p:cNvSpPr/>
          <p:nvPr/>
        </p:nvSpPr>
        <p:spPr>
          <a:xfrm rot="10800000">
            <a:off x="4703458" y="1187344"/>
            <a:ext cx="949949" cy="77427"/>
          </a:xfrm>
          <a:custGeom>
            <a:avLst/>
            <a:gdLst/>
            <a:ahLst/>
            <a:cxnLst/>
            <a:rect l="l" t="t" r="r" b="b"/>
            <a:pathLst>
              <a:path w="24425" h="1848" extrusionOk="0">
                <a:moveTo>
                  <a:pt x="2727" y="1"/>
                </a:moveTo>
                <a:cubicBezTo>
                  <a:pt x="2000" y="1"/>
                  <a:pt x="1608" y="417"/>
                  <a:pt x="1334" y="727"/>
                </a:cubicBezTo>
                <a:cubicBezTo>
                  <a:pt x="1048" y="1037"/>
                  <a:pt x="822" y="1275"/>
                  <a:pt x="357" y="1275"/>
                </a:cubicBezTo>
                <a:cubicBezTo>
                  <a:pt x="0" y="1298"/>
                  <a:pt x="0" y="1822"/>
                  <a:pt x="357" y="1846"/>
                </a:cubicBezTo>
                <a:cubicBezTo>
                  <a:pt x="1072" y="1846"/>
                  <a:pt x="1465" y="1418"/>
                  <a:pt x="1750" y="1120"/>
                </a:cubicBezTo>
                <a:cubicBezTo>
                  <a:pt x="2036" y="810"/>
                  <a:pt x="2250" y="572"/>
                  <a:pt x="2727" y="572"/>
                </a:cubicBezTo>
                <a:cubicBezTo>
                  <a:pt x="3191" y="572"/>
                  <a:pt x="3393" y="787"/>
                  <a:pt x="3703" y="1120"/>
                </a:cubicBezTo>
                <a:cubicBezTo>
                  <a:pt x="4001" y="1441"/>
                  <a:pt x="4370" y="1846"/>
                  <a:pt x="5096" y="1846"/>
                </a:cubicBezTo>
                <a:cubicBezTo>
                  <a:pt x="5810" y="1846"/>
                  <a:pt x="6203" y="1418"/>
                  <a:pt x="6489" y="1120"/>
                </a:cubicBezTo>
                <a:cubicBezTo>
                  <a:pt x="6763" y="810"/>
                  <a:pt x="6989" y="572"/>
                  <a:pt x="7454" y="572"/>
                </a:cubicBezTo>
                <a:cubicBezTo>
                  <a:pt x="7930" y="572"/>
                  <a:pt x="8132" y="787"/>
                  <a:pt x="8430" y="1120"/>
                </a:cubicBezTo>
                <a:cubicBezTo>
                  <a:pt x="8727" y="1441"/>
                  <a:pt x="9108" y="1846"/>
                  <a:pt x="9823" y="1846"/>
                </a:cubicBezTo>
                <a:cubicBezTo>
                  <a:pt x="10537" y="1846"/>
                  <a:pt x="10930" y="1429"/>
                  <a:pt x="11216" y="1120"/>
                </a:cubicBezTo>
                <a:cubicBezTo>
                  <a:pt x="11502" y="810"/>
                  <a:pt x="11728" y="572"/>
                  <a:pt x="12192" y="572"/>
                </a:cubicBezTo>
                <a:cubicBezTo>
                  <a:pt x="12657" y="572"/>
                  <a:pt x="12859" y="787"/>
                  <a:pt x="13169" y="1120"/>
                </a:cubicBezTo>
                <a:cubicBezTo>
                  <a:pt x="13466" y="1441"/>
                  <a:pt x="13835" y="1846"/>
                  <a:pt x="14562" y="1846"/>
                </a:cubicBezTo>
                <a:cubicBezTo>
                  <a:pt x="15276" y="1846"/>
                  <a:pt x="15669" y="1429"/>
                  <a:pt x="15955" y="1120"/>
                </a:cubicBezTo>
                <a:cubicBezTo>
                  <a:pt x="16228" y="810"/>
                  <a:pt x="16455" y="572"/>
                  <a:pt x="16919" y="572"/>
                </a:cubicBezTo>
                <a:cubicBezTo>
                  <a:pt x="17395" y="572"/>
                  <a:pt x="17598" y="787"/>
                  <a:pt x="17895" y="1120"/>
                </a:cubicBezTo>
                <a:cubicBezTo>
                  <a:pt x="18193" y="1441"/>
                  <a:pt x="18574" y="1846"/>
                  <a:pt x="19288" y="1846"/>
                </a:cubicBezTo>
                <a:cubicBezTo>
                  <a:pt x="20003" y="1846"/>
                  <a:pt x="20396" y="1429"/>
                  <a:pt x="20681" y="1120"/>
                </a:cubicBezTo>
                <a:cubicBezTo>
                  <a:pt x="20967" y="810"/>
                  <a:pt x="21193" y="572"/>
                  <a:pt x="21658" y="572"/>
                </a:cubicBezTo>
                <a:cubicBezTo>
                  <a:pt x="22122" y="572"/>
                  <a:pt x="22336" y="787"/>
                  <a:pt x="22634" y="1120"/>
                </a:cubicBezTo>
                <a:cubicBezTo>
                  <a:pt x="22932" y="1441"/>
                  <a:pt x="23313" y="1846"/>
                  <a:pt x="24027" y="1846"/>
                </a:cubicBezTo>
                <a:cubicBezTo>
                  <a:pt x="24038" y="1847"/>
                  <a:pt x="24049" y="1848"/>
                  <a:pt x="24060" y="1848"/>
                </a:cubicBezTo>
                <a:cubicBezTo>
                  <a:pt x="24424" y="1848"/>
                  <a:pt x="24421" y="1274"/>
                  <a:pt x="24049" y="1274"/>
                </a:cubicBezTo>
                <a:cubicBezTo>
                  <a:pt x="24042" y="1274"/>
                  <a:pt x="24035" y="1274"/>
                  <a:pt x="24027" y="1275"/>
                </a:cubicBezTo>
                <a:cubicBezTo>
                  <a:pt x="23563" y="1275"/>
                  <a:pt x="23348" y="1048"/>
                  <a:pt x="23051" y="727"/>
                </a:cubicBezTo>
                <a:cubicBezTo>
                  <a:pt x="22753" y="406"/>
                  <a:pt x="22372" y="1"/>
                  <a:pt x="21658" y="1"/>
                </a:cubicBezTo>
                <a:cubicBezTo>
                  <a:pt x="20943" y="1"/>
                  <a:pt x="20550" y="417"/>
                  <a:pt x="20265" y="727"/>
                </a:cubicBezTo>
                <a:cubicBezTo>
                  <a:pt x="19979" y="1037"/>
                  <a:pt x="19765" y="1275"/>
                  <a:pt x="19288" y="1275"/>
                </a:cubicBezTo>
                <a:cubicBezTo>
                  <a:pt x="18824" y="1275"/>
                  <a:pt x="18622" y="1048"/>
                  <a:pt x="18312" y="727"/>
                </a:cubicBezTo>
                <a:cubicBezTo>
                  <a:pt x="18014" y="406"/>
                  <a:pt x="17645" y="1"/>
                  <a:pt x="16919" y="1"/>
                </a:cubicBezTo>
                <a:cubicBezTo>
                  <a:pt x="16205" y="1"/>
                  <a:pt x="15812" y="417"/>
                  <a:pt x="15538" y="727"/>
                </a:cubicBezTo>
                <a:cubicBezTo>
                  <a:pt x="15252" y="1037"/>
                  <a:pt x="15026" y="1275"/>
                  <a:pt x="14562" y="1275"/>
                </a:cubicBezTo>
                <a:cubicBezTo>
                  <a:pt x="14097" y="1275"/>
                  <a:pt x="13883" y="1048"/>
                  <a:pt x="13585" y="727"/>
                </a:cubicBezTo>
                <a:cubicBezTo>
                  <a:pt x="13288" y="406"/>
                  <a:pt x="12907" y="1"/>
                  <a:pt x="12192" y="1"/>
                </a:cubicBezTo>
                <a:cubicBezTo>
                  <a:pt x="11478" y="1"/>
                  <a:pt x="11085" y="417"/>
                  <a:pt x="10799" y="727"/>
                </a:cubicBezTo>
                <a:cubicBezTo>
                  <a:pt x="10513" y="1037"/>
                  <a:pt x="10287" y="1275"/>
                  <a:pt x="9823" y="1275"/>
                </a:cubicBezTo>
                <a:cubicBezTo>
                  <a:pt x="9359" y="1275"/>
                  <a:pt x="9156" y="1048"/>
                  <a:pt x="8847" y="727"/>
                </a:cubicBezTo>
                <a:cubicBezTo>
                  <a:pt x="8549" y="406"/>
                  <a:pt x="8168" y="1"/>
                  <a:pt x="7454" y="1"/>
                </a:cubicBezTo>
                <a:cubicBezTo>
                  <a:pt x="6739" y="1"/>
                  <a:pt x="6346" y="417"/>
                  <a:pt x="6060" y="727"/>
                </a:cubicBezTo>
                <a:cubicBezTo>
                  <a:pt x="5787" y="1037"/>
                  <a:pt x="5560" y="1275"/>
                  <a:pt x="5096" y="1275"/>
                </a:cubicBezTo>
                <a:cubicBezTo>
                  <a:pt x="4620" y="1275"/>
                  <a:pt x="4417" y="1048"/>
                  <a:pt x="4120" y="727"/>
                </a:cubicBezTo>
                <a:cubicBezTo>
                  <a:pt x="3810" y="406"/>
                  <a:pt x="3441" y="1"/>
                  <a:pt x="272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"/>
          <p:cNvSpPr/>
          <p:nvPr/>
        </p:nvSpPr>
        <p:spPr>
          <a:xfrm rot="10800000">
            <a:off x="2330838" y="4828071"/>
            <a:ext cx="785395" cy="63894"/>
          </a:xfrm>
          <a:custGeom>
            <a:avLst/>
            <a:gdLst/>
            <a:ahLst/>
            <a:cxnLst/>
            <a:rect l="l" t="t" r="r" b="b"/>
            <a:pathLst>
              <a:path w="20194" h="1525" extrusionOk="0">
                <a:moveTo>
                  <a:pt x="2263" y="0"/>
                </a:moveTo>
                <a:cubicBezTo>
                  <a:pt x="1680" y="0"/>
                  <a:pt x="1346" y="357"/>
                  <a:pt x="1120" y="607"/>
                </a:cubicBezTo>
                <a:cubicBezTo>
                  <a:pt x="882" y="858"/>
                  <a:pt x="691" y="1048"/>
                  <a:pt x="310" y="1048"/>
                </a:cubicBezTo>
                <a:cubicBezTo>
                  <a:pt x="1" y="1048"/>
                  <a:pt x="1" y="1524"/>
                  <a:pt x="310" y="1524"/>
                </a:cubicBezTo>
                <a:cubicBezTo>
                  <a:pt x="906" y="1524"/>
                  <a:pt x="1227" y="1167"/>
                  <a:pt x="1465" y="917"/>
                </a:cubicBezTo>
                <a:cubicBezTo>
                  <a:pt x="1692" y="667"/>
                  <a:pt x="1882" y="465"/>
                  <a:pt x="2263" y="465"/>
                </a:cubicBezTo>
                <a:cubicBezTo>
                  <a:pt x="2656" y="465"/>
                  <a:pt x="2823" y="643"/>
                  <a:pt x="3073" y="917"/>
                </a:cubicBezTo>
                <a:cubicBezTo>
                  <a:pt x="3323" y="1191"/>
                  <a:pt x="3632" y="1524"/>
                  <a:pt x="4228" y="1524"/>
                </a:cubicBezTo>
                <a:cubicBezTo>
                  <a:pt x="4823" y="1524"/>
                  <a:pt x="5144" y="1167"/>
                  <a:pt x="5382" y="917"/>
                </a:cubicBezTo>
                <a:cubicBezTo>
                  <a:pt x="5609" y="667"/>
                  <a:pt x="5799" y="465"/>
                  <a:pt x="6180" y="465"/>
                </a:cubicBezTo>
                <a:cubicBezTo>
                  <a:pt x="6573" y="465"/>
                  <a:pt x="6740" y="643"/>
                  <a:pt x="6990" y="917"/>
                </a:cubicBezTo>
                <a:cubicBezTo>
                  <a:pt x="7240" y="1191"/>
                  <a:pt x="7549" y="1524"/>
                  <a:pt x="8145" y="1524"/>
                </a:cubicBezTo>
                <a:cubicBezTo>
                  <a:pt x="8740" y="1524"/>
                  <a:pt x="9061" y="1167"/>
                  <a:pt x="9300" y="917"/>
                </a:cubicBezTo>
                <a:cubicBezTo>
                  <a:pt x="9526" y="667"/>
                  <a:pt x="9716" y="465"/>
                  <a:pt x="10097" y="465"/>
                </a:cubicBezTo>
                <a:cubicBezTo>
                  <a:pt x="10490" y="465"/>
                  <a:pt x="10657" y="643"/>
                  <a:pt x="10907" y="917"/>
                </a:cubicBezTo>
                <a:cubicBezTo>
                  <a:pt x="11157" y="1191"/>
                  <a:pt x="11467" y="1524"/>
                  <a:pt x="12062" y="1524"/>
                </a:cubicBezTo>
                <a:cubicBezTo>
                  <a:pt x="12645" y="1524"/>
                  <a:pt x="12979" y="1167"/>
                  <a:pt x="13205" y="917"/>
                </a:cubicBezTo>
                <a:cubicBezTo>
                  <a:pt x="13443" y="667"/>
                  <a:pt x="13633" y="465"/>
                  <a:pt x="14014" y="465"/>
                </a:cubicBezTo>
                <a:cubicBezTo>
                  <a:pt x="14395" y="465"/>
                  <a:pt x="14562" y="643"/>
                  <a:pt x="14812" y="917"/>
                </a:cubicBezTo>
                <a:cubicBezTo>
                  <a:pt x="15062" y="1191"/>
                  <a:pt x="15372" y="1524"/>
                  <a:pt x="15967" y="1524"/>
                </a:cubicBezTo>
                <a:cubicBezTo>
                  <a:pt x="16562" y="1524"/>
                  <a:pt x="16884" y="1167"/>
                  <a:pt x="17122" y="917"/>
                </a:cubicBezTo>
                <a:cubicBezTo>
                  <a:pt x="17360" y="667"/>
                  <a:pt x="17539" y="465"/>
                  <a:pt x="17932" y="465"/>
                </a:cubicBezTo>
                <a:cubicBezTo>
                  <a:pt x="18313" y="465"/>
                  <a:pt x="18479" y="643"/>
                  <a:pt x="18729" y="917"/>
                </a:cubicBezTo>
                <a:cubicBezTo>
                  <a:pt x="18979" y="1191"/>
                  <a:pt x="19289" y="1524"/>
                  <a:pt x="19884" y="1524"/>
                </a:cubicBezTo>
                <a:cubicBezTo>
                  <a:pt x="20194" y="1524"/>
                  <a:pt x="20194" y="1048"/>
                  <a:pt x="19884" y="1048"/>
                </a:cubicBezTo>
                <a:cubicBezTo>
                  <a:pt x="19491" y="1048"/>
                  <a:pt x="19325" y="881"/>
                  <a:pt x="19075" y="607"/>
                </a:cubicBezTo>
                <a:cubicBezTo>
                  <a:pt x="18825" y="334"/>
                  <a:pt x="18515" y="0"/>
                  <a:pt x="17920" y="0"/>
                </a:cubicBezTo>
                <a:cubicBezTo>
                  <a:pt x="17336" y="0"/>
                  <a:pt x="17003" y="357"/>
                  <a:pt x="16777" y="607"/>
                </a:cubicBezTo>
                <a:cubicBezTo>
                  <a:pt x="16539" y="858"/>
                  <a:pt x="16348" y="1048"/>
                  <a:pt x="15967" y="1048"/>
                </a:cubicBezTo>
                <a:cubicBezTo>
                  <a:pt x="15586" y="1048"/>
                  <a:pt x="15419" y="881"/>
                  <a:pt x="15157" y="607"/>
                </a:cubicBezTo>
                <a:cubicBezTo>
                  <a:pt x="14907" y="334"/>
                  <a:pt x="14598" y="0"/>
                  <a:pt x="14014" y="0"/>
                </a:cubicBezTo>
                <a:cubicBezTo>
                  <a:pt x="13419" y="0"/>
                  <a:pt x="13098" y="357"/>
                  <a:pt x="12860" y="607"/>
                </a:cubicBezTo>
                <a:cubicBezTo>
                  <a:pt x="12621" y="858"/>
                  <a:pt x="12443" y="1048"/>
                  <a:pt x="12050" y="1048"/>
                </a:cubicBezTo>
                <a:cubicBezTo>
                  <a:pt x="11669" y="1048"/>
                  <a:pt x="11502" y="881"/>
                  <a:pt x="11252" y="607"/>
                </a:cubicBezTo>
                <a:cubicBezTo>
                  <a:pt x="11002" y="334"/>
                  <a:pt x="10693" y="0"/>
                  <a:pt x="10097" y="0"/>
                </a:cubicBezTo>
                <a:cubicBezTo>
                  <a:pt x="9502" y="0"/>
                  <a:pt x="9181" y="357"/>
                  <a:pt x="8942" y="607"/>
                </a:cubicBezTo>
                <a:cubicBezTo>
                  <a:pt x="8716" y="858"/>
                  <a:pt x="8526" y="1048"/>
                  <a:pt x="8145" y="1048"/>
                </a:cubicBezTo>
                <a:cubicBezTo>
                  <a:pt x="7752" y="1048"/>
                  <a:pt x="7585" y="881"/>
                  <a:pt x="7335" y="607"/>
                </a:cubicBezTo>
                <a:cubicBezTo>
                  <a:pt x="7085" y="334"/>
                  <a:pt x="6775" y="0"/>
                  <a:pt x="6180" y="0"/>
                </a:cubicBezTo>
                <a:cubicBezTo>
                  <a:pt x="5597" y="0"/>
                  <a:pt x="5263" y="357"/>
                  <a:pt x="5037" y="607"/>
                </a:cubicBezTo>
                <a:cubicBezTo>
                  <a:pt x="4799" y="858"/>
                  <a:pt x="4609" y="1048"/>
                  <a:pt x="4228" y="1048"/>
                </a:cubicBezTo>
                <a:cubicBezTo>
                  <a:pt x="3835" y="1048"/>
                  <a:pt x="3668" y="881"/>
                  <a:pt x="3418" y="607"/>
                </a:cubicBezTo>
                <a:cubicBezTo>
                  <a:pt x="3168" y="334"/>
                  <a:pt x="2858" y="0"/>
                  <a:pt x="22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"/>
          <p:cNvSpPr/>
          <p:nvPr/>
        </p:nvSpPr>
        <p:spPr>
          <a:xfrm rot="-9262528">
            <a:off x="4391184" y="2375628"/>
            <a:ext cx="82919" cy="134242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/>
          <p:nvPr/>
        </p:nvSpPr>
        <p:spPr>
          <a:xfrm rot="10800000">
            <a:off x="1891036" y="2395078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"/>
          <p:cNvSpPr/>
          <p:nvPr/>
        </p:nvSpPr>
        <p:spPr>
          <a:xfrm rot="10800000">
            <a:off x="6423599" y="2845378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" name="Google Shape;166;p6"/>
          <p:cNvGrpSpPr/>
          <p:nvPr/>
        </p:nvGrpSpPr>
        <p:grpSpPr>
          <a:xfrm rot="-9224546" flipH="1">
            <a:off x="900510" y="563851"/>
            <a:ext cx="142655" cy="149446"/>
            <a:chOff x="1160468" y="31374"/>
            <a:chExt cx="142658" cy="149448"/>
          </a:xfrm>
        </p:grpSpPr>
        <p:sp>
          <p:nvSpPr>
            <p:cNvPr id="167" name="Google Shape;167;p6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" name="Google Shape;169;p6"/>
          <p:cNvSpPr/>
          <p:nvPr/>
        </p:nvSpPr>
        <p:spPr>
          <a:xfrm rot="5400000">
            <a:off x="203431" y="2461737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6"/>
          <p:cNvSpPr/>
          <p:nvPr/>
        </p:nvSpPr>
        <p:spPr>
          <a:xfrm rot="-9150358">
            <a:off x="421990" y="4173086"/>
            <a:ext cx="83386" cy="134197"/>
          </a:xfrm>
          <a:custGeom>
            <a:avLst/>
            <a:gdLst/>
            <a:ahLst/>
            <a:cxnLst/>
            <a:rect l="l" t="t" r="r" b="b"/>
            <a:pathLst>
              <a:path w="2144" h="3203" extrusionOk="0">
                <a:moveTo>
                  <a:pt x="1072" y="0"/>
                </a:moveTo>
                <a:cubicBezTo>
                  <a:pt x="822" y="595"/>
                  <a:pt x="465" y="1143"/>
                  <a:pt x="0" y="1596"/>
                </a:cubicBezTo>
                <a:cubicBezTo>
                  <a:pt x="465" y="2060"/>
                  <a:pt x="822" y="2596"/>
                  <a:pt x="1072" y="3203"/>
                </a:cubicBezTo>
                <a:cubicBezTo>
                  <a:pt x="1322" y="2596"/>
                  <a:pt x="1691" y="2060"/>
                  <a:pt x="2143" y="1596"/>
                </a:cubicBezTo>
                <a:cubicBezTo>
                  <a:pt x="1691" y="1143"/>
                  <a:pt x="1322" y="595"/>
                  <a:pt x="10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932800" y="714850"/>
            <a:ext cx="3008700" cy="3888600"/>
          </a:xfrm>
          <a:prstGeom prst="roundRect">
            <a:avLst>
              <a:gd name="adj" fmla="val 14782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5620503" y="2985683"/>
            <a:ext cx="1125277" cy="196122"/>
          </a:xfrm>
          <a:custGeom>
            <a:avLst/>
            <a:gdLst/>
            <a:ahLst/>
            <a:cxnLst/>
            <a:rect l="l" t="t" r="r" b="b"/>
            <a:pathLst>
              <a:path w="28933" h="4681" extrusionOk="0">
                <a:moveTo>
                  <a:pt x="2334" y="1"/>
                </a:moveTo>
                <a:cubicBezTo>
                  <a:pt x="1048" y="1"/>
                  <a:pt x="0" y="1049"/>
                  <a:pt x="0" y="2335"/>
                </a:cubicBezTo>
                <a:cubicBezTo>
                  <a:pt x="0" y="3632"/>
                  <a:pt x="1048" y="4680"/>
                  <a:pt x="2334" y="4680"/>
                </a:cubicBezTo>
                <a:lnTo>
                  <a:pt x="26599" y="4680"/>
                </a:lnTo>
                <a:cubicBezTo>
                  <a:pt x="27885" y="4680"/>
                  <a:pt x="28933" y="3632"/>
                  <a:pt x="28933" y="2335"/>
                </a:cubicBezTo>
                <a:cubicBezTo>
                  <a:pt x="28933" y="1049"/>
                  <a:pt x="27885" y="1"/>
                  <a:pt x="2659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1273511" y="1934064"/>
            <a:ext cx="88947" cy="1346544"/>
          </a:xfrm>
          <a:custGeom>
            <a:avLst/>
            <a:gdLst/>
            <a:ahLst/>
            <a:cxnLst/>
            <a:rect l="l" t="t" r="r" b="b"/>
            <a:pathLst>
              <a:path w="2287" h="32139" extrusionOk="0">
                <a:moveTo>
                  <a:pt x="1989" y="1"/>
                </a:moveTo>
                <a:cubicBezTo>
                  <a:pt x="1840" y="1"/>
                  <a:pt x="1691" y="105"/>
                  <a:pt x="1703" y="314"/>
                </a:cubicBezTo>
                <a:cubicBezTo>
                  <a:pt x="1703" y="980"/>
                  <a:pt x="1358" y="1302"/>
                  <a:pt x="941" y="1683"/>
                </a:cubicBezTo>
                <a:cubicBezTo>
                  <a:pt x="501" y="2088"/>
                  <a:pt x="1" y="2552"/>
                  <a:pt x="1" y="3469"/>
                </a:cubicBezTo>
                <a:cubicBezTo>
                  <a:pt x="1" y="4374"/>
                  <a:pt x="501" y="4838"/>
                  <a:pt x="941" y="5255"/>
                </a:cubicBezTo>
                <a:cubicBezTo>
                  <a:pt x="1358" y="5624"/>
                  <a:pt x="1703" y="5957"/>
                  <a:pt x="1703" y="6624"/>
                </a:cubicBezTo>
                <a:cubicBezTo>
                  <a:pt x="1703" y="7279"/>
                  <a:pt x="1358" y="7612"/>
                  <a:pt x="941" y="7993"/>
                </a:cubicBezTo>
                <a:cubicBezTo>
                  <a:pt x="501" y="8398"/>
                  <a:pt x="1" y="8862"/>
                  <a:pt x="1" y="9779"/>
                </a:cubicBezTo>
                <a:cubicBezTo>
                  <a:pt x="1" y="10684"/>
                  <a:pt x="501" y="11148"/>
                  <a:pt x="941" y="11565"/>
                </a:cubicBezTo>
                <a:cubicBezTo>
                  <a:pt x="1358" y="11934"/>
                  <a:pt x="1703" y="12267"/>
                  <a:pt x="1703" y="12922"/>
                </a:cubicBezTo>
                <a:cubicBezTo>
                  <a:pt x="1703" y="13589"/>
                  <a:pt x="1358" y="13922"/>
                  <a:pt x="941" y="14291"/>
                </a:cubicBezTo>
                <a:cubicBezTo>
                  <a:pt x="501" y="14708"/>
                  <a:pt x="1" y="15172"/>
                  <a:pt x="1" y="16077"/>
                </a:cubicBezTo>
                <a:cubicBezTo>
                  <a:pt x="1" y="16994"/>
                  <a:pt x="501" y="17458"/>
                  <a:pt x="941" y="17863"/>
                </a:cubicBezTo>
                <a:cubicBezTo>
                  <a:pt x="1358" y="18244"/>
                  <a:pt x="1703" y="18566"/>
                  <a:pt x="1703" y="19233"/>
                </a:cubicBezTo>
                <a:cubicBezTo>
                  <a:pt x="1703" y="19899"/>
                  <a:pt x="1358" y="20221"/>
                  <a:pt x="941" y="20602"/>
                </a:cubicBezTo>
                <a:cubicBezTo>
                  <a:pt x="501" y="21018"/>
                  <a:pt x="1" y="21483"/>
                  <a:pt x="1" y="22388"/>
                </a:cubicBezTo>
                <a:cubicBezTo>
                  <a:pt x="1" y="23304"/>
                  <a:pt x="501" y="23769"/>
                  <a:pt x="941" y="24174"/>
                </a:cubicBezTo>
                <a:cubicBezTo>
                  <a:pt x="1358" y="24555"/>
                  <a:pt x="1703" y="24888"/>
                  <a:pt x="1703" y="25543"/>
                </a:cubicBezTo>
                <a:cubicBezTo>
                  <a:pt x="1703" y="26210"/>
                  <a:pt x="1358" y="26531"/>
                  <a:pt x="941" y="26912"/>
                </a:cubicBezTo>
                <a:cubicBezTo>
                  <a:pt x="501" y="27317"/>
                  <a:pt x="1" y="27793"/>
                  <a:pt x="1" y="28698"/>
                </a:cubicBezTo>
                <a:cubicBezTo>
                  <a:pt x="1" y="29615"/>
                  <a:pt x="501" y="30079"/>
                  <a:pt x="941" y="30484"/>
                </a:cubicBezTo>
                <a:cubicBezTo>
                  <a:pt x="1358" y="30865"/>
                  <a:pt x="1703" y="31198"/>
                  <a:pt x="1703" y="31853"/>
                </a:cubicBezTo>
                <a:cubicBezTo>
                  <a:pt x="1703" y="32020"/>
                  <a:pt x="1834" y="32139"/>
                  <a:pt x="1989" y="32139"/>
                </a:cubicBezTo>
                <a:cubicBezTo>
                  <a:pt x="2144" y="32139"/>
                  <a:pt x="2275" y="32020"/>
                  <a:pt x="2275" y="31865"/>
                </a:cubicBezTo>
                <a:cubicBezTo>
                  <a:pt x="2275" y="30948"/>
                  <a:pt x="1775" y="30484"/>
                  <a:pt x="1334" y="30079"/>
                </a:cubicBezTo>
                <a:cubicBezTo>
                  <a:pt x="918" y="29698"/>
                  <a:pt x="572" y="29365"/>
                  <a:pt x="572" y="28710"/>
                </a:cubicBezTo>
                <a:cubicBezTo>
                  <a:pt x="572" y="28043"/>
                  <a:pt x="918" y="27710"/>
                  <a:pt x="1334" y="27341"/>
                </a:cubicBezTo>
                <a:cubicBezTo>
                  <a:pt x="1775" y="26924"/>
                  <a:pt x="2275" y="26460"/>
                  <a:pt x="2275" y="25555"/>
                </a:cubicBezTo>
                <a:cubicBezTo>
                  <a:pt x="2275" y="24638"/>
                  <a:pt x="1775" y="24174"/>
                  <a:pt x="1334" y="23769"/>
                </a:cubicBezTo>
                <a:cubicBezTo>
                  <a:pt x="918" y="23388"/>
                  <a:pt x="572" y="23054"/>
                  <a:pt x="572" y="22388"/>
                </a:cubicBezTo>
                <a:cubicBezTo>
                  <a:pt x="572" y="21733"/>
                  <a:pt x="918" y="21399"/>
                  <a:pt x="1334" y="21030"/>
                </a:cubicBezTo>
                <a:cubicBezTo>
                  <a:pt x="1775" y="20614"/>
                  <a:pt x="2275" y="20149"/>
                  <a:pt x="2275" y="19244"/>
                </a:cubicBezTo>
                <a:cubicBezTo>
                  <a:pt x="2275" y="18328"/>
                  <a:pt x="1775" y="17863"/>
                  <a:pt x="1334" y="17458"/>
                </a:cubicBezTo>
                <a:cubicBezTo>
                  <a:pt x="918" y="17077"/>
                  <a:pt x="572" y="16744"/>
                  <a:pt x="572" y="16089"/>
                </a:cubicBezTo>
                <a:cubicBezTo>
                  <a:pt x="572" y="15423"/>
                  <a:pt x="918" y="15089"/>
                  <a:pt x="1334" y="14720"/>
                </a:cubicBezTo>
                <a:cubicBezTo>
                  <a:pt x="1775" y="14303"/>
                  <a:pt x="2275" y="13839"/>
                  <a:pt x="2275" y="12934"/>
                </a:cubicBezTo>
                <a:cubicBezTo>
                  <a:pt x="2275" y="12017"/>
                  <a:pt x="1775" y="11553"/>
                  <a:pt x="1334" y="11148"/>
                </a:cubicBezTo>
                <a:cubicBezTo>
                  <a:pt x="918" y="10767"/>
                  <a:pt x="572" y="10446"/>
                  <a:pt x="572" y="9779"/>
                </a:cubicBezTo>
                <a:cubicBezTo>
                  <a:pt x="572" y="9112"/>
                  <a:pt x="918" y="8791"/>
                  <a:pt x="1334" y="8410"/>
                </a:cubicBezTo>
                <a:cubicBezTo>
                  <a:pt x="1775" y="8005"/>
                  <a:pt x="2275" y="7529"/>
                  <a:pt x="2275" y="6624"/>
                </a:cubicBezTo>
                <a:cubicBezTo>
                  <a:pt x="2275" y="5707"/>
                  <a:pt x="1775" y="5243"/>
                  <a:pt x="1334" y="4838"/>
                </a:cubicBezTo>
                <a:cubicBezTo>
                  <a:pt x="918" y="4457"/>
                  <a:pt x="572" y="4135"/>
                  <a:pt x="572" y="3469"/>
                </a:cubicBezTo>
                <a:cubicBezTo>
                  <a:pt x="572" y="2802"/>
                  <a:pt x="918" y="2480"/>
                  <a:pt x="1334" y="2099"/>
                </a:cubicBezTo>
                <a:cubicBezTo>
                  <a:pt x="1775" y="1683"/>
                  <a:pt x="2275" y="1230"/>
                  <a:pt x="2275" y="314"/>
                </a:cubicBezTo>
                <a:cubicBezTo>
                  <a:pt x="2287" y="105"/>
                  <a:pt x="2138" y="1"/>
                  <a:pt x="19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5563065" y="4269757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7392607" y="3569429"/>
            <a:ext cx="520537" cy="219543"/>
          </a:xfrm>
          <a:custGeom>
            <a:avLst/>
            <a:gdLst/>
            <a:ahLst/>
            <a:cxnLst/>
            <a:rect l="l" t="t" r="r" b="b"/>
            <a:pathLst>
              <a:path w="13384" h="5240" extrusionOk="0">
                <a:moveTo>
                  <a:pt x="10871" y="560"/>
                </a:moveTo>
                <a:cubicBezTo>
                  <a:pt x="11955" y="560"/>
                  <a:pt x="12836" y="1489"/>
                  <a:pt x="12836" y="2620"/>
                </a:cubicBezTo>
                <a:cubicBezTo>
                  <a:pt x="12836" y="3751"/>
                  <a:pt x="11955" y="4668"/>
                  <a:pt x="10871" y="4668"/>
                </a:cubicBezTo>
                <a:lnTo>
                  <a:pt x="2525" y="4668"/>
                </a:lnTo>
                <a:cubicBezTo>
                  <a:pt x="1430" y="4668"/>
                  <a:pt x="548" y="3751"/>
                  <a:pt x="548" y="2620"/>
                </a:cubicBezTo>
                <a:cubicBezTo>
                  <a:pt x="548" y="1489"/>
                  <a:pt x="1430" y="560"/>
                  <a:pt x="2525" y="560"/>
                </a:cubicBezTo>
                <a:close/>
                <a:moveTo>
                  <a:pt x="2525" y="1"/>
                </a:moveTo>
                <a:cubicBezTo>
                  <a:pt x="1132" y="1"/>
                  <a:pt x="1" y="1179"/>
                  <a:pt x="1" y="2620"/>
                </a:cubicBezTo>
                <a:cubicBezTo>
                  <a:pt x="1" y="4061"/>
                  <a:pt x="1132" y="5240"/>
                  <a:pt x="2525" y="5240"/>
                </a:cubicBezTo>
                <a:lnTo>
                  <a:pt x="10859" y="5240"/>
                </a:lnTo>
                <a:cubicBezTo>
                  <a:pt x="12252" y="5240"/>
                  <a:pt x="13383" y="4073"/>
                  <a:pt x="13383" y="2620"/>
                </a:cubicBezTo>
                <a:cubicBezTo>
                  <a:pt x="13383" y="1179"/>
                  <a:pt x="12252" y="1"/>
                  <a:pt x="108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1905740" y="3380782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" name="Google Shape;178;p7"/>
          <p:cNvGrpSpPr/>
          <p:nvPr/>
        </p:nvGrpSpPr>
        <p:grpSpPr>
          <a:xfrm>
            <a:off x="6819373" y="3604465"/>
            <a:ext cx="151720" cy="149448"/>
            <a:chOff x="8639698" y="2706690"/>
            <a:chExt cx="151720" cy="149448"/>
          </a:xfrm>
        </p:grpSpPr>
        <p:sp>
          <p:nvSpPr>
            <p:cNvPr id="179" name="Google Shape;179;p7"/>
            <p:cNvSpPr/>
            <p:nvPr/>
          </p:nvSpPr>
          <p:spPr>
            <a:xfrm>
              <a:off x="8639698" y="2706690"/>
              <a:ext cx="151720" cy="149448"/>
            </a:xfrm>
            <a:custGeom>
              <a:avLst/>
              <a:gdLst/>
              <a:ahLst/>
              <a:cxnLst/>
              <a:rect l="l" t="t" r="r" b="b"/>
              <a:pathLst>
                <a:path w="3901" h="3567" extrusionOk="0">
                  <a:moveTo>
                    <a:pt x="3231" y="0"/>
                  </a:moveTo>
                  <a:cubicBezTo>
                    <a:pt x="3150" y="0"/>
                    <a:pt x="3073" y="34"/>
                    <a:pt x="3013" y="114"/>
                  </a:cubicBezTo>
                  <a:lnTo>
                    <a:pt x="263" y="2840"/>
                  </a:lnTo>
                  <a:cubicBezTo>
                    <a:pt x="1" y="3102"/>
                    <a:pt x="191" y="3554"/>
                    <a:pt x="560" y="3566"/>
                  </a:cubicBezTo>
                  <a:cubicBezTo>
                    <a:pt x="679" y="3554"/>
                    <a:pt x="775" y="3519"/>
                    <a:pt x="858" y="3435"/>
                  </a:cubicBezTo>
                  <a:lnTo>
                    <a:pt x="3608" y="709"/>
                  </a:lnTo>
                  <a:cubicBezTo>
                    <a:pt x="3900" y="474"/>
                    <a:pt x="3537" y="0"/>
                    <a:pt x="3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8640476" y="2707402"/>
              <a:ext cx="149775" cy="148736"/>
            </a:xfrm>
            <a:custGeom>
              <a:avLst/>
              <a:gdLst/>
              <a:ahLst/>
              <a:cxnLst/>
              <a:rect l="l" t="t" r="r" b="b"/>
              <a:pathLst>
                <a:path w="3851" h="3550" extrusionOk="0">
                  <a:moveTo>
                    <a:pt x="574" y="0"/>
                  </a:moveTo>
                  <a:cubicBezTo>
                    <a:pt x="261" y="0"/>
                    <a:pt x="1" y="375"/>
                    <a:pt x="243" y="692"/>
                  </a:cubicBezTo>
                  <a:lnTo>
                    <a:pt x="2993" y="3418"/>
                  </a:lnTo>
                  <a:cubicBezTo>
                    <a:pt x="3064" y="3502"/>
                    <a:pt x="3172" y="3549"/>
                    <a:pt x="3291" y="3549"/>
                  </a:cubicBezTo>
                  <a:cubicBezTo>
                    <a:pt x="3660" y="3537"/>
                    <a:pt x="3850" y="3085"/>
                    <a:pt x="3588" y="2823"/>
                  </a:cubicBezTo>
                  <a:lnTo>
                    <a:pt x="838" y="97"/>
                  </a:lnTo>
                  <a:cubicBezTo>
                    <a:pt x="753" y="29"/>
                    <a:pt x="661" y="0"/>
                    <a:pt x="5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" name="Google Shape;181;p7"/>
          <p:cNvGrpSpPr/>
          <p:nvPr/>
        </p:nvGrpSpPr>
        <p:grpSpPr>
          <a:xfrm>
            <a:off x="1720268" y="1106949"/>
            <a:ext cx="142658" cy="149448"/>
            <a:chOff x="1160468" y="31374"/>
            <a:chExt cx="142658" cy="149448"/>
          </a:xfrm>
        </p:grpSpPr>
        <p:sp>
          <p:nvSpPr>
            <p:cNvPr id="182" name="Google Shape;182;p7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" name="Google Shape;184;p7"/>
          <p:cNvSpPr/>
          <p:nvPr/>
        </p:nvSpPr>
        <p:spPr>
          <a:xfrm>
            <a:off x="7830806" y="1359300"/>
            <a:ext cx="83386" cy="133737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53" y="1144"/>
                  <a:pt x="1" y="1596"/>
                </a:cubicBezTo>
                <a:cubicBezTo>
                  <a:pt x="453" y="2060"/>
                  <a:pt x="822" y="2596"/>
                  <a:pt x="1072" y="3191"/>
                </a:cubicBezTo>
                <a:cubicBezTo>
                  <a:pt x="1322" y="2596"/>
                  <a:pt x="1679" y="2060"/>
                  <a:pt x="2144" y="1596"/>
                </a:cubicBezTo>
                <a:cubicBezTo>
                  <a:pt x="1679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8073117" y="3844881"/>
            <a:ext cx="82919" cy="134240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1190105" y="1303082"/>
            <a:ext cx="83386" cy="134198"/>
          </a:xfrm>
          <a:custGeom>
            <a:avLst/>
            <a:gdLst/>
            <a:ahLst/>
            <a:cxnLst/>
            <a:rect l="l" t="t" r="r" b="b"/>
            <a:pathLst>
              <a:path w="2144" h="3203" extrusionOk="0">
                <a:moveTo>
                  <a:pt x="1072" y="0"/>
                </a:moveTo>
                <a:cubicBezTo>
                  <a:pt x="822" y="595"/>
                  <a:pt x="465" y="1143"/>
                  <a:pt x="0" y="1596"/>
                </a:cubicBezTo>
                <a:cubicBezTo>
                  <a:pt x="465" y="2060"/>
                  <a:pt x="822" y="2596"/>
                  <a:pt x="1072" y="3203"/>
                </a:cubicBezTo>
                <a:cubicBezTo>
                  <a:pt x="1322" y="2596"/>
                  <a:pt x="1691" y="2060"/>
                  <a:pt x="2143" y="1596"/>
                </a:cubicBezTo>
                <a:cubicBezTo>
                  <a:pt x="1691" y="1143"/>
                  <a:pt x="1322" y="595"/>
                  <a:pt x="10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722788" y="3986726"/>
            <a:ext cx="83386" cy="133737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64" y="1144"/>
                  <a:pt x="0" y="1596"/>
                </a:cubicBezTo>
                <a:cubicBezTo>
                  <a:pt x="464" y="2061"/>
                  <a:pt x="822" y="2596"/>
                  <a:pt x="1072" y="3192"/>
                </a:cubicBezTo>
                <a:cubicBezTo>
                  <a:pt x="1322" y="2596"/>
                  <a:pt x="1691" y="2061"/>
                  <a:pt x="2143" y="1596"/>
                </a:cubicBezTo>
                <a:cubicBezTo>
                  <a:pt x="1691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2047761" y="4088118"/>
            <a:ext cx="949949" cy="77427"/>
          </a:xfrm>
          <a:custGeom>
            <a:avLst/>
            <a:gdLst/>
            <a:ahLst/>
            <a:cxnLst/>
            <a:rect l="l" t="t" r="r" b="b"/>
            <a:pathLst>
              <a:path w="24425" h="1848" extrusionOk="0">
                <a:moveTo>
                  <a:pt x="2727" y="1"/>
                </a:moveTo>
                <a:cubicBezTo>
                  <a:pt x="2000" y="1"/>
                  <a:pt x="1608" y="417"/>
                  <a:pt x="1334" y="727"/>
                </a:cubicBezTo>
                <a:cubicBezTo>
                  <a:pt x="1048" y="1037"/>
                  <a:pt x="822" y="1275"/>
                  <a:pt x="357" y="1275"/>
                </a:cubicBezTo>
                <a:cubicBezTo>
                  <a:pt x="0" y="1298"/>
                  <a:pt x="0" y="1822"/>
                  <a:pt x="357" y="1846"/>
                </a:cubicBezTo>
                <a:cubicBezTo>
                  <a:pt x="1072" y="1846"/>
                  <a:pt x="1465" y="1418"/>
                  <a:pt x="1750" y="1120"/>
                </a:cubicBezTo>
                <a:cubicBezTo>
                  <a:pt x="2036" y="810"/>
                  <a:pt x="2250" y="572"/>
                  <a:pt x="2727" y="572"/>
                </a:cubicBezTo>
                <a:cubicBezTo>
                  <a:pt x="3191" y="572"/>
                  <a:pt x="3393" y="787"/>
                  <a:pt x="3703" y="1120"/>
                </a:cubicBezTo>
                <a:cubicBezTo>
                  <a:pt x="4001" y="1441"/>
                  <a:pt x="4370" y="1846"/>
                  <a:pt x="5096" y="1846"/>
                </a:cubicBezTo>
                <a:cubicBezTo>
                  <a:pt x="5810" y="1846"/>
                  <a:pt x="6203" y="1418"/>
                  <a:pt x="6489" y="1120"/>
                </a:cubicBezTo>
                <a:cubicBezTo>
                  <a:pt x="6763" y="810"/>
                  <a:pt x="6989" y="572"/>
                  <a:pt x="7454" y="572"/>
                </a:cubicBezTo>
                <a:cubicBezTo>
                  <a:pt x="7930" y="572"/>
                  <a:pt x="8132" y="787"/>
                  <a:pt x="8430" y="1120"/>
                </a:cubicBezTo>
                <a:cubicBezTo>
                  <a:pt x="8727" y="1441"/>
                  <a:pt x="9108" y="1846"/>
                  <a:pt x="9823" y="1846"/>
                </a:cubicBezTo>
                <a:cubicBezTo>
                  <a:pt x="10537" y="1846"/>
                  <a:pt x="10930" y="1429"/>
                  <a:pt x="11216" y="1120"/>
                </a:cubicBezTo>
                <a:cubicBezTo>
                  <a:pt x="11502" y="810"/>
                  <a:pt x="11728" y="572"/>
                  <a:pt x="12192" y="572"/>
                </a:cubicBezTo>
                <a:cubicBezTo>
                  <a:pt x="12657" y="572"/>
                  <a:pt x="12859" y="787"/>
                  <a:pt x="13169" y="1120"/>
                </a:cubicBezTo>
                <a:cubicBezTo>
                  <a:pt x="13466" y="1441"/>
                  <a:pt x="13835" y="1846"/>
                  <a:pt x="14562" y="1846"/>
                </a:cubicBezTo>
                <a:cubicBezTo>
                  <a:pt x="15276" y="1846"/>
                  <a:pt x="15669" y="1429"/>
                  <a:pt x="15955" y="1120"/>
                </a:cubicBezTo>
                <a:cubicBezTo>
                  <a:pt x="16228" y="810"/>
                  <a:pt x="16455" y="572"/>
                  <a:pt x="16919" y="572"/>
                </a:cubicBezTo>
                <a:cubicBezTo>
                  <a:pt x="17395" y="572"/>
                  <a:pt x="17598" y="787"/>
                  <a:pt x="17895" y="1120"/>
                </a:cubicBezTo>
                <a:cubicBezTo>
                  <a:pt x="18193" y="1441"/>
                  <a:pt x="18574" y="1846"/>
                  <a:pt x="19288" y="1846"/>
                </a:cubicBezTo>
                <a:cubicBezTo>
                  <a:pt x="20003" y="1846"/>
                  <a:pt x="20396" y="1429"/>
                  <a:pt x="20681" y="1120"/>
                </a:cubicBezTo>
                <a:cubicBezTo>
                  <a:pt x="20967" y="810"/>
                  <a:pt x="21193" y="572"/>
                  <a:pt x="21658" y="572"/>
                </a:cubicBezTo>
                <a:cubicBezTo>
                  <a:pt x="22122" y="572"/>
                  <a:pt x="22336" y="787"/>
                  <a:pt x="22634" y="1120"/>
                </a:cubicBezTo>
                <a:cubicBezTo>
                  <a:pt x="22932" y="1441"/>
                  <a:pt x="23313" y="1846"/>
                  <a:pt x="24027" y="1846"/>
                </a:cubicBezTo>
                <a:cubicBezTo>
                  <a:pt x="24038" y="1847"/>
                  <a:pt x="24049" y="1848"/>
                  <a:pt x="24060" y="1848"/>
                </a:cubicBezTo>
                <a:cubicBezTo>
                  <a:pt x="24424" y="1848"/>
                  <a:pt x="24421" y="1274"/>
                  <a:pt x="24049" y="1274"/>
                </a:cubicBezTo>
                <a:cubicBezTo>
                  <a:pt x="24042" y="1274"/>
                  <a:pt x="24035" y="1274"/>
                  <a:pt x="24027" y="1275"/>
                </a:cubicBezTo>
                <a:cubicBezTo>
                  <a:pt x="23563" y="1275"/>
                  <a:pt x="23348" y="1048"/>
                  <a:pt x="23051" y="727"/>
                </a:cubicBezTo>
                <a:cubicBezTo>
                  <a:pt x="22753" y="406"/>
                  <a:pt x="22372" y="1"/>
                  <a:pt x="21658" y="1"/>
                </a:cubicBezTo>
                <a:cubicBezTo>
                  <a:pt x="20943" y="1"/>
                  <a:pt x="20550" y="417"/>
                  <a:pt x="20265" y="727"/>
                </a:cubicBezTo>
                <a:cubicBezTo>
                  <a:pt x="19979" y="1037"/>
                  <a:pt x="19765" y="1275"/>
                  <a:pt x="19288" y="1275"/>
                </a:cubicBezTo>
                <a:cubicBezTo>
                  <a:pt x="18824" y="1275"/>
                  <a:pt x="18622" y="1048"/>
                  <a:pt x="18312" y="727"/>
                </a:cubicBezTo>
                <a:cubicBezTo>
                  <a:pt x="18014" y="406"/>
                  <a:pt x="17645" y="1"/>
                  <a:pt x="16919" y="1"/>
                </a:cubicBezTo>
                <a:cubicBezTo>
                  <a:pt x="16205" y="1"/>
                  <a:pt x="15812" y="417"/>
                  <a:pt x="15538" y="727"/>
                </a:cubicBezTo>
                <a:cubicBezTo>
                  <a:pt x="15252" y="1037"/>
                  <a:pt x="15026" y="1275"/>
                  <a:pt x="14562" y="1275"/>
                </a:cubicBezTo>
                <a:cubicBezTo>
                  <a:pt x="14097" y="1275"/>
                  <a:pt x="13883" y="1048"/>
                  <a:pt x="13585" y="727"/>
                </a:cubicBezTo>
                <a:cubicBezTo>
                  <a:pt x="13288" y="406"/>
                  <a:pt x="12907" y="1"/>
                  <a:pt x="12192" y="1"/>
                </a:cubicBezTo>
                <a:cubicBezTo>
                  <a:pt x="11478" y="1"/>
                  <a:pt x="11085" y="417"/>
                  <a:pt x="10799" y="727"/>
                </a:cubicBezTo>
                <a:cubicBezTo>
                  <a:pt x="10513" y="1037"/>
                  <a:pt x="10287" y="1275"/>
                  <a:pt x="9823" y="1275"/>
                </a:cubicBezTo>
                <a:cubicBezTo>
                  <a:pt x="9359" y="1275"/>
                  <a:pt x="9156" y="1048"/>
                  <a:pt x="8847" y="727"/>
                </a:cubicBezTo>
                <a:cubicBezTo>
                  <a:pt x="8549" y="406"/>
                  <a:pt x="8168" y="1"/>
                  <a:pt x="7454" y="1"/>
                </a:cubicBezTo>
                <a:cubicBezTo>
                  <a:pt x="6739" y="1"/>
                  <a:pt x="6346" y="417"/>
                  <a:pt x="6060" y="727"/>
                </a:cubicBezTo>
                <a:cubicBezTo>
                  <a:pt x="5787" y="1037"/>
                  <a:pt x="5560" y="1275"/>
                  <a:pt x="5096" y="1275"/>
                </a:cubicBezTo>
                <a:cubicBezTo>
                  <a:pt x="4620" y="1275"/>
                  <a:pt x="4417" y="1048"/>
                  <a:pt x="4120" y="727"/>
                </a:cubicBezTo>
                <a:cubicBezTo>
                  <a:pt x="3810" y="406"/>
                  <a:pt x="3441" y="1"/>
                  <a:pt x="272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7384518" y="2248033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3905349" y="2985675"/>
            <a:ext cx="785395" cy="63894"/>
          </a:xfrm>
          <a:custGeom>
            <a:avLst/>
            <a:gdLst/>
            <a:ahLst/>
            <a:cxnLst/>
            <a:rect l="l" t="t" r="r" b="b"/>
            <a:pathLst>
              <a:path w="20194" h="1525" extrusionOk="0">
                <a:moveTo>
                  <a:pt x="2263" y="0"/>
                </a:moveTo>
                <a:cubicBezTo>
                  <a:pt x="1680" y="0"/>
                  <a:pt x="1346" y="357"/>
                  <a:pt x="1120" y="607"/>
                </a:cubicBezTo>
                <a:cubicBezTo>
                  <a:pt x="882" y="858"/>
                  <a:pt x="691" y="1048"/>
                  <a:pt x="310" y="1048"/>
                </a:cubicBezTo>
                <a:cubicBezTo>
                  <a:pt x="1" y="1048"/>
                  <a:pt x="1" y="1524"/>
                  <a:pt x="310" y="1524"/>
                </a:cubicBezTo>
                <a:cubicBezTo>
                  <a:pt x="906" y="1524"/>
                  <a:pt x="1227" y="1167"/>
                  <a:pt x="1465" y="917"/>
                </a:cubicBezTo>
                <a:cubicBezTo>
                  <a:pt x="1692" y="667"/>
                  <a:pt x="1882" y="465"/>
                  <a:pt x="2263" y="465"/>
                </a:cubicBezTo>
                <a:cubicBezTo>
                  <a:pt x="2656" y="465"/>
                  <a:pt x="2823" y="643"/>
                  <a:pt x="3073" y="917"/>
                </a:cubicBezTo>
                <a:cubicBezTo>
                  <a:pt x="3323" y="1191"/>
                  <a:pt x="3632" y="1524"/>
                  <a:pt x="4228" y="1524"/>
                </a:cubicBezTo>
                <a:cubicBezTo>
                  <a:pt x="4823" y="1524"/>
                  <a:pt x="5144" y="1167"/>
                  <a:pt x="5382" y="917"/>
                </a:cubicBezTo>
                <a:cubicBezTo>
                  <a:pt x="5609" y="667"/>
                  <a:pt x="5799" y="465"/>
                  <a:pt x="6180" y="465"/>
                </a:cubicBezTo>
                <a:cubicBezTo>
                  <a:pt x="6573" y="465"/>
                  <a:pt x="6740" y="643"/>
                  <a:pt x="6990" y="917"/>
                </a:cubicBezTo>
                <a:cubicBezTo>
                  <a:pt x="7240" y="1191"/>
                  <a:pt x="7549" y="1524"/>
                  <a:pt x="8145" y="1524"/>
                </a:cubicBezTo>
                <a:cubicBezTo>
                  <a:pt x="8740" y="1524"/>
                  <a:pt x="9061" y="1167"/>
                  <a:pt x="9300" y="917"/>
                </a:cubicBezTo>
                <a:cubicBezTo>
                  <a:pt x="9526" y="667"/>
                  <a:pt x="9716" y="465"/>
                  <a:pt x="10097" y="465"/>
                </a:cubicBezTo>
                <a:cubicBezTo>
                  <a:pt x="10490" y="465"/>
                  <a:pt x="10657" y="643"/>
                  <a:pt x="10907" y="917"/>
                </a:cubicBezTo>
                <a:cubicBezTo>
                  <a:pt x="11157" y="1191"/>
                  <a:pt x="11467" y="1524"/>
                  <a:pt x="12062" y="1524"/>
                </a:cubicBezTo>
                <a:cubicBezTo>
                  <a:pt x="12645" y="1524"/>
                  <a:pt x="12979" y="1167"/>
                  <a:pt x="13205" y="917"/>
                </a:cubicBezTo>
                <a:cubicBezTo>
                  <a:pt x="13443" y="667"/>
                  <a:pt x="13633" y="465"/>
                  <a:pt x="14014" y="465"/>
                </a:cubicBezTo>
                <a:cubicBezTo>
                  <a:pt x="14395" y="465"/>
                  <a:pt x="14562" y="643"/>
                  <a:pt x="14812" y="917"/>
                </a:cubicBezTo>
                <a:cubicBezTo>
                  <a:pt x="15062" y="1191"/>
                  <a:pt x="15372" y="1524"/>
                  <a:pt x="15967" y="1524"/>
                </a:cubicBezTo>
                <a:cubicBezTo>
                  <a:pt x="16562" y="1524"/>
                  <a:pt x="16884" y="1167"/>
                  <a:pt x="17122" y="917"/>
                </a:cubicBezTo>
                <a:cubicBezTo>
                  <a:pt x="17360" y="667"/>
                  <a:pt x="17539" y="465"/>
                  <a:pt x="17932" y="465"/>
                </a:cubicBezTo>
                <a:cubicBezTo>
                  <a:pt x="18313" y="465"/>
                  <a:pt x="18479" y="643"/>
                  <a:pt x="18729" y="917"/>
                </a:cubicBezTo>
                <a:cubicBezTo>
                  <a:pt x="18979" y="1191"/>
                  <a:pt x="19289" y="1524"/>
                  <a:pt x="19884" y="1524"/>
                </a:cubicBezTo>
                <a:cubicBezTo>
                  <a:pt x="20194" y="1524"/>
                  <a:pt x="20194" y="1048"/>
                  <a:pt x="19884" y="1048"/>
                </a:cubicBezTo>
                <a:cubicBezTo>
                  <a:pt x="19491" y="1048"/>
                  <a:pt x="19325" y="881"/>
                  <a:pt x="19075" y="607"/>
                </a:cubicBezTo>
                <a:cubicBezTo>
                  <a:pt x="18825" y="334"/>
                  <a:pt x="18515" y="0"/>
                  <a:pt x="17920" y="0"/>
                </a:cubicBezTo>
                <a:cubicBezTo>
                  <a:pt x="17336" y="0"/>
                  <a:pt x="17003" y="357"/>
                  <a:pt x="16777" y="607"/>
                </a:cubicBezTo>
                <a:cubicBezTo>
                  <a:pt x="16539" y="858"/>
                  <a:pt x="16348" y="1048"/>
                  <a:pt x="15967" y="1048"/>
                </a:cubicBezTo>
                <a:cubicBezTo>
                  <a:pt x="15586" y="1048"/>
                  <a:pt x="15419" y="881"/>
                  <a:pt x="15157" y="607"/>
                </a:cubicBezTo>
                <a:cubicBezTo>
                  <a:pt x="14907" y="334"/>
                  <a:pt x="14598" y="0"/>
                  <a:pt x="14014" y="0"/>
                </a:cubicBezTo>
                <a:cubicBezTo>
                  <a:pt x="13419" y="0"/>
                  <a:pt x="13098" y="357"/>
                  <a:pt x="12860" y="607"/>
                </a:cubicBezTo>
                <a:cubicBezTo>
                  <a:pt x="12621" y="858"/>
                  <a:pt x="12443" y="1048"/>
                  <a:pt x="12050" y="1048"/>
                </a:cubicBezTo>
                <a:cubicBezTo>
                  <a:pt x="11669" y="1048"/>
                  <a:pt x="11502" y="881"/>
                  <a:pt x="11252" y="607"/>
                </a:cubicBezTo>
                <a:cubicBezTo>
                  <a:pt x="11002" y="334"/>
                  <a:pt x="10693" y="0"/>
                  <a:pt x="10097" y="0"/>
                </a:cubicBezTo>
                <a:cubicBezTo>
                  <a:pt x="9502" y="0"/>
                  <a:pt x="9181" y="357"/>
                  <a:pt x="8942" y="607"/>
                </a:cubicBezTo>
                <a:cubicBezTo>
                  <a:pt x="8716" y="858"/>
                  <a:pt x="8526" y="1048"/>
                  <a:pt x="8145" y="1048"/>
                </a:cubicBezTo>
                <a:cubicBezTo>
                  <a:pt x="7752" y="1048"/>
                  <a:pt x="7585" y="881"/>
                  <a:pt x="7335" y="607"/>
                </a:cubicBezTo>
                <a:cubicBezTo>
                  <a:pt x="7085" y="334"/>
                  <a:pt x="6775" y="0"/>
                  <a:pt x="6180" y="0"/>
                </a:cubicBezTo>
                <a:cubicBezTo>
                  <a:pt x="5597" y="0"/>
                  <a:pt x="5263" y="357"/>
                  <a:pt x="5037" y="607"/>
                </a:cubicBezTo>
                <a:cubicBezTo>
                  <a:pt x="4799" y="858"/>
                  <a:pt x="4609" y="1048"/>
                  <a:pt x="4228" y="1048"/>
                </a:cubicBezTo>
                <a:cubicBezTo>
                  <a:pt x="3835" y="1048"/>
                  <a:pt x="3668" y="881"/>
                  <a:pt x="3418" y="607"/>
                </a:cubicBezTo>
                <a:cubicBezTo>
                  <a:pt x="3168" y="334"/>
                  <a:pt x="2858" y="0"/>
                  <a:pt x="22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"/>
          <p:cNvSpPr/>
          <p:nvPr/>
        </p:nvSpPr>
        <p:spPr>
          <a:xfrm rot="5400000">
            <a:off x="7722575" y="1154514"/>
            <a:ext cx="783995" cy="63894"/>
          </a:xfrm>
          <a:custGeom>
            <a:avLst/>
            <a:gdLst/>
            <a:ahLst/>
            <a:cxnLst/>
            <a:rect l="l" t="t" r="r" b="b"/>
            <a:pathLst>
              <a:path w="20158" h="1525" extrusionOk="0">
                <a:moveTo>
                  <a:pt x="2251" y="0"/>
                </a:moveTo>
                <a:cubicBezTo>
                  <a:pt x="1656" y="0"/>
                  <a:pt x="1334" y="346"/>
                  <a:pt x="1096" y="596"/>
                </a:cubicBezTo>
                <a:cubicBezTo>
                  <a:pt x="858" y="858"/>
                  <a:pt x="679" y="1060"/>
                  <a:pt x="286" y="1060"/>
                </a:cubicBezTo>
                <a:cubicBezTo>
                  <a:pt x="1" y="1084"/>
                  <a:pt x="1" y="1501"/>
                  <a:pt x="286" y="1524"/>
                </a:cubicBezTo>
                <a:cubicBezTo>
                  <a:pt x="882" y="1524"/>
                  <a:pt x="1203" y="1179"/>
                  <a:pt x="1441" y="917"/>
                </a:cubicBezTo>
                <a:cubicBezTo>
                  <a:pt x="1679" y="667"/>
                  <a:pt x="1858" y="465"/>
                  <a:pt x="2251" y="465"/>
                </a:cubicBezTo>
                <a:cubicBezTo>
                  <a:pt x="2632" y="465"/>
                  <a:pt x="2811" y="655"/>
                  <a:pt x="3061" y="917"/>
                </a:cubicBezTo>
                <a:cubicBezTo>
                  <a:pt x="3311" y="1191"/>
                  <a:pt x="3620" y="1524"/>
                  <a:pt x="4204" y="1524"/>
                </a:cubicBezTo>
                <a:cubicBezTo>
                  <a:pt x="4799" y="1524"/>
                  <a:pt x="5120" y="1179"/>
                  <a:pt x="5359" y="917"/>
                </a:cubicBezTo>
                <a:cubicBezTo>
                  <a:pt x="5597" y="667"/>
                  <a:pt x="5775" y="465"/>
                  <a:pt x="6168" y="465"/>
                </a:cubicBezTo>
                <a:cubicBezTo>
                  <a:pt x="6549" y="465"/>
                  <a:pt x="6728" y="655"/>
                  <a:pt x="6966" y="917"/>
                </a:cubicBezTo>
                <a:cubicBezTo>
                  <a:pt x="7216" y="1191"/>
                  <a:pt x="7525" y="1524"/>
                  <a:pt x="8121" y="1524"/>
                </a:cubicBezTo>
                <a:cubicBezTo>
                  <a:pt x="8716" y="1524"/>
                  <a:pt x="9038" y="1179"/>
                  <a:pt x="9276" y="917"/>
                </a:cubicBezTo>
                <a:cubicBezTo>
                  <a:pt x="9514" y="667"/>
                  <a:pt x="9692" y="465"/>
                  <a:pt x="10085" y="465"/>
                </a:cubicBezTo>
                <a:cubicBezTo>
                  <a:pt x="10466" y="465"/>
                  <a:pt x="10633" y="655"/>
                  <a:pt x="10883" y="917"/>
                </a:cubicBezTo>
                <a:cubicBezTo>
                  <a:pt x="11133" y="1191"/>
                  <a:pt x="11443" y="1524"/>
                  <a:pt x="12038" y="1524"/>
                </a:cubicBezTo>
                <a:cubicBezTo>
                  <a:pt x="12633" y="1524"/>
                  <a:pt x="12955" y="1179"/>
                  <a:pt x="13193" y="917"/>
                </a:cubicBezTo>
                <a:cubicBezTo>
                  <a:pt x="13419" y="667"/>
                  <a:pt x="13610" y="465"/>
                  <a:pt x="13991" y="465"/>
                </a:cubicBezTo>
                <a:cubicBezTo>
                  <a:pt x="14383" y="465"/>
                  <a:pt x="14550" y="655"/>
                  <a:pt x="14800" y="917"/>
                </a:cubicBezTo>
                <a:cubicBezTo>
                  <a:pt x="15050" y="1191"/>
                  <a:pt x="15360" y="1524"/>
                  <a:pt x="15955" y="1524"/>
                </a:cubicBezTo>
                <a:cubicBezTo>
                  <a:pt x="16538" y="1524"/>
                  <a:pt x="16872" y="1179"/>
                  <a:pt x="17098" y="917"/>
                </a:cubicBezTo>
                <a:cubicBezTo>
                  <a:pt x="17336" y="667"/>
                  <a:pt x="17527" y="465"/>
                  <a:pt x="17908" y="465"/>
                </a:cubicBezTo>
                <a:cubicBezTo>
                  <a:pt x="18301" y="465"/>
                  <a:pt x="18467" y="655"/>
                  <a:pt x="18717" y="917"/>
                </a:cubicBezTo>
                <a:cubicBezTo>
                  <a:pt x="18967" y="1191"/>
                  <a:pt x="19277" y="1524"/>
                  <a:pt x="19872" y="1524"/>
                </a:cubicBezTo>
                <a:cubicBezTo>
                  <a:pt x="20158" y="1501"/>
                  <a:pt x="20158" y="1084"/>
                  <a:pt x="19872" y="1060"/>
                </a:cubicBezTo>
                <a:cubicBezTo>
                  <a:pt x="19479" y="1060"/>
                  <a:pt x="19313" y="870"/>
                  <a:pt x="19063" y="596"/>
                </a:cubicBezTo>
                <a:cubicBezTo>
                  <a:pt x="18813" y="334"/>
                  <a:pt x="18503" y="0"/>
                  <a:pt x="17908" y="0"/>
                </a:cubicBezTo>
                <a:cubicBezTo>
                  <a:pt x="17312" y="0"/>
                  <a:pt x="16991" y="346"/>
                  <a:pt x="16753" y="596"/>
                </a:cubicBezTo>
                <a:cubicBezTo>
                  <a:pt x="16527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596"/>
                </a:cubicBezTo>
                <a:cubicBezTo>
                  <a:pt x="14895" y="334"/>
                  <a:pt x="14586" y="0"/>
                  <a:pt x="13991" y="0"/>
                </a:cubicBezTo>
                <a:cubicBezTo>
                  <a:pt x="13407" y="0"/>
                  <a:pt x="13074" y="346"/>
                  <a:pt x="12848" y="596"/>
                </a:cubicBezTo>
                <a:cubicBezTo>
                  <a:pt x="12609" y="858"/>
                  <a:pt x="12419" y="1060"/>
                  <a:pt x="12038" y="1060"/>
                </a:cubicBezTo>
                <a:cubicBezTo>
                  <a:pt x="11645" y="1060"/>
                  <a:pt x="11478" y="870"/>
                  <a:pt x="11228" y="596"/>
                </a:cubicBezTo>
                <a:cubicBezTo>
                  <a:pt x="10978" y="334"/>
                  <a:pt x="10669" y="0"/>
                  <a:pt x="10085" y="0"/>
                </a:cubicBezTo>
                <a:cubicBezTo>
                  <a:pt x="9490" y="0"/>
                  <a:pt x="9157" y="346"/>
                  <a:pt x="8930" y="596"/>
                </a:cubicBezTo>
                <a:cubicBezTo>
                  <a:pt x="8692" y="858"/>
                  <a:pt x="8514" y="1060"/>
                  <a:pt x="8121" y="1060"/>
                </a:cubicBezTo>
                <a:cubicBezTo>
                  <a:pt x="7740" y="1060"/>
                  <a:pt x="7561" y="870"/>
                  <a:pt x="7311" y="596"/>
                </a:cubicBezTo>
                <a:cubicBezTo>
                  <a:pt x="7073" y="334"/>
                  <a:pt x="6752" y="0"/>
                  <a:pt x="6168" y="0"/>
                </a:cubicBezTo>
                <a:cubicBezTo>
                  <a:pt x="5573" y="0"/>
                  <a:pt x="5251" y="346"/>
                  <a:pt x="5013" y="596"/>
                </a:cubicBezTo>
                <a:cubicBezTo>
                  <a:pt x="4775" y="858"/>
                  <a:pt x="4597" y="1060"/>
                  <a:pt x="4204" y="1060"/>
                </a:cubicBezTo>
                <a:cubicBezTo>
                  <a:pt x="3823" y="1060"/>
                  <a:pt x="3644" y="870"/>
                  <a:pt x="3406" y="596"/>
                </a:cubicBezTo>
                <a:cubicBezTo>
                  <a:pt x="3156" y="334"/>
                  <a:pt x="2846" y="0"/>
                  <a:pt x="225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4929292" y="3569431"/>
            <a:ext cx="82919" cy="134240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" name="Google Shape;193;p7"/>
          <p:cNvGrpSpPr/>
          <p:nvPr/>
        </p:nvGrpSpPr>
        <p:grpSpPr>
          <a:xfrm>
            <a:off x="5046068" y="957499"/>
            <a:ext cx="142658" cy="149448"/>
            <a:chOff x="1160468" y="31374"/>
            <a:chExt cx="142658" cy="149448"/>
          </a:xfrm>
        </p:grpSpPr>
        <p:sp>
          <p:nvSpPr>
            <p:cNvPr id="194" name="Google Shape;194;p7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7"/>
          <p:cNvSpPr/>
          <p:nvPr/>
        </p:nvSpPr>
        <p:spPr>
          <a:xfrm>
            <a:off x="5343515" y="1233832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1846853" y="832133"/>
            <a:ext cx="1125277" cy="196122"/>
          </a:xfrm>
          <a:custGeom>
            <a:avLst/>
            <a:gdLst/>
            <a:ahLst/>
            <a:cxnLst/>
            <a:rect l="l" t="t" r="r" b="b"/>
            <a:pathLst>
              <a:path w="28933" h="4681" extrusionOk="0">
                <a:moveTo>
                  <a:pt x="2334" y="1"/>
                </a:moveTo>
                <a:cubicBezTo>
                  <a:pt x="1048" y="1"/>
                  <a:pt x="0" y="1049"/>
                  <a:pt x="0" y="2335"/>
                </a:cubicBezTo>
                <a:cubicBezTo>
                  <a:pt x="0" y="3632"/>
                  <a:pt x="1048" y="4680"/>
                  <a:pt x="2334" y="4680"/>
                </a:cubicBezTo>
                <a:lnTo>
                  <a:pt x="26599" y="4680"/>
                </a:lnTo>
                <a:cubicBezTo>
                  <a:pt x="27885" y="4680"/>
                  <a:pt x="28933" y="3632"/>
                  <a:pt x="28933" y="2335"/>
                </a:cubicBezTo>
                <a:cubicBezTo>
                  <a:pt x="28933" y="1049"/>
                  <a:pt x="27885" y="1"/>
                  <a:pt x="2659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2652140" y="2155732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7"/>
          <p:cNvSpPr txBox="1">
            <a:spLocks noGrp="1"/>
          </p:cNvSpPr>
          <p:nvPr>
            <p:ph type="body" idx="1"/>
          </p:nvPr>
        </p:nvSpPr>
        <p:spPr>
          <a:xfrm>
            <a:off x="1145800" y="1884550"/>
            <a:ext cx="2582700" cy="19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0" name="Google Shape;200;p7"/>
          <p:cNvSpPr txBox="1">
            <a:spLocks noGrp="1"/>
          </p:cNvSpPr>
          <p:nvPr>
            <p:ph type="title"/>
          </p:nvPr>
        </p:nvSpPr>
        <p:spPr>
          <a:xfrm>
            <a:off x="1202650" y="649224"/>
            <a:ext cx="24690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/>
          <p:nvPr/>
        </p:nvSpPr>
        <p:spPr>
          <a:xfrm rot="10800000" flipH="1">
            <a:off x="445761" y="2020984"/>
            <a:ext cx="88947" cy="1346544"/>
          </a:xfrm>
          <a:custGeom>
            <a:avLst/>
            <a:gdLst/>
            <a:ahLst/>
            <a:cxnLst/>
            <a:rect l="l" t="t" r="r" b="b"/>
            <a:pathLst>
              <a:path w="2287" h="32139" extrusionOk="0">
                <a:moveTo>
                  <a:pt x="1989" y="1"/>
                </a:moveTo>
                <a:cubicBezTo>
                  <a:pt x="1840" y="1"/>
                  <a:pt x="1691" y="105"/>
                  <a:pt x="1703" y="314"/>
                </a:cubicBezTo>
                <a:cubicBezTo>
                  <a:pt x="1703" y="980"/>
                  <a:pt x="1358" y="1302"/>
                  <a:pt x="941" y="1683"/>
                </a:cubicBezTo>
                <a:cubicBezTo>
                  <a:pt x="501" y="2088"/>
                  <a:pt x="1" y="2552"/>
                  <a:pt x="1" y="3469"/>
                </a:cubicBezTo>
                <a:cubicBezTo>
                  <a:pt x="1" y="4374"/>
                  <a:pt x="501" y="4838"/>
                  <a:pt x="941" y="5255"/>
                </a:cubicBezTo>
                <a:cubicBezTo>
                  <a:pt x="1358" y="5624"/>
                  <a:pt x="1703" y="5957"/>
                  <a:pt x="1703" y="6624"/>
                </a:cubicBezTo>
                <a:cubicBezTo>
                  <a:pt x="1703" y="7279"/>
                  <a:pt x="1358" y="7612"/>
                  <a:pt x="941" y="7993"/>
                </a:cubicBezTo>
                <a:cubicBezTo>
                  <a:pt x="501" y="8398"/>
                  <a:pt x="1" y="8862"/>
                  <a:pt x="1" y="9779"/>
                </a:cubicBezTo>
                <a:cubicBezTo>
                  <a:pt x="1" y="10684"/>
                  <a:pt x="501" y="11148"/>
                  <a:pt x="941" y="11565"/>
                </a:cubicBezTo>
                <a:cubicBezTo>
                  <a:pt x="1358" y="11934"/>
                  <a:pt x="1703" y="12267"/>
                  <a:pt x="1703" y="12922"/>
                </a:cubicBezTo>
                <a:cubicBezTo>
                  <a:pt x="1703" y="13589"/>
                  <a:pt x="1358" y="13922"/>
                  <a:pt x="941" y="14291"/>
                </a:cubicBezTo>
                <a:cubicBezTo>
                  <a:pt x="501" y="14708"/>
                  <a:pt x="1" y="15172"/>
                  <a:pt x="1" y="16077"/>
                </a:cubicBezTo>
                <a:cubicBezTo>
                  <a:pt x="1" y="16994"/>
                  <a:pt x="501" y="17458"/>
                  <a:pt x="941" y="17863"/>
                </a:cubicBezTo>
                <a:cubicBezTo>
                  <a:pt x="1358" y="18244"/>
                  <a:pt x="1703" y="18566"/>
                  <a:pt x="1703" y="19233"/>
                </a:cubicBezTo>
                <a:cubicBezTo>
                  <a:pt x="1703" y="19899"/>
                  <a:pt x="1358" y="20221"/>
                  <a:pt x="941" y="20602"/>
                </a:cubicBezTo>
                <a:cubicBezTo>
                  <a:pt x="501" y="21018"/>
                  <a:pt x="1" y="21483"/>
                  <a:pt x="1" y="22388"/>
                </a:cubicBezTo>
                <a:cubicBezTo>
                  <a:pt x="1" y="23304"/>
                  <a:pt x="501" y="23769"/>
                  <a:pt x="941" y="24174"/>
                </a:cubicBezTo>
                <a:cubicBezTo>
                  <a:pt x="1358" y="24555"/>
                  <a:pt x="1703" y="24888"/>
                  <a:pt x="1703" y="25543"/>
                </a:cubicBezTo>
                <a:cubicBezTo>
                  <a:pt x="1703" y="26210"/>
                  <a:pt x="1358" y="26531"/>
                  <a:pt x="941" y="26912"/>
                </a:cubicBezTo>
                <a:cubicBezTo>
                  <a:pt x="501" y="27317"/>
                  <a:pt x="1" y="27793"/>
                  <a:pt x="1" y="28698"/>
                </a:cubicBezTo>
                <a:cubicBezTo>
                  <a:pt x="1" y="29615"/>
                  <a:pt x="501" y="30079"/>
                  <a:pt x="941" y="30484"/>
                </a:cubicBezTo>
                <a:cubicBezTo>
                  <a:pt x="1358" y="30865"/>
                  <a:pt x="1703" y="31198"/>
                  <a:pt x="1703" y="31853"/>
                </a:cubicBezTo>
                <a:cubicBezTo>
                  <a:pt x="1703" y="32020"/>
                  <a:pt x="1834" y="32139"/>
                  <a:pt x="1989" y="32139"/>
                </a:cubicBezTo>
                <a:cubicBezTo>
                  <a:pt x="2144" y="32139"/>
                  <a:pt x="2275" y="32020"/>
                  <a:pt x="2275" y="31865"/>
                </a:cubicBezTo>
                <a:cubicBezTo>
                  <a:pt x="2275" y="30948"/>
                  <a:pt x="1775" y="30484"/>
                  <a:pt x="1334" y="30079"/>
                </a:cubicBezTo>
                <a:cubicBezTo>
                  <a:pt x="918" y="29698"/>
                  <a:pt x="572" y="29365"/>
                  <a:pt x="572" y="28710"/>
                </a:cubicBezTo>
                <a:cubicBezTo>
                  <a:pt x="572" y="28043"/>
                  <a:pt x="918" y="27710"/>
                  <a:pt x="1334" y="27341"/>
                </a:cubicBezTo>
                <a:cubicBezTo>
                  <a:pt x="1775" y="26924"/>
                  <a:pt x="2275" y="26460"/>
                  <a:pt x="2275" y="25555"/>
                </a:cubicBezTo>
                <a:cubicBezTo>
                  <a:pt x="2275" y="24638"/>
                  <a:pt x="1775" y="24174"/>
                  <a:pt x="1334" y="23769"/>
                </a:cubicBezTo>
                <a:cubicBezTo>
                  <a:pt x="918" y="23388"/>
                  <a:pt x="572" y="23054"/>
                  <a:pt x="572" y="22388"/>
                </a:cubicBezTo>
                <a:cubicBezTo>
                  <a:pt x="572" y="21733"/>
                  <a:pt x="918" y="21399"/>
                  <a:pt x="1334" y="21030"/>
                </a:cubicBezTo>
                <a:cubicBezTo>
                  <a:pt x="1775" y="20614"/>
                  <a:pt x="2275" y="20149"/>
                  <a:pt x="2275" y="19244"/>
                </a:cubicBezTo>
                <a:cubicBezTo>
                  <a:pt x="2275" y="18328"/>
                  <a:pt x="1775" y="17863"/>
                  <a:pt x="1334" y="17458"/>
                </a:cubicBezTo>
                <a:cubicBezTo>
                  <a:pt x="918" y="17077"/>
                  <a:pt x="572" y="16744"/>
                  <a:pt x="572" y="16089"/>
                </a:cubicBezTo>
                <a:cubicBezTo>
                  <a:pt x="572" y="15423"/>
                  <a:pt x="918" y="15089"/>
                  <a:pt x="1334" y="14720"/>
                </a:cubicBezTo>
                <a:cubicBezTo>
                  <a:pt x="1775" y="14303"/>
                  <a:pt x="2275" y="13839"/>
                  <a:pt x="2275" y="12934"/>
                </a:cubicBezTo>
                <a:cubicBezTo>
                  <a:pt x="2275" y="12017"/>
                  <a:pt x="1775" y="11553"/>
                  <a:pt x="1334" y="11148"/>
                </a:cubicBezTo>
                <a:cubicBezTo>
                  <a:pt x="918" y="10767"/>
                  <a:pt x="572" y="10446"/>
                  <a:pt x="572" y="9779"/>
                </a:cubicBezTo>
                <a:cubicBezTo>
                  <a:pt x="572" y="9112"/>
                  <a:pt x="918" y="8791"/>
                  <a:pt x="1334" y="8410"/>
                </a:cubicBezTo>
                <a:cubicBezTo>
                  <a:pt x="1775" y="8005"/>
                  <a:pt x="2275" y="7529"/>
                  <a:pt x="2275" y="6624"/>
                </a:cubicBezTo>
                <a:cubicBezTo>
                  <a:pt x="2275" y="5707"/>
                  <a:pt x="1775" y="5243"/>
                  <a:pt x="1334" y="4838"/>
                </a:cubicBezTo>
                <a:cubicBezTo>
                  <a:pt x="918" y="4457"/>
                  <a:pt x="572" y="4135"/>
                  <a:pt x="572" y="3469"/>
                </a:cubicBezTo>
                <a:cubicBezTo>
                  <a:pt x="572" y="2802"/>
                  <a:pt x="918" y="2480"/>
                  <a:pt x="1334" y="2099"/>
                </a:cubicBezTo>
                <a:cubicBezTo>
                  <a:pt x="1775" y="1683"/>
                  <a:pt x="2275" y="1230"/>
                  <a:pt x="2275" y="314"/>
                </a:cubicBezTo>
                <a:cubicBezTo>
                  <a:pt x="2287" y="105"/>
                  <a:pt x="2138" y="1"/>
                  <a:pt x="19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"/>
          <p:cNvSpPr/>
          <p:nvPr/>
        </p:nvSpPr>
        <p:spPr>
          <a:xfrm rot="10800000" flipH="1">
            <a:off x="8096032" y="429982"/>
            <a:ext cx="520537" cy="219543"/>
          </a:xfrm>
          <a:custGeom>
            <a:avLst/>
            <a:gdLst/>
            <a:ahLst/>
            <a:cxnLst/>
            <a:rect l="l" t="t" r="r" b="b"/>
            <a:pathLst>
              <a:path w="13384" h="5240" extrusionOk="0">
                <a:moveTo>
                  <a:pt x="10871" y="560"/>
                </a:moveTo>
                <a:cubicBezTo>
                  <a:pt x="11955" y="560"/>
                  <a:pt x="12836" y="1489"/>
                  <a:pt x="12836" y="2620"/>
                </a:cubicBezTo>
                <a:cubicBezTo>
                  <a:pt x="12836" y="3751"/>
                  <a:pt x="11955" y="4668"/>
                  <a:pt x="10871" y="4668"/>
                </a:cubicBezTo>
                <a:lnTo>
                  <a:pt x="2525" y="4668"/>
                </a:lnTo>
                <a:cubicBezTo>
                  <a:pt x="1430" y="4668"/>
                  <a:pt x="548" y="3751"/>
                  <a:pt x="548" y="2620"/>
                </a:cubicBezTo>
                <a:cubicBezTo>
                  <a:pt x="548" y="1489"/>
                  <a:pt x="1430" y="560"/>
                  <a:pt x="2525" y="560"/>
                </a:cubicBezTo>
                <a:close/>
                <a:moveTo>
                  <a:pt x="2525" y="1"/>
                </a:moveTo>
                <a:cubicBezTo>
                  <a:pt x="1132" y="1"/>
                  <a:pt x="1" y="1179"/>
                  <a:pt x="1" y="2620"/>
                </a:cubicBezTo>
                <a:cubicBezTo>
                  <a:pt x="1" y="4061"/>
                  <a:pt x="1132" y="5240"/>
                  <a:pt x="2525" y="5240"/>
                </a:cubicBezTo>
                <a:lnTo>
                  <a:pt x="10859" y="5240"/>
                </a:lnTo>
                <a:cubicBezTo>
                  <a:pt x="12252" y="5240"/>
                  <a:pt x="13383" y="4073"/>
                  <a:pt x="13383" y="2620"/>
                </a:cubicBezTo>
                <a:cubicBezTo>
                  <a:pt x="13383" y="1179"/>
                  <a:pt x="12252" y="1"/>
                  <a:pt x="1087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"/>
          <p:cNvSpPr/>
          <p:nvPr/>
        </p:nvSpPr>
        <p:spPr>
          <a:xfrm rot="10800000" flipH="1">
            <a:off x="560428" y="4340264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5" name="Google Shape;205;p8"/>
          <p:cNvGrpSpPr/>
          <p:nvPr/>
        </p:nvGrpSpPr>
        <p:grpSpPr>
          <a:xfrm rot="-9401133" flipH="1">
            <a:off x="6852702" y="1305663"/>
            <a:ext cx="151728" cy="149457"/>
            <a:chOff x="8639698" y="2706690"/>
            <a:chExt cx="151720" cy="149448"/>
          </a:xfrm>
        </p:grpSpPr>
        <p:sp>
          <p:nvSpPr>
            <p:cNvPr id="206" name="Google Shape;206;p8"/>
            <p:cNvSpPr/>
            <p:nvPr/>
          </p:nvSpPr>
          <p:spPr>
            <a:xfrm>
              <a:off x="8639698" y="2706690"/>
              <a:ext cx="151720" cy="149448"/>
            </a:xfrm>
            <a:custGeom>
              <a:avLst/>
              <a:gdLst/>
              <a:ahLst/>
              <a:cxnLst/>
              <a:rect l="l" t="t" r="r" b="b"/>
              <a:pathLst>
                <a:path w="3901" h="3567" extrusionOk="0">
                  <a:moveTo>
                    <a:pt x="3231" y="0"/>
                  </a:moveTo>
                  <a:cubicBezTo>
                    <a:pt x="3150" y="0"/>
                    <a:pt x="3073" y="34"/>
                    <a:pt x="3013" y="114"/>
                  </a:cubicBezTo>
                  <a:lnTo>
                    <a:pt x="263" y="2840"/>
                  </a:lnTo>
                  <a:cubicBezTo>
                    <a:pt x="1" y="3102"/>
                    <a:pt x="191" y="3554"/>
                    <a:pt x="560" y="3566"/>
                  </a:cubicBezTo>
                  <a:cubicBezTo>
                    <a:pt x="679" y="3554"/>
                    <a:pt x="775" y="3519"/>
                    <a:pt x="858" y="3435"/>
                  </a:cubicBezTo>
                  <a:lnTo>
                    <a:pt x="3608" y="709"/>
                  </a:lnTo>
                  <a:cubicBezTo>
                    <a:pt x="3900" y="474"/>
                    <a:pt x="3537" y="0"/>
                    <a:pt x="32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8"/>
            <p:cNvSpPr/>
            <p:nvPr/>
          </p:nvSpPr>
          <p:spPr>
            <a:xfrm>
              <a:off x="8640476" y="2707402"/>
              <a:ext cx="149775" cy="148736"/>
            </a:xfrm>
            <a:custGeom>
              <a:avLst/>
              <a:gdLst/>
              <a:ahLst/>
              <a:cxnLst/>
              <a:rect l="l" t="t" r="r" b="b"/>
              <a:pathLst>
                <a:path w="3851" h="3550" extrusionOk="0">
                  <a:moveTo>
                    <a:pt x="574" y="0"/>
                  </a:moveTo>
                  <a:cubicBezTo>
                    <a:pt x="261" y="0"/>
                    <a:pt x="1" y="375"/>
                    <a:pt x="243" y="692"/>
                  </a:cubicBezTo>
                  <a:lnTo>
                    <a:pt x="2993" y="3418"/>
                  </a:lnTo>
                  <a:cubicBezTo>
                    <a:pt x="3064" y="3502"/>
                    <a:pt x="3172" y="3549"/>
                    <a:pt x="3291" y="3549"/>
                  </a:cubicBezTo>
                  <a:cubicBezTo>
                    <a:pt x="3660" y="3537"/>
                    <a:pt x="3850" y="3085"/>
                    <a:pt x="3588" y="2823"/>
                  </a:cubicBezTo>
                  <a:lnTo>
                    <a:pt x="838" y="97"/>
                  </a:lnTo>
                  <a:cubicBezTo>
                    <a:pt x="753" y="29"/>
                    <a:pt x="661" y="0"/>
                    <a:pt x="5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" name="Google Shape;208;p8"/>
          <p:cNvGrpSpPr/>
          <p:nvPr/>
        </p:nvGrpSpPr>
        <p:grpSpPr>
          <a:xfrm rot="-9224546" flipH="1">
            <a:off x="947980" y="465028"/>
            <a:ext cx="142655" cy="149446"/>
            <a:chOff x="1160468" y="31374"/>
            <a:chExt cx="142658" cy="149448"/>
          </a:xfrm>
        </p:grpSpPr>
        <p:sp>
          <p:nvSpPr>
            <p:cNvPr id="209" name="Google Shape;209;p8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" name="Google Shape;211;p8"/>
          <p:cNvSpPr/>
          <p:nvPr/>
        </p:nvSpPr>
        <p:spPr>
          <a:xfrm rot="10800000" flipH="1">
            <a:off x="7783281" y="3452930"/>
            <a:ext cx="83386" cy="133737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53" y="1144"/>
                  <a:pt x="1" y="1596"/>
                </a:cubicBezTo>
                <a:cubicBezTo>
                  <a:pt x="453" y="2060"/>
                  <a:pt x="822" y="2596"/>
                  <a:pt x="1072" y="3191"/>
                </a:cubicBezTo>
                <a:cubicBezTo>
                  <a:pt x="1322" y="2596"/>
                  <a:pt x="1679" y="2060"/>
                  <a:pt x="2144" y="1596"/>
                </a:cubicBezTo>
                <a:cubicBezTo>
                  <a:pt x="1679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"/>
          <p:cNvSpPr/>
          <p:nvPr/>
        </p:nvSpPr>
        <p:spPr>
          <a:xfrm rot="8764439" flipH="1">
            <a:off x="8025594" y="966846"/>
            <a:ext cx="82922" cy="134238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"/>
          <p:cNvSpPr/>
          <p:nvPr/>
        </p:nvSpPr>
        <p:spPr>
          <a:xfrm rot="9150358" flipH="1">
            <a:off x="1142582" y="3508688"/>
            <a:ext cx="83386" cy="134197"/>
          </a:xfrm>
          <a:custGeom>
            <a:avLst/>
            <a:gdLst/>
            <a:ahLst/>
            <a:cxnLst/>
            <a:rect l="l" t="t" r="r" b="b"/>
            <a:pathLst>
              <a:path w="2144" h="3203" extrusionOk="0">
                <a:moveTo>
                  <a:pt x="1072" y="0"/>
                </a:moveTo>
                <a:cubicBezTo>
                  <a:pt x="822" y="595"/>
                  <a:pt x="465" y="1143"/>
                  <a:pt x="0" y="1596"/>
                </a:cubicBezTo>
                <a:cubicBezTo>
                  <a:pt x="465" y="2060"/>
                  <a:pt x="822" y="2596"/>
                  <a:pt x="1072" y="3203"/>
                </a:cubicBezTo>
                <a:cubicBezTo>
                  <a:pt x="1322" y="2596"/>
                  <a:pt x="1691" y="2060"/>
                  <a:pt x="2143" y="1596"/>
                </a:cubicBezTo>
                <a:cubicBezTo>
                  <a:pt x="1691" y="1143"/>
                  <a:pt x="1322" y="595"/>
                  <a:pt x="10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"/>
          <p:cNvSpPr/>
          <p:nvPr/>
        </p:nvSpPr>
        <p:spPr>
          <a:xfrm rot="-9791675" flipH="1">
            <a:off x="778986" y="1336107"/>
            <a:ext cx="83388" cy="133734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64" y="1144"/>
                  <a:pt x="0" y="1596"/>
                </a:cubicBezTo>
                <a:cubicBezTo>
                  <a:pt x="464" y="2061"/>
                  <a:pt x="822" y="2596"/>
                  <a:pt x="1072" y="3192"/>
                </a:cubicBezTo>
                <a:cubicBezTo>
                  <a:pt x="1322" y="2596"/>
                  <a:pt x="1691" y="2061"/>
                  <a:pt x="2143" y="1596"/>
                </a:cubicBezTo>
                <a:cubicBezTo>
                  <a:pt x="1691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"/>
          <p:cNvSpPr/>
          <p:nvPr/>
        </p:nvSpPr>
        <p:spPr>
          <a:xfrm rot="10800000" flipH="1">
            <a:off x="1426762" y="705172"/>
            <a:ext cx="949949" cy="77427"/>
          </a:xfrm>
          <a:custGeom>
            <a:avLst/>
            <a:gdLst/>
            <a:ahLst/>
            <a:cxnLst/>
            <a:rect l="l" t="t" r="r" b="b"/>
            <a:pathLst>
              <a:path w="24425" h="1848" extrusionOk="0">
                <a:moveTo>
                  <a:pt x="2727" y="1"/>
                </a:moveTo>
                <a:cubicBezTo>
                  <a:pt x="2000" y="1"/>
                  <a:pt x="1608" y="417"/>
                  <a:pt x="1334" y="727"/>
                </a:cubicBezTo>
                <a:cubicBezTo>
                  <a:pt x="1048" y="1037"/>
                  <a:pt x="822" y="1275"/>
                  <a:pt x="357" y="1275"/>
                </a:cubicBezTo>
                <a:cubicBezTo>
                  <a:pt x="0" y="1298"/>
                  <a:pt x="0" y="1822"/>
                  <a:pt x="357" y="1846"/>
                </a:cubicBezTo>
                <a:cubicBezTo>
                  <a:pt x="1072" y="1846"/>
                  <a:pt x="1465" y="1418"/>
                  <a:pt x="1750" y="1120"/>
                </a:cubicBezTo>
                <a:cubicBezTo>
                  <a:pt x="2036" y="810"/>
                  <a:pt x="2250" y="572"/>
                  <a:pt x="2727" y="572"/>
                </a:cubicBezTo>
                <a:cubicBezTo>
                  <a:pt x="3191" y="572"/>
                  <a:pt x="3393" y="787"/>
                  <a:pt x="3703" y="1120"/>
                </a:cubicBezTo>
                <a:cubicBezTo>
                  <a:pt x="4001" y="1441"/>
                  <a:pt x="4370" y="1846"/>
                  <a:pt x="5096" y="1846"/>
                </a:cubicBezTo>
                <a:cubicBezTo>
                  <a:pt x="5810" y="1846"/>
                  <a:pt x="6203" y="1418"/>
                  <a:pt x="6489" y="1120"/>
                </a:cubicBezTo>
                <a:cubicBezTo>
                  <a:pt x="6763" y="810"/>
                  <a:pt x="6989" y="572"/>
                  <a:pt x="7454" y="572"/>
                </a:cubicBezTo>
                <a:cubicBezTo>
                  <a:pt x="7930" y="572"/>
                  <a:pt x="8132" y="787"/>
                  <a:pt x="8430" y="1120"/>
                </a:cubicBezTo>
                <a:cubicBezTo>
                  <a:pt x="8727" y="1441"/>
                  <a:pt x="9108" y="1846"/>
                  <a:pt x="9823" y="1846"/>
                </a:cubicBezTo>
                <a:cubicBezTo>
                  <a:pt x="10537" y="1846"/>
                  <a:pt x="10930" y="1429"/>
                  <a:pt x="11216" y="1120"/>
                </a:cubicBezTo>
                <a:cubicBezTo>
                  <a:pt x="11502" y="810"/>
                  <a:pt x="11728" y="572"/>
                  <a:pt x="12192" y="572"/>
                </a:cubicBezTo>
                <a:cubicBezTo>
                  <a:pt x="12657" y="572"/>
                  <a:pt x="12859" y="787"/>
                  <a:pt x="13169" y="1120"/>
                </a:cubicBezTo>
                <a:cubicBezTo>
                  <a:pt x="13466" y="1441"/>
                  <a:pt x="13835" y="1846"/>
                  <a:pt x="14562" y="1846"/>
                </a:cubicBezTo>
                <a:cubicBezTo>
                  <a:pt x="15276" y="1846"/>
                  <a:pt x="15669" y="1429"/>
                  <a:pt x="15955" y="1120"/>
                </a:cubicBezTo>
                <a:cubicBezTo>
                  <a:pt x="16228" y="810"/>
                  <a:pt x="16455" y="572"/>
                  <a:pt x="16919" y="572"/>
                </a:cubicBezTo>
                <a:cubicBezTo>
                  <a:pt x="17395" y="572"/>
                  <a:pt x="17598" y="787"/>
                  <a:pt x="17895" y="1120"/>
                </a:cubicBezTo>
                <a:cubicBezTo>
                  <a:pt x="18193" y="1441"/>
                  <a:pt x="18574" y="1846"/>
                  <a:pt x="19288" y="1846"/>
                </a:cubicBezTo>
                <a:cubicBezTo>
                  <a:pt x="20003" y="1846"/>
                  <a:pt x="20396" y="1429"/>
                  <a:pt x="20681" y="1120"/>
                </a:cubicBezTo>
                <a:cubicBezTo>
                  <a:pt x="20967" y="810"/>
                  <a:pt x="21193" y="572"/>
                  <a:pt x="21658" y="572"/>
                </a:cubicBezTo>
                <a:cubicBezTo>
                  <a:pt x="22122" y="572"/>
                  <a:pt x="22336" y="787"/>
                  <a:pt x="22634" y="1120"/>
                </a:cubicBezTo>
                <a:cubicBezTo>
                  <a:pt x="22932" y="1441"/>
                  <a:pt x="23313" y="1846"/>
                  <a:pt x="24027" y="1846"/>
                </a:cubicBezTo>
                <a:cubicBezTo>
                  <a:pt x="24038" y="1847"/>
                  <a:pt x="24049" y="1848"/>
                  <a:pt x="24060" y="1848"/>
                </a:cubicBezTo>
                <a:cubicBezTo>
                  <a:pt x="24424" y="1848"/>
                  <a:pt x="24421" y="1274"/>
                  <a:pt x="24049" y="1274"/>
                </a:cubicBezTo>
                <a:cubicBezTo>
                  <a:pt x="24042" y="1274"/>
                  <a:pt x="24035" y="1274"/>
                  <a:pt x="24027" y="1275"/>
                </a:cubicBezTo>
                <a:cubicBezTo>
                  <a:pt x="23563" y="1275"/>
                  <a:pt x="23348" y="1048"/>
                  <a:pt x="23051" y="727"/>
                </a:cubicBezTo>
                <a:cubicBezTo>
                  <a:pt x="22753" y="406"/>
                  <a:pt x="22372" y="1"/>
                  <a:pt x="21658" y="1"/>
                </a:cubicBezTo>
                <a:cubicBezTo>
                  <a:pt x="20943" y="1"/>
                  <a:pt x="20550" y="417"/>
                  <a:pt x="20265" y="727"/>
                </a:cubicBezTo>
                <a:cubicBezTo>
                  <a:pt x="19979" y="1037"/>
                  <a:pt x="19765" y="1275"/>
                  <a:pt x="19288" y="1275"/>
                </a:cubicBezTo>
                <a:cubicBezTo>
                  <a:pt x="18824" y="1275"/>
                  <a:pt x="18622" y="1048"/>
                  <a:pt x="18312" y="727"/>
                </a:cubicBezTo>
                <a:cubicBezTo>
                  <a:pt x="18014" y="406"/>
                  <a:pt x="17645" y="1"/>
                  <a:pt x="16919" y="1"/>
                </a:cubicBezTo>
                <a:cubicBezTo>
                  <a:pt x="16205" y="1"/>
                  <a:pt x="15812" y="417"/>
                  <a:pt x="15538" y="727"/>
                </a:cubicBezTo>
                <a:cubicBezTo>
                  <a:pt x="15252" y="1037"/>
                  <a:pt x="15026" y="1275"/>
                  <a:pt x="14562" y="1275"/>
                </a:cubicBezTo>
                <a:cubicBezTo>
                  <a:pt x="14097" y="1275"/>
                  <a:pt x="13883" y="1048"/>
                  <a:pt x="13585" y="727"/>
                </a:cubicBezTo>
                <a:cubicBezTo>
                  <a:pt x="13288" y="406"/>
                  <a:pt x="12907" y="1"/>
                  <a:pt x="12192" y="1"/>
                </a:cubicBezTo>
                <a:cubicBezTo>
                  <a:pt x="11478" y="1"/>
                  <a:pt x="11085" y="417"/>
                  <a:pt x="10799" y="727"/>
                </a:cubicBezTo>
                <a:cubicBezTo>
                  <a:pt x="10513" y="1037"/>
                  <a:pt x="10287" y="1275"/>
                  <a:pt x="9823" y="1275"/>
                </a:cubicBezTo>
                <a:cubicBezTo>
                  <a:pt x="9359" y="1275"/>
                  <a:pt x="9156" y="1048"/>
                  <a:pt x="8847" y="727"/>
                </a:cubicBezTo>
                <a:cubicBezTo>
                  <a:pt x="8549" y="406"/>
                  <a:pt x="8168" y="1"/>
                  <a:pt x="7454" y="1"/>
                </a:cubicBezTo>
                <a:cubicBezTo>
                  <a:pt x="6739" y="1"/>
                  <a:pt x="6346" y="417"/>
                  <a:pt x="6060" y="727"/>
                </a:cubicBezTo>
                <a:cubicBezTo>
                  <a:pt x="5787" y="1037"/>
                  <a:pt x="5560" y="1275"/>
                  <a:pt x="5096" y="1275"/>
                </a:cubicBezTo>
                <a:cubicBezTo>
                  <a:pt x="4620" y="1275"/>
                  <a:pt x="4417" y="1048"/>
                  <a:pt x="4120" y="727"/>
                </a:cubicBezTo>
                <a:cubicBezTo>
                  <a:pt x="3810" y="406"/>
                  <a:pt x="3441" y="1"/>
                  <a:pt x="272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"/>
          <p:cNvSpPr/>
          <p:nvPr/>
        </p:nvSpPr>
        <p:spPr>
          <a:xfrm rot="10800000" flipH="1">
            <a:off x="5540830" y="507757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"/>
          <p:cNvSpPr/>
          <p:nvPr/>
        </p:nvSpPr>
        <p:spPr>
          <a:xfrm rot="10800000" flipH="1">
            <a:off x="3332575" y="1957098"/>
            <a:ext cx="785395" cy="63894"/>
          </a:xfrm>
          <a:custGeom>
            <a:avLst/>
            <a:gdLst/>
            <a:ahLst/>
            <a:cxnLst/>
            <a:rect l="l" t="t" r="r" b="b"/>
            <a:pathLst>
              <a:path w="20194" h="1525" extrusionOk="0">
                <a:moveTo>
                  <a:pt x="2263" y="0"/>
                </a:moveTo>
                <a:cubicBezTo>
                  <a:pt x="1680" y="0"/>
                  <a:pt x="1346" y="357"/>
                  <a:pt x="1120" y="607"/>
                </a:cubicBezTo>
                <a:cubicBezTo>
                  <a:pt x="882" y="858"/>
                  <a:pt x="691" y="1048"/>
                  <a:pt x="310" y="1048"/>
                </a:cubicBezTo>
                <a:cubicBezTo>
                  <a:pt x="1" y="1048"/>
                  <a:pt x="1" y="1524"/>
                  <a:pt x="310" y="1524"/>
                </a:cubicBezTo>
                <a:cubicBezTo>
                  <a:pt x="906" y="1524"/>
                  <a:pt x="1227" y="1167"/>
                  <a:pt x="1465" y="917"/>
                </a:cubicBezTo>
                <a:cubicBezTo>
                  <a:pt x="1692" y="667"/>
                  <a:pt x="1882" y="465"/>
                  <a:pt x="2263" y="465"/>
                </a:cubicBezTo>
                <a:cubicBezTo>
                  <a:pt x="2656" y="465"/>
                  <a:pt x="2823" y="643"/>
                  <a:pt x="3073" y="917"/>
                </a:cubicBezTo>
                <a:cubicBezTo>
                  <a:pt x="3323" y="1191"/>
                  <a:pt x="3632" y="1524"/>
                  <a:pt x="4228" y="1524"/>
                </a:cubicBezTo>
                <a:cubicBezTo>
                  <a:pt x="4823" y="1524"/>
                  <a:pt x="5144" y="1167"/>
                  <a:pt x="5382" y="917"/>
                </a:cubicBezTo>
                <a:cubicBezTo>
                  <a:pt x="5609" y="667"/>
                  <a:pt x="5799" y="465"/>
                  <a:pt x="6180" y="465"/>
                </a:cubicBezTo>
                <a:cubicBezTo>
                  <a:pt x="6573" y="465"/>
                  <a:pt x="6740" y="643"/>
                  <a:pt x="6990" y="917"/>
                </a:cubicBezTo>
                <a:cubicBezTo>
                  <a:pt x="7240" y="1191"/>
                  <a:pt x="7549" y="1524"/>
                  <a:pt x="8145" y="1524"/>
                </a:cubicBezTo>
                <a:cubicBezTo>
                  <a:pt x="8740" y="1524"/>
                  <a:pt x="9061" y="1167"/>
                  <a:pt x="9300" y="917"/>
                </a:cubicBezTo>
                <a:cubicBezTo>
                  <a:pt x="9526" y="667"/>
                  <a:pt x="9716" y="465"/>
                  <a:pt x="10097" y="465"/>
                </a:cubicBezTo>
                <a:cubicBezTo>
                  <a:pt x="10490" y="465"/>
                  <a:pt x="10657" y="643"/>
                  <a:pt x="10907" y="917"/>
                </a:cubicBezTo>
                <a:cubicBezTo>
                  <a:pt x="11157" y="1191"/>
                  <a:pt x="11467" y="1524"/>
                  <a:pt x="12062" y="1524"/>
                </a:cubicBezTo>
                <a:cubicBezTo>
                  <a:pt x="12645" y="1524"/>
                  <a:pt x="12979" y="1167"/>
                  <a:pt x="13205" y="917"/>
                </a:cubicBezTo>
                <a:cubicBezTo>
                  <a:pt x="13443" y="667"/>
                  <a:pt x="13633" y="465"/>
                  <a:pt x="14014" y="465"/>
                </a:cubicBezTo>
                <a:cubicBezTo>
                  <a:pt x="14395" y="465"/>
                  <a:pt x="14562" y="643"/>
                  <a:pt x="14812" y="917"/>
                </a:cubicBezTo>
                <a:cubicBezTo>
                  <a:pt x="15062" y="1191"/>
                  <a:pt x="15372" y="1524"/>
                  <a:pt x="15967" y="1524"/>
                </a:cubicBezTo>
                <a:cubicBezTo>
                  <a:pt x="16562" y="1524"/>
                  <a:pt x="16884" y="1167"/>
                  <a:pt x="17122" y="917"/>
                </a:cubicBezTo>
                <a:cubicBezTo>
                  <a:pt x="17360" y="667"/>
                  <a:pt x="17539" y="465"/>
                  <a:pt x="17932" y="465"/>
                </a:cubicBezTo>
                <a:cubicBezTo>
                  <a:pt x="18313" y="465"/>
                  <a:pt x="18479" y="643"/>
                  <a:pt x="18729" y="917"/>
                </a:cubicBezTo>
                <a:cubicBezTo>
                  <a:pt x="18979" y="1191"/>
                  <a:pt x="19289" y="1524"/>
                  <a:pt x="19884" y="1524"/>
                </a:cubicBezTo>
                <a:cubicBezTo>
                  <a:pt x="20194" y="1524"/>
                  <a:pt x="20194" y="1048"/>
                  <a:pt x="19884" y="1048"/>
                </a:cubicBezTo>
                <a:cubicBezTo>
                  <a:pt x="19491" y="1048"/>
                  <a:pt x="19325" y="881"/>
                  <a:pt x="19075" y="607"/>
                </a:cubicBezTo>
                <a:cubicBezTo>
                  <a:pt x="18825" y="334"/>
                  <a:pt x="18515" y="0"/>
                  <a:pt x="17920" y="0"/>
                </a:cubicBezTo>
                <a:cubicBezTo>
                  <a:pt x="17336" y="0"/>
                  <a:pt x="17003" y="357"/>
                  <a:pt x="16777" y="607"/>
                </a:cubicBezTo>
                <a:cubicBezTo>
                  <a:pt x="16539" y="858"/>
                  <a:pt x="16348" y="1048"/>
                  <a:pt x="15967" y="1048"/>
                </a:cubicBezTo>
                <a:cubicBezTo>
                  <a:pt x="15586" y="1048"/>
                  <a:pt x="15419" y="881"/>
                  <a:pt x="15157" y="607"/>
                </a:cubicBezTo>
                <a:cubicBezTo>
                  <a:pt x="14907" y="334"/>
                  <a:pt x="14598" y="0"/>
                  <a:pt x="14014" y="0"/>
                </a:cubicBezTo>
                <a:cubicBezTo>
                  <a:pt x="13419" y="0"/>
                  <a:pt x="13098" y="357"/>
                  <a:pt x="12860" y="607"/>
                </a:cubicBezTo>
                <a:cubicBezTo>
                  <a:pt x="12621" y="858"/>
                  <a:pt x="12443" y="1048"/>
                  <a:pt x="12050" y="1048"/>
                </a:cubicBezTo>
                <a:cubicBezTo>
                  <a:pt x="11669" y="1048"/>
                  <a:pt x="11502" y="881"/>
                  <a:pt x="11252" y="607"/>
                </a:cubicBezTo>
                <a:cubicBezTo>
                  <a:pt x="11002" y="334"/>
                  <a:pt x="10693" y="0"/>
                  <a:pt x="10097" y="0"/>
                </a:cubicBezTo>
                <a:cubicBezTo>
                  <a:pt x="9502" y="0"/>
                  <a:pt x="9181" y="357"/>
                  <a:pt x="8942" y="607"/>
                </a:cubicBezTo>
                <a:cubicBezTo>
                  <a:pt x="8716" y="858"/>
                  <a:pt x="8526" y="1048"/>
                  <a:pt x="8145" y="1048"/>
                </a:cubicBezTo>
                <a:cubicBezTo>
                  <a:pt x="7752" y="1048"/>
                  <a:pt x="7585" y="881"/>
                  <a:pt x="7335" y="607"/>
                </a:cubicBezTo>
                <a:cubicBezTo>
                  <a:pt x="7085" y="334"/>
                  <a:pt x="6775" y="0"/>
                  <a:pt x="6180" y="0"/>
                </a:cubicBezTo>
                <a:cubicBezTo>
                  <a:pt x="5597" y="0"/>
                  <a:pt x="5263" y="357"/>
                  <a:pt x="5037" y="607"/>
                </a:cubicBezTo>
                <a:cubicBezTo>
                  <a:pt x="4799" y="858"/>
                  <a:pt x="4609" y="1048"/>
                  <a:pt x="4228" y="1048"/>
                </a:cubicBezTo>
                <a:cubicBezTo>
                  <a:pt x="3835" y="1048"/>
                  <a:pt x="3668" y="881"/>
                  <a:pt x="3418" y="607"/>
                </a:cubicBezTo>
                <a:cubicBezTo>
                  <a:pt x="3168" y="334"/>
                  <a:pt x="2858" y="0"/>
                  <a:pt x="226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8"/>
          <p:cNvSpPr/>
          <p:nvPr/>
        </p:nvSpPr>
        <p:spPr>
          <a:xfrm rot="5400000" flipH="1">
            <a:off x="8335151" y="3652005"/>
            <a:ext cx="783995" cy="63894"/>
          </a:xfrm>
          <a:custGeom>
            <a:avLst/>
            <a:gdLst/>
            <a:ahLst/>
            <a:cxnLst/>
            <a:rect l="l" t="t" r="r" b="b"/>
            <a:pathLst>
              <a:path w="20158" h="1525" extrusionOk="0">
                <a:moveTo>
                  <a:pt x="2251" y="0"/>
                </a:moveTo>
                <a:cubicBezTo>
                  <a:pt x="1656" y="0"/>
                  <a:pt x="1334" y="346"/>
                  <a:pt x="1096" y="596"/>
                </a:cubicBezTo>
                <a:cubicBezTo>
                  <a:pt x="858" y="858"/>
                  <a:pt x="679" y="1060"/>
                  <a:pt x="286" y="1060"/>
                </a:cubicBezTo>
                <a:cubicBezTo>
                  <a:pt x="1" y="1084"/>
                  <a:pt x="1" y="1501"/>
                  <a:pt x="286" y="1524"/>
                </a:cubicBezTo>
                <a:cubicBezTo>
                  <a:pt x="882" y="1524"/>
                  <a:pt x="1203" y="1179"/>
                  <a:pt x="1441" y="917"/>
                </a:cubicBezTo>
                <a:cubicBezTo>
                  <a:pt x="1679" y="667"/>
                  <a:pt x="1858" y="465"/>
                  <a:pt x="2251" y="465"/>
                </a:cubicBezTo>
                <a:cubicBezTo>
                  <a:pt x="2632" y="465"/>
                  <a:pt x="2811" y="655"/>
                  <a:pt x="3061" y="917"/>
                </a:cubicBezTo>
                <a:cubicBezTo>
                  <a:pt x="3311" y="1191"/>
                  <a:pt x="3620" y="1524"/>
                  <a:pt x="4204" y="1524"/>
                </a:cubicBezTo>
                <a:cubicBezTo>
                  <a:pt x="4799" y="1524"/>
                  <a:pt x="5120" y="1179"/>
                  <a:pt x="5359" y="917"/>
                </a:cubicBezTo>
                <a:cubicBezTo>
                  <a:pt x="5597" y="667"/>
                  <a:pt x="5775" y="465"/>
                  <a:pt x="6168" y="465"/>
                </a:cubicBezTo>
                <a:cubicBezTo>
                  <a:pt x="6549" y="465"/>
                  <a:pt x="6728" y="655"/>
                  <a:pt x="6966" y="917"/>
                </a:cubicBezTo>
                <a:cubicBezTo>
                  <a:pt x="7216" y="1191"/>
                  <a:pt x="7525" y="1524"/>
                  <a:pt x="8121" y="1524"/>
                </a:cubicBezTo>
                <a:cubicBezTo>
                  <a:pt x="8716" y="1524"/>
                  <a:pt x="9038" y="1179"/>
                  <a:pt x="9276" y="917"/>
                </a:cubicBezTo>
                <a:cubicBezTo>
                  <a:pt x="9514" y="667"/>
                  <a:pt x="9692" y="465"/>
                  <a:pt x="10085" y="465"/>
                </a:cubicBezTo>
                <a:cubicBezTo>
                  <a:pt x="10466" y="465"/>
                  <a:pt x="10633" y="655"/>
                  <a:pt x="10883" y="917"/>
                </a:cubicBezTo>
                <a:cubicBezTo>
                  <a:pt x="11133" y="1191"/>
                  <a:pt x="11443" y="1524"/>
                  <a:pt x="12038" y="1524"/>
                </a:cubicBezTo>
                <a:cubicBezTo>
                  <a:pt x="12633" y="1524"/>
                  <a:pt x="12955" y="1179"/>
                  <a:pt x="13193" y="917"/>
                </a:cubicBezTo>
                <a:cubicBezTo>
                  <a:pt x="13419" y="667"/>
                  <a:pt x="13610" y="465"/>
                  <a:pt x="13991" y="465"/>
                </a:cubicBezTo>
                <a:cubicBezTo>
                  <a:pt x="14383" y="465"/>
                  <a:pt x="14550" y="655"/>
                  <a:pt x="14800" y="917"/>
                </a:cubicBezTo>
                <a:cubicBezTo>
                  <a:pt x="15050" y="1191"/>
                  <a:pt x="15360" y="1524"/>
                  <a:pt x="15955" y="1524"/>
                </a:cubicBezTo>
                <a:cubicBezTo>
                  <a:pt x="16538" y="1524"/>
                  <a:pt x="16872" y="1179"/>
                  <a:pt x="17098" y="917"/>
                </a:cubicBezTo>
                <a:cubicBezTo>
                  <a:pt x="17336" y="667"/>
                  <a:pt x="17527" y="465"/>
                  <a:pt x="17908" y="465"/>
                </a:cubicBezTo>
                <a:cubicBezTo>
                  <a:pt x="18301" y="465"/>
                  <a:pt x="18467" y="655"/>
                  <a:pt x="18717" y="917"/>
                </a:cubicBezTo>
                <a:cubicBezTo>
                  <a:pt x="18967" y="1191"/>
                  <a:pt x="19277" y="1524"/>
                  <a:pt x="19872" y="1524"/>
                </a:cubicBezTo>
                <a:cubicBezTo>
                  <a:pt x="20158" y="1501"/>
                  <a:pt x="20158" y="1084"/>
                  <a:pt x="19872" y="1060"/>
                </a:cubicBezTo>
                <a:cubicBezTo>
                  <a:pt x="19479" y="1060"/>
                  <a:pt x="19313" y="870"/>
                  <a:pt x="19063" y="596"/>
                </a:cubicBezTo>
                <a:cubicBezTo>
                  <a:pt x="18813" y="334"/>
                  <a:pt x="18503" y="0"/>
                  <a:pt x="17908" y="0"/>
                </a:cubicBezTo>
                <a:cubicBezTo>
                  <a:pt x="17312" y="0"/>
                  <a:pt x="16991" y="346"/>
                  <a:pt x="16753" y="596"/>
                </a:cubicBezTo>
                <a:cubicBezTo>
                  <a:pt x="16527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596"/>
                </a:cubicBezTo>
                <a:cubicBezTo>
                  <a:pt x="14895" y="334"/>
                  <a:pt x="14586" y="0"/>
                  <a:pt x="13991" y="0"/>
                </a:cubicBezTo>
                <a:cubicBezTo>
                  <a:pt x="13407" y="0"/>
                  <a:pt x="13074" y="346"/>
                  <a:pt x="12848" y="596"/>
                </a:cubicBezTo>
                <a:cubicBezTo>
                  <a:pt x="12609" y="858"/>
                  <a:pt x="12419" y="1060"/>
                  <a:pt x="12038" y="1060"/>
                </a:cubicBezTo>
                <a:cubicBezTo>
                  <a:pt x="11645" y="1060"/>
                  <a:pt x="11478" y="870"/>
                  <a:pt x="11228" y="596"/>
                </a:cubicBezTo>
                <a:cubicBezTo>
                  <a:pt x="10978" y="334"/>
                  <a:pt x="10669" y="0"/>
                  <a:pt x="10085" y="0"/>
                </a:cubicBezTo>
                <a:cubicBezTo>
                  <a:pt x="9490" y="0"/>
                  <a:pt x="9157" y="346"/>
                  <a:pt x="8930" y="596"/>
                </a:cubicBezTo>
                <a:cubicBezTo>
                  <a:pt x="8692" y="858"/>
                  <a:pt x="8514" y="1060"/>
                  <a:pt x="8121" y="1060"/>
                </a:cubicBezTo>
                <a:cubicBezTo>
                  <a:pt x="7740" y="1060"/>
                  <a:pt x="7561" y="870"/>
                  <a:pt x="7311" y="596"/>
                </a:cubicBezTo>
                <a:cubicBezTo>
                  <a:pt x="7073" y="334"/>
                  <a:pt x="6752" y="0"/>
                  <a:pt x="6168" y="0"/>
                </a:cubicBezTo>
                <a:cubicBezTo>
                  <a:pt x="5573" y="0"/>
                  <a:pt x="5251" y="346"/>
                  <a:pt x="5013" y="596"/>
                </a:cubicBezTo>
                <a:cubicBezTo>
                  <a:pt x="4775" y="858"/>
                  <a:pt x="4597" y="1060"/>
                  <a:pt x="4204" y="1060"/>
                </a:cubicBezTo>
                <a:cubicBezTo>
                  <a:pt x="3823" y="1060"/>
                  <a:pt x="3644" y="870"/>
                  <a:pt x="3406" y="596"/>
                </a:cubicBezTo>
                <a:cubicBezTo>
                  <a:pt x="3156" y="334"/>
                  <a:pt x="2846" y="0"/>
                  <a:pt x="22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"/>
          <p:cNvSpPr/>
          <p:nvPr/>
        </p:nvSpPr>
        <p:spPr>
          <a:xfrm rot="9262528" flipH="1">
            <a:off x="5287692" y="2564768"/>
            <a:ext cx="82919" cy="134242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"/>
          <p:cNvSpPr/>
          <p:nvPr/>
        </p:nvSpPr>
        <p:spPr>
          <a:xfrm rot="10800000" flipH="1">
            <a:off x="5704040" y="2992861"/>
            <a:ext cx="1125277" cy="196122"/>
          </a:xfrm>
          <a:custGeom>
            <a:avLst/>
            <a:gdLst/>
            <a:ahLst/>
            <a:cxnLst/>
            <a:rect l="l" t="t" r="r" b="b"/>
            <a:pathLst>
              <a:path w="28933" h="4681" extrusionOk="0">
                <a:moveTo>
                  <a:pt x="2334" y="1"/>
                </a:moveTo>
                <a:cubicBezTo>
                  <a:pt x="1048" y="1"/>
                  <a:pt x="0" y="1049"/>
                  <a:pt x="0" y="2335"/>
                </a:cubicBezTo>
                <a:cubicBezTo>
                  <a:pt x="0" y="3632"/>
                  <a:pt x="1048" y="4680"/>
                  <a:pt x="2334" y="4680"/>
                </a:cubicBezTo>
                <a:lnTo>
                  <a:pt x="26599" y="4680"/>
                </a:lnTo>
                <a:cubicBezTo>
                  <a:pt x="27885" y="4680"/>
                  <a:pt x="28933" y="3632"/>
                  <a:pt x="28933" y="2335"/>
                </a:cubicBezTo>
                <a:cubicBezTo>
                  <a:pt x="28933" y="1049"/>
                  <a:pt x="27885" y="1"/>
                  <a:pt x="2659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"/>
          <p:cNvSpPr/>
          <p:nvPr/>
        </p:nvSpPr>
        <p:spPr>
          <a:xfrm rot="10800000" flipH="1">
            <a:off x="1591255" y="3894369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8"/>
          <p:cNvGrpSpPr/>
          <p:nvPr/>
        </p:nvGrpSpPr>
        <p:grpSpPr>
          <a:xfrm rot="9492235" flipH="1">
            <a:off x="6326276" y="4169693"/>
            <a:ext cx="142656" cy="149447"/>
            <a:chOff x="1160468" y="31374"/>
            <a:chExt cx="142658" cy="149448"/>
          </a:xfrm>
        </p:grpSpPr>
        <p:sp>
          <p:nvSpPr>
            <p:cNvPr id="223" name="Google Shape;223;p8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8"/>
          <p:cNvSpPr/>
          <p:nvPr/>
        </p:nvSpPr>
        <p:spPr>
          <a:xfrm rot="5400000" flipH="1">
            <a:off x="6877565" y="3970014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"/>
          <p:cNvSpPr/>
          <p:nvPr/>
        </p:nvSpPr>
        <p:spPr>
          <a:xfrm rot="10800000" flipH="1">
            <a:off x="2090053" y="1130798"/>
            <a:ext cx="1125277" cy="196122"/>
          </a:xfrm>
          <a:custGeom>
            <a:avLst/>
            <a:gdLst/>
            <a:ahLst/>
            <a:cxnLst/>
            <a:rect l="l" t="t" r="r" b="b"/>
            <a:pathLst>
              <a:path w="28933" h="4681" extrusionOk="0">
                <a:moveTo>
                  <a:pt x="2334" y="1"/>
                </a:moveTo>
                <a:cubicBezTo>
                  <a:pt x="1048" y="1"/>
                  <a:pt x="0" y="1049"/>
                  <a:pt x="0" y="2335"/>
                </a:cubicBezTo>
                <a:cubicBezTo>
                  <a:pt x="0" y="3632"/>
                  <a:pt x="1048" y="4680"/>
                  <a:pt x="2334" y="4680"/>
                </a:cubicBezTo>
                <a:lnTo>
                  <a:pt x="26599" y="4680"/>
                </a:lnTo>
                <a:cubicBezTo>
                  <a:pt x="27885" y="4680"/>
                  <a:pt x="28933" y="3632"/>
                  <a:pt x="28933" y="2335"/>
                </a:cubicBezTo>
                <a:cubicBezTo>
                  <a:pt x="28933" y="1049"/>
                  <a:pt x="27885" y="1"/>
                  <a:pt x="2659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8"/>
          <p:cNvSpPr/>
          <p:nvPr/>
        </p:nvSpPr>
        <p:spPr>
          <a:xfrm rot="10800000" flipH="1">
            <a:off x="7438903" y="2374205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8"/>
          <p:cNvSpPr/>
          <p:nvPr/>
        </p:nvSpPr>
        <p:spPr>
          <a:xfrm rot="10800000" flipH="1">
            <a:off x="4354430" y="3433032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"/>
          <p:cNvSpPr/>
          <p:nvPr/>
        </p:nvSpPr>
        <p:spPr>
          <a:xfrm rot="10800000" flipH="1">
            <a:off x="1959015" y="2653280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" name="Google Shape;230;p8"/>
          <p:cNvGrpSpPr/>
          <p:nvPr/>
        </p:nvGrpSpPr>
        <p:grpSpPr>
          <a:xfrm rot="9224546">
            <a:off x="3463130" y="2907528"/>
            <a:ext cx="142655" cy="149446"/>
            <a:chOff x="1160468" y="31374"/>
            <a:chExt cx="142658" cy="149448"/>
          </a:xfrm>
        </p:grpSpPr>
        <p:sp>
          <p:nvSpPr>
            <p:cNvPr id="231" name="Google Shape;231;p8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8"/>
          <p:cNvSpPr txBox="1">
            <a:spLocks noGrp="1"/>
          </p:cNvSpPr>
          <p:nvPr>
            <p:ph type="title"/>
          </p:nvPr>
        </p:nvSpPr>
        <p:spPr>
          <a:xfrm>
            <a:off x="902425" y="2186650"/>
            <a:ext cx="7339200" cy="77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"/>
          <p:cNvSpPr/>
          <p:nvPr/>
        </p:nvSpPr>
        <p:spPr>
          <a:xfrm rot="10800000">
            <a:off x="2330838" y="4828071"/>
            <a:ext cx="785395" cy="63894"/>
          </a:xfrm>
          <a:custGeom>
            <a:avLst/>
            <a:gdLst/>
            <a:ahLst/>
            <a:cxnLst/>
            <a:rect l="l" t="t" r="r" b="b"/>
            <a:pathLst>
              <a:path w="20194" h="1525" extrusionOk="0">
                <a:moveTo>
                  <a:pt x="2263" y="0"/>
                </a:moveTo>
                <a:cubicBezTo>
                  <a:pt x="1680" y="0"/>
                  <a:pt x="1346" y="357"/>
                  <a:pt x="1120" y="607"/>
                </a:cubicBezTo>
                <a:cubicBezTo>
                  <a:pt x="882" y="858"/>
                  <a:pt x="691" y="1048"/>
                  <a:pt x="310" y="1048"/>
                </a:cubicBezTo>
                <a:cubicBezTo>
                  <a:pt x="1" y="1048"/>
                  <a:pt x="1" y="1524"/>
                  <a:pt x="310" y="1524"/>
                </a:cubicBezTo>
                <a:cubicBezTo>
                  <a:pt x="906" y="1524"/>
                  <a:pt x="1227" y="1167"/>
                  <a:pt x="1465" y="917"/>
                </a:cubicBezTo>
                <a:cubicBezTo>
                  <a:pt x="1692" y="667"/>
                  <a:pt x="1882" y="465"/>
                  <a:pt x="2263" y="465"/>
                </a:cubicBezTo>
                <a:cubicBezTo>
                  <a:pt x="2656" y="465"/>
                  <a:pt x="2823" y="643"/>
                  <a:pt x="3073" y="917"/>
                </a:cubicBezTo>
                <a:cubicBezTo>
                  <a:pt x="3323" y="1191"/>
                  <a:pt x="3632" y="1524"/>
                  <a:pt x="4228" y="1524"/>
                </a:cubicBezTo>
                <a:cubicBezTo>
                  <a:pt x="4823" y="1524"/>
                  <a:pt x="5144" y="1167"/>
                  <a:pt x="5382" y="917"/>
                </a:cubicBezTo>
                <a:cubicBezTo>
                  <a:pt x="5609" y="667"/>
                  <a:pt x="5799" y="465"/>
                  <a:pt x="6180" y="465"/>
                </a:cubicBezTo>
                <a:cubicBezTo>
                  <a:pt x="6573" y="465"/>
                  <a:pt x="6740" y="643"/>
                  <a:pt x="6990" y="917"/>
                </a:cubicBezTo>
                <a:cubicBezTo>
                  <a:pt x="7240" y="1191"/>
                  <a:pt x="7549" y="1524"/>
                  <a:pt x="8145" y="1524"/>
                </a:cubicBezTo>
                <a:cubicBezTo>
                  <a:pt x="8740" y="1524"/>
                  <a:pt x="9061" y="1167"/>
                  <a:pt x="9300" y="917"/>
                </a:cubicBezTo>
                <a:cubicBezTo>
                  <a:pt x="9526" y="667"/>
                  <a:pt x="9716" y="465"/>
                  <a:pt x="10097" y="465"/>
                </a:cubicBezTo>
                <a:cubicBezTo>
                  <a:pt x="10490" y="465"/>
                  <a:pt x="10657" y="643"/>
                  <a:pt x="10907" y="917"/>
                </a:cubicBezTo>
                <a:cubicBezTo>
                  <a:pt x="11157" y="1191"/>
                  <a:pt x="11467" y="1524"/>
                  <a:pt x="12062" y="1524"/>
                </a:cubicBezTo>
                <a:cubicBezTo>
                  <a:pt x="12645" y="1524"/>
                  <a:pt x="12979" y="1167"/>
                  <a:pt x="13205" y="917"/>
                </a:cubicBezTo>
                <a:cubicBezTo>
                  <a:pt x="13443" y="667"/>
                  <a:pt x="13633" y="465"/>
                  <a:pt x="14014" y="465"/>
                </a:cubicBezTo>
                <a:cubicBezTo>
                  <a:pt x="14395" y="465"/>
                  <a:pt x="14562" y="643"/>
                  <a:pt x="14812" y="917"/>
                </a:cubicBezTo>
                <a:cubicBezTo>
                  <a:pt x="15062" y="1191"/>
                  <a:pt x="15372" y="1524"/>
                  <a:pt x="15967" y="1524"/>
                </a:cubicBezTo>
                <a:cubicBezTo>
                  <a:pt x="16562" y="1524"/>
                  <a:pt x="16884" y="1167"/>
                  <a:pt x="17122" y="917"/>
                </a:cubicBezTo>
                <a:cubicBezTo>
                  <a:pt x="17360" y="667"/>
                  <a:pt x="17539" y="465"/>
                  <a:pt x="17932" y="465"/>
                </a:cubicBezTo>
                <a:cubicBezTo>
                  <a:pt x="18313" y="465"/>
                  <a:pt x="18479" y="643"/>
                  <a:pt x="18729" y="917"/>
                </a:cubicBezTo>
                <a:cubicBezTo>
                  <a:pt x="18979" y="1191"/>
                  <a:pt x="19289" y="1524"/>
                  <a:pt x="19884" y="1524"/>
                </a:cubicBezTo>
                <a:cubicBezTo>
                  <a:pt x="20194" y="1524"/>
                  <a:pt x="20194" y="1048"/>
                  <a:pt x="19884" y="1048"/>
                </a:cubicBezTo>
                <a:cubicBezTo>
                  <a:pt x="19491" y="1048"/>
                  <a:pt x="19325" y="881"/>
                  <a:pt x="19075" y="607"/>
                </a:cubicBezTo>
                <a:cubicBezTo>
                  <a:pt x="18825" y="334"/>
                  <a:pt x="18515" y="0"/>
                  <a:pt x="17920" y="0"/>
                </a:cubicBezTo>
                <a:cubicBezTo>
                  <a:pt x="17336" y="0"/>
                  <a:pt x="17003" y="357"/>
                  <a:pt x="16777" y="607"/>
                </a:cubicBezTo>
                <a:cubicBezTo>
                  <a:pt x="16539" y="858"/>
                  <a:pt x="16348" y="1048"/>
                  <a:pt x="15967" y="1048"/>
                </a:cubicBezTo>
                <a:cubicBezTo>
                  <a:pt x="15586" y="1048"/>
                  <a:pt x="15419" y="881"/>
                  <a:pt x="15157" y="607"/>
                </a:cubicBezTo>
                <a:cubicBezTo>
                  <a:pt x="14907" y="334"/>
                  <a:pt x="14598" y="0"/>
                  <a:pt x="14014" y="0"/>
                </a:cubicBezTo>
                <a:cubicBezTo>
                  <a:pt x="13419" y="0"/>
                  <a:pt x="13098" y="357"/>
                  <a:pt x="12860" y="607"/>
                </a:cubicBezTo>
                <a:cubicBezTo>
                  <a:pt x="12621" y="858"/>
                  <a:pt x="12443" y="1048"/>
                  <a:pt x="12050" y="1048"/>
                </a:cubicBezTo>
                <a:cubicBezTo>
                  <a:pt x="11669" y="1048"/>
                  <a:pt x="11502" y="881"/>
                  <a:pt x="11252" y="607"/>
                </a:cubicBezTo>
                <a:cubicBezTo>
                  <a:pt x="11002" y="334"/>
                  <a:pt x="10693" y="0"/>
                  <a:pt x="10097" y="0"/>
                </a:cubicBezTo>
                <a:cubicBezTo>
                  <a:pt x="9502" y="0"/>
                  <a:pt x="9181" y="357"/>
                  <a:pt x="8942" y="607"/>
                </a:cubicBezTo>
                <a:cubicBezTo>
                  <a:pt x="8716" y="858"/>
                  <a:pt x="8526" y="1048"/>
                  <a:pt x="8145" y="1048"/>
                </a:cubicBezTo>
                <a:cubicBezTo>
                  <a:pt x="7752" y="1048"/>
                  <a:pt x="7585" y="881"/>
                  <a:pt x="7335" y="607"/>
                </a:cubicBezTo>
                <a:cubicBezTo>
                  <a:pt x="7085" y="334"/>
                  <a:pt x="6775" y="0"/>
                  <a:pt x="6180" y="0"/>
                </a:cubicBezTo>
                <a:cubicBezTo>
                  <a:pt x="5597" y="0"/>
                  <a:pt x="5263" y="357"/>
                  <a:pt x="5037" y="607"/>
                </a:cubicBezTo>
                <a:cubicBezTo>
                  <a:pt x="4799" y="858"/>
                  <a:pt x="4609" y="1048"/>
                  <a:pt x="4228" y="1048"/>
                </a:cubicBezTo>
                <a:cubicBezTo>
                  <a:pt x="3835" y="1048"/>
                  <a:pt x="3668" y="881"/>
                  <a:pt x="3418" y="607"/>
                </a:cubicBezTo>
                <a:cubicBezTo>
                  <a:pt x="3168" y="334"/>
                  <a:pt x="2858" y="0"/>
                  <a:pt x="22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720025" y="870025"/>
            <a:ext cx="7704000" cy="3733500"/>
          </a:xfrm>
          <a:prstGeom prst="roundRect">
            <a:avLst>
              <a:gd name="adj" fmla="val 14782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9"/>
          <p:cNvSpPr txBox="1">
            <a:spLocks noGrp="1"/>
          </p:cNvSpPr>
          <p:nvPr>
            <p:ph type="title"/>
          </p:nvPr>
        </p:nvSpPr>
        <p:spPr>
          <a:xfrm>
            <a:off x="1018575" y="540000"/>
            <a:ext cx="2858400" cy="5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8" name="Google Shape;238;p9"/>
          <p:cNvSpPr txBox="1">
            <a:spLocks noGrp="1"/>
          </p:cNvSpPr>
          <p:nvPr>
            <p:ph type="subTitle" idx="1"/>
          </p:nvPr>
        </p:nvSpPr>
        <p:spPr>
          <a:xfrm>
            <a:off x="1408975" y="1635175"/>
            <a:ext cx="2138400" cy="21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9" name="Google Shape;239;p9"/>
          <p:cNvSpPr/>
          <p:nvPr/>
        </p:nvSpPr>
        <p:spPr>
          <a:xfrm rot="5400000">
            <a:off x="8486544" y="1018424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" name="Google Shape;240;p9"/>
          <p:cNvGrpSpPr/>
          <p:nvPr/>
        </p:nvGrpSpPr>
        <p:grpSpPr>
          <a:xfrm rot="9401133">
            <a:off x="5820639" y="3418911"/>
            <a:ext cx="151728" cy="149457"/>
            <a:chOff x="8639698" y="2706690"/>
            <a:chExt cx="151720" cy="149448"/>
          </a:xfrm>
        </p:grpSpPr>
        <p:sp>
          <p:nvSpPr>
            <p:cNvPr id="241" name="Google Shape;241;p9"/>
            <p:cNvSpPr/>
            <p:nvPr/>
          </p:nvSpPr>
          <p:spPr>
            <a:xfrm>
              <a:off x="8639698" y="2706690"/>
              <a:ext cx="151720" cy="149448"/>
            </a:xfrm>
            <a:custGeom>
              <a:avLst/>
              <a:gdLst/>
              <a:ahLst/>
              <a:cxnLst/>
              <a:rect l="l" t="t" r="r" b="b"/>
              <a:pathLst>
                <a:path w="3901" h="3567" extrusionOk="0">
                  <a:moveTo>
                    <a:pt x="3231" y="0"/>
                  </a:moveTo>
                  <a:cubicBezTo>
                    <a:pt x="3150" y="0"/>
                    <a:pt x="3073" y="34"/>
                    <a:pt x="3013" y="114"/>
                  </a:cubicBezTo>
                  <a:lnTo>
                    <a:pt x="263" y="2840"/>
                  </a:lnTo>
                  <a:cubicBezTo>
                    <a:pt x="1" y="3102"/>
                    <a:pt x="191" y="3554"/>
                    <a:pt x="560" y="3566"/>
                  </a:cubicBezTo>
                  <a:cubicBezTo>
                    <a:pt x="679" y="3554"/>
                    <a:pt x="775" y="3519"/>
                    <a:pt x="858" y="3435"/>
                  </a:cubicBezTo>
                  <a:lnTo>
                    <a:pt x="3608" y="709"/>
                  </a:lnTo>
                  <a:cubicBezTo>
                    <a:pt x="3900" y="474"/>
                    <a:pt x="3537" y="0"/>
                    <a:pt x="3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9"/>
            <p:cNvSpPr/>
            <p:nvPr/>
          </p:nvSpPr>
          <p:spPr>
            <a:xfrm>
              <a:off x="8640476" y="2707402"/>
              <a:ext cx="149775" cy="148736"/>
            </a:xfrm>
            <a:custGeom>
              <a:avLst/>
              <a:gdLst/>
              <a:ahLst/>
              <a:cxnLst/>
              <a:rect l="l" t="t" r="r" b="b"/>
              <a:pathLst>
                <a:path w="3851" h="3550" extrusionOk="0">
                  <a:moveTo>
                    <a:pt x="574" y="0"/>
                  </a:moveTo>
                  <a:cubicBezTo>
                    <a:pt x="261" y="0"/>
                    <a:pt x="1" y="375"/>
                    <a:pt x="243" y="692"/>
                  </a:cubicBezTo>
                  <a:lnTo>
                    <a:pt x="2993" y="3418"/>
                  </a:lnTo>
                  <a:cubicBezTo>
                    <a:pt x="3064" y="3502"/>
                    <a:pt x="3172" y="3549"/>
                    <a:pt x="3291" y="3549"/>
                  </a:cubicBezTo>
                  <a:cubicBezTo>
                    <a:pt x="3660" y="3537"/>
                    <a:pt x="3850" y="3085"/>
                    <a:pt x="3588" y="2823"/>
                  </a:cubicBezTo>
                  <a:lnTo>
                    <a:pt x="838" y="97"/>
                  </a:lnTo>
                  <a:cubicBezTo>
                    <a:pt x="753" y="29"/>
                    <a:pt x="661" y="0"/>
                    <a:pt x="5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3" name="Google Shape;243;p9"/>
          <p:cNvSpPr/>
          <p:nvPr/>
        </p:nvSpPr>
        <p:spPr>
          <a:xfrm rot="10800000">
            <a:off x="6062766" y="1914678"/>
            <a:ext cx="83386" cy="133737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53" y="1144"/>
                  <a:pt x="1" y="1596"/>
                </a:cubicBezTo>
                <a:cubicBezTo>
                  <a:pt x="453" y="2060"/>
                  <a:pt x="822" y="2596"/>
                  <a:pt x="1072" y="3191"/>
                </a:cubicBezTo>
                <a:cubicBezTo>
                  <a:pt x="1322" y="2596"/>
                  <a:pt x="1679" y="2060"/>
                  <a:pt x="2144" y="1596"/>
                </a:cubicBezTo>
                <a:cubicBezTo>
                  <a:pt x="1679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9"/>
          <p:cNvSpPr/>
          <p:nvPr/>
        </p:nvSpPr>
        <p:spPr>
          <a:xfrm rot="-8764439">
            <a:off x="1530404" y="1158943"/>
            <a:ext cx="82922" cy="134238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"/>
          <p:cNvSpPr/>
          <p:nvPr/>
        </p:nvSpPr>
        <p:spPr>
          <a:xfrm rot="-9150358">
            <a:off x="8412952" y="3700786"/>
            <a:ext cx="83386" cy="134197"/>
          </a:xfrm>
          <a:custGeom>
            <a:avLst/>
            <a:gdLst/>
            <a:ahLst/>
            <a:cxnLst/>
            <a:rect l="l" t="t" r="r" b="b"/>
            <a:pathLst>
              <a:path w="2144" h="3203" extrusionOk="0">
                <a:moveTo>
                  <a:pt x="1072" y="0"/>
                </a:moveTo>
                <a:cubicBezTo>
                  <a:pt x="822" y="595"/>
                  <a:pt x="465" y="1143"/>
                  <a:pt x="0" y="1596"/>
                </a:cubicBezTo>
                <a:cubicBezTo>
                  <a:pt x="465" y="2060"/>
                  <a:pt x="822" y="2596"/>
                  <a:pt x="1072" y="3203"/>
                </a:cubicBezTo>
                <a:cubicBezTo>
                  <a:pt x="1322" y="2596"/>
                  <a:pt x="1691" y="2060"/>
                  <a:pt x="2143" y="1596"/>
                </a:cubicBezTo>
                <a:cubicBezTo>
                  <a:pt x="1691" y="1143"/>
                  <a:pt x="1322" y="595"/>
                  <a:pt x="10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9"/>
          <p:cNvSpPr/>
          <p:nvPr/>
        </p:nvSpPr>
        <p:spPr>
          <a:xfrm rot="9791675">
            <a:off x="7834796" y="243954"/>
            <a:ext cx="83388" cy="133734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64" y="1144"/>
                  <a:pt x="0" y="1596"/>
                </a:cubicBezTo>
                <a:cubicBezTo>
                  <a:pt x="464" y="2061"/>
                  <a:pt x="822" y="2596"/>
                  <a:pt x="1072" y="3192"/>
                </a:cubicBezTo>
                <a:cubicBezTo>
                  <a:pt x="1322" y="2596"/>
                  <a:pt x="1691" y="2061"/>
                  <a:pt x="2143" y="1596"/>
                </a:cubicBezTo>
                <a:cubicBezTo>
                  <a:pt x="1691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9"/>
          <p:cNvSpPr/>
          <p:nvPr/>
        </p:nvSpPr>
        <p:spPr>
          <a:xfrm rot="10800000">
            <a:off x="5797258" y="693119"/>
            <a:ext cx="949949" cy="77427"/>
          </a:xfrm>
          <a:custGeom>
            <a:avLst/>
            <a:gdLst/>
            <a:ahLst/>
            <a:cxnLst/>
            <a:rect l="l" t="t" r="r" b="b"/>
            <a:pathLst>
              <a:path w="24425" h="1848" extrusionOk="0">
                <a:moveTo>
                  <a:pt x="2727" y="1"/>
                </a:moveTo>
                <a:cubicBezTo>
                  <a:pt x="2000" y="1"/>
                  <a:pt x="1608" y="417"/>
                  <a:pt x="1334" y="727"/>
                </a:cubicBezTo>
                <a:cubicBezTo>
                  <a:pt x="1048" y="1037"/>
                  <a:pt x="822" y="1275"/>
                  <a:pt x="357" y="1275"/>
                </a:cubicBezTo>
                <a:cubicBezTo>
                  <a:pt x="0" y="1298"/>
                  <a:pt x="0" y="1822"/>
                  <a:pt x="357" y="1846"/>
                </a:cubicBezTo>
                <a:cubicBezTo>
                  <a:pt x="1072" y="1846"/>
                  <a:pt x="1465" y="1418"/>
                  <a:pt x="1750" y="1120"/>
                </a:cubicBezTo>
                <a:cubicBezTo>
                  <a:pt x="2036" y="810"/>
                  <a:pt x="2250" y="572"/>
                  <a:pt x="2727" y="572"/>
                </a:cubicBezTo>
                <a:cubicBezTo>
                  <a:pt x="3191" y="572"/>
                  <a:pt x="3393" y="787"/>
                  <a:pt x="3703" y="1120"/>
                </a:cubicBezTo>
                <a:cubicBezTo>
                  <a:pt x="4001" y="1441"/>
                  <a:pt x="4370" y="1846"/>
                  <a:pt x="5096" y="1846"/>
                </a:cubicBezTo>
                <a:cubicBezTo>
                  <a:pt x="5810" y="1846"/>
                  <a:pt x="6203" y="1418"/>
                  <a:pt x="6489" y="1120"/>
                </a:cubicBezTo>
                <a:cubicBezTo>
                  <a:pt x="6763" y="810"/>
                  <a:pt x="6989" y="572"/>
                  <a:pt x="7454" y="572"/>
                </a:cubicBezTo>
                <a:cubicBezTo>
                  <a:pt x="7930" y="572"/>
                  <a:pt x="8132" y="787"/>
                  <a:pt x="8430" y="1120"/>
                </a:cubicBezTo>
                <a:cubicBezTo>
                  <a:pt x="8727" y="1441"/>
                  <a:pt x="9108" y="1846"/>
                  <a:pt x="9823" y="1846"/>
                </a:cubicBezTo>
                <a:cubicBezTo>
                  <a:pt x="10537" y="1846"/>
                  <a:pt x="10930" y="1429"/>
                  <a:pt x="11216" y="1120"/>
                </a:cubicBezTo>
                <a:cubicBezTo>
                  <a:pt x="11502" y="810"/>
                  <a:pt x="11728" y="572"/>
                  <a:pt x="12192" y="572"/>
                </a:cubicBezTo>
                <a:cubicBezTo>
                  <a:pt x="12657" y="572"/>
                  <a:pt x="12859" y="787"/>
                  <a:pt x="13169" y="1120"/>
                </a:cubicBezTo>
                <a:cubicBezTo>
                  <a:pt x="13466" y="1441"/>
                  <a:pt x="13835" y="1846"/>
                  <a:pt x="14562" y="1846"/>
                </a:cubicBezTo>
                <a:cubicBezTo>
                  <a:pt x="15276" y="1846"/>
                  <a:pt x="15669" y="1429"/>
                  <a:pt x="15955" y="1120"/>
                </a:cubicBezTo>
                <a:cubicBezTo>
                  <a:pt x="16228" y="810"/>
                  <a:pt x="16455" y="572"/>
                  <a:pt x="16919" y="572"/>
                </a:cubicBezTo>
                <a:cubicBezTo>
                  <a:pt x="17395" y="572"/>
                  <a:pt x="17598" y="787"/>
                  <a:pt x="17895" y="1120"/>
                </a:cubicBezTo>
                <a:cubicBezTo>
                  <a:pt x="18193" y="1441"/>
                  <a:pt x="18574" y="1846"/>
                  <a:pt x="19288" y="1846"/>
                </a:cubicBezTo>
                <a:cubicBezTo>
                  <a:pt x="20003" y="1846"/>
                  <a:pt x="20396" y="1429"/>
                  <a:pt x="20681" y="1120"/>
                </a:cubicBezTo>
                <a:cubicBezTo>
                  <a:pt x="20967" y="810"/>
                  <a:pt x="21193" y="572"/>
                  <a:pt x="21658" y="572"/>
                </a:cubicBezTo>
                <a:cubicBezTo>
                  <a:pt x="22122" y="572"/>
                  <a:pt x="22336" y="787"/>
                  <a:pt x="22634" y="1120"/>
                </a:cubicBezTo>
                <a:cubicBezTo>
                  <a:pt x="22932" y="1441"/>
                  <a:pt x="23313" y="1846"/>
                  <a:pt x="24027" y="1846"/>
                </a:cubicBezTo>
                <a:cubicBezTo>
                  <a:pt x="24038" y="1847"/>
                  <a:pt x="24049" y="1848"/>
                  <a:pt x="24060" y="1848"/>
                </a:cubicBezTo>
                <a:cubicBezTo>
                  <a:pt x="24424" y="1848"/>
                  <a:pt x="24421" y="1274"/>
                  <a:pt x="24049" y="1274"/>
                </a:cubicBezTo>
                <a:cubicBezTo>
                  <a:pt x="24042" y="1274"/>
                  <a:pt x="24035" y="1274"/>
                  <a:pt x="24027" y="1275"/>
                </a:cubicBezTo>
                <a:cubicBezTo>
                  <a:pt x="23563" y="1275"/>
                  <a:pt x="23348" y="1048"/>
                  <a:pt x="23051" y="727"/>
                </a:cubicBezTo>
                <a:cubicBezTo>
                  <a:pt x="22753" y="406"/>
                  <a:pt x="22372" y="1"/>
                  <a:pt x="21658" y="1"/>
                </a:cubicBezTo>
                <a:cubicBezTo>
                  <a:pt x="20943" y="1"/>
                  <a:pt x="20550" y="417"/>
                  <a:pt x="20265" y="727"/>
                </a:cubicBezTo>
                <a:cubicBezTo>
                  <a:pt x="19979" y="1037"/>
                  <a:pt x="19765" y="1275"/>
                  <a:pt x="19288" y="1275"/>
                </a:cubicBezTo>
                <a:cubicBezTo>
                  <a:pt x="18824" y="1275"/>
                  <a:pt x="18622" y="1048"/>
                  <a:pt x="18312" y="727"/>
                </a:cubicBezTo>
                <a:cubicBezTo>
                  <a:pt x="18014" y="406"/>
                  <a:pt x="17645" y="1"/>
                  <a:pt x="16919" y="1"/>
                </a:cubicBezTo>
                <a:cubicBezTo>
                  <a:pt x="16205" y="1"/>
                  <a:pt x="15812" y="417"/>
                  <a:pt x="15538" y="727"/>
                </a:cubicBezTo>
                <a:cubicBezTo>
                  <a:pt x="15252" y="1037"/>
                  <a:pt x="15026" y="1275"/>
                  <a:pt x="14562" y="1275"/>
                </a:cubicBezTo>
                <a:cubicBezTo>
                  <a:pt x="14097" y="1275"/>
                  <a:pt x="13883" y="1048"/>
                  <a:pt x="13585" y="727"/>
                </a:cubicBezTo>
                <a:cubicBezTo>
                  <a:pt x="13288" y="406"/>
                  <a:pt x="12907" y="1"/>
                  <a:pt x="12192" y="1"/>
                </a:cubicBezTo>
                <a:cubicBezTo>
                  <a:pt x="11478" y="1"/>
                  <a:pt x="11085" y="417"/>
                  <a:pt x="10799" y="727"/>
                </a:cubicBezTo>
                <a:cubicBezTo>
                  <a:pt x="10513" y="1037"/>
                  <a:pt x="10287" y="1275"/>
                  <a:pt x="9823" y="1275"/>
                </a:cubicBezTo>
                <a:cubicBezTo>
                  <a:pt x="9359" y="1275"/>
                  <a:pt x="9156" y="1048"/>
                  <a:pt x="8847" y="727"/>
                </a:cubicBezTo>
                <a:cubicBezTo>
                  <a:pt x="8549" y="406"/>
                  <a:pt x="8168" y="1"/>
                  <a:pt x="7454" y="1"/>
                </a:cubicBezTo>
                <a:cubicBezTo>
                  <a:pt x="6739" y="1"/>
                  <a:pt x="6346" y="417"/>
                  <a:pt x="6060" y="727"/>
                </a:cubicBezTo>
                <a:cubicBezTo>
                  <a:pt x="5787" y="1037"/>
                  <a:pt x="5560" y="1275"/>
                  <a:pt x="5096" y="1275"/>
                </a:cubicBezTo>
                <a:cubicBezTo>
                  <a:pt x="4620" y="1275"/>
                  <a:pt x="4417" y="1048"/>
                  <a:pt x="4120" y="727"/>
                </a:cubicBezTo>
                <a:cubicBezTo>
                  <a:pt x="3810" y="406"/>
                  <a:pt x="3441" y="1"/>
                  <a:pt x="272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"/>
          <p:cNvSpPr/>
          <p:nvPr/>
        </p:nvSpPr>
        <p:spPr>
          <a:xfrm rot="-9262528">
            <a:off x="4391184" y="2375628"/>
            <a:ext cx="82919" cy="134242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9" name="Google Shape;249;p9"/>
          <p:cNvGrpSpPr/>
          <p:nvPr/>
        </p:nvGrpSpPr>
        <p:grpSpPr>
          <a:xfrm rot="-9492235">
            <a:off x="2832237" y="4469503"/>
            <a:ext cx="142656" cy="149447"/>
            <a:chOff x="1160468" y="31374"/>
            <a:chExt cx="142658" cy="149448"/>
          </a:xfrm>
        </p:grpSpPr>
        <p:sp>
          <p:nvSpPr>
            <p:cNvPr id="250" name="Google Shape;250;p9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9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" name="Google Shape;252;p9"/>
          <p:cNvSpPr/>
          <p:nvPr/>
        </p:nvSpPr>
        <p:spPr>
          <a:xfrm rot="10800000">
            <a:off x="2056336" y="2228728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"/>
          <p:cNvSpPr/>
          <p:nvPr/>
        </p:nvSpPr>
        <p:spPr>
          <a:xfrm rot="10800000">
            <a:off x="6423599" y="2845378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4" name="Google Shape;254;p9"/>
          <p:cNvGrpSpPr/>
          <p:nvPr/>
        </p:nvGrpSpPr>
        <p:grpSpPr>
          <a:xfrm rot="-9224546" flipH="1">
            <a:off x="648672" y="2072276"/>
            <a:ext cx="142655" cy="149446"/>
            <a:chOff x="1160468" y="31374"/>
            <a:chExt cx="142658" cy="149448"/>
          </a:xfrm>
        </p:grpSpPr>
        <p:sp>
          <p:nvSpPr>
            <p:cNvPr id="255" name="Google Shape;255;p9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9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" name="Google Shape;257;p9"/>
          <p:cNvSpPr/>
          <p:nvPr/>
        </p:nvSpPr>
        <p:spPr>
          <a:xfrm rot="10800000">
            <a:off x="8352481" y="4508024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9"/>
          <p:cNvSpPr/>
          <p:nvPr/>
        </p:nvSpPr>
        <p:spPr>
          <a:xfrm rot="-5400000">
            <a:off x="-142422" y="3669833"/>
            <a:ext cx="1125277" cy="196122"/>
          </a:xfrm>
          <a:custGeom>
            <a:avLst/>
            <a:gdLst/>
            <a:ahLst/>
            <a:cxnLst/>
            <a:rect l="l" t="t" r="r" b="b"/>
            <a:pathLst>
              <a:path w="28933" h="4681" extrusionOk="0">
                <a:moveTo>
                  <a:pt x="2334" y="1"/>
                </a:moveTo>
                <a:cubicBezTo>
                  <a:pt x="1048" y="1"/>
                  <a:pt x="0" y="1049"/>
                  <a:pt x="0" y="2335"/>
                </a:cubicBezTo>
                <a:cubicBezTo>
                  <a:pt x="0" y="3632"/>
                  <a:pt x="1048" y="4680"/>
                  <a:pt x="2334" y="4680"/>
                </a:cubicBezTo>
                <a:lnTo>
                  <a:pt x="26599" y="4680"/>
                </a:lnTo>
                <a:cubicBezTo>
                  <a:pt x="27885" y="4680"/>
                  <a:pt x="28933" y="3632"/>
                  <a:pt x="28933" y="2335"/>
                </a:cubicBezTo>
                <a:cubicBezTo>
                  <a:pt x="28933" y="1049"/>
                  <a:pt x="27885" y="1"/>
                  <a:pt x="2659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9"/>
          <p:cNvSpPr/>
          <p:nvPr/>
        </p:nvSpPr>
        <p:spPr>
          <a:xfrm rot="-9150358">
            <a:off x="1252677" y="4550936"/>
            <a:ext cx="83386" cy="134197"/>
          </a:xfrm>
          <a:custGeom>
            <a:avLst/>
            <a:gdLst/>
            <a:ahLst/>
            <a:cxnLst/>
            <a:rect l="l" t="t" r="r" b="b"/>
            <a:pathLst>
              <a:path w="2144" h="3203" extrusionOk="0">
                <a:moveTo>
                  <a:pt x="1072" y="0"/>
                </a:moveTo>
                <a:cubicBezTo>
                  <a:pt x="822" y="595"/>
                  <a:pt x="465" y="1143"/>
                  <a:pt x="0" y="1596"/>
                </a:cubicBezTo>
                <a:cubicBezTo>
                  <a:pt x="465" y="2060"/>
                  <a:pt x="822" y="2596"/>
                  <a:pt x="1072" y="3203"/>
                </a:cubicBezTo>
                <a:cubicBezTo>
                  <a:pt x="1322" y="2596"/>
                  <a:pt x="1691" y="2060"/>
                  <a:pt x="2143" y="1596"/>
                </a:cubicBezTo>
                <a:cubicBezTo>
                  <a:pt x="1691" y="1143"/>
                  <a:pt x="1322" y="595"/>
                  <a:pt x="10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"/>
          <p:cNvSpPr/>
          <p:nvPr/>
        </p:nvSpPr>
        <p:spPr>
          <a:xfrm rot="10800000">
            <a:off x="100013" y="804296"/>
            <a:ext cx="785395" cy="63894"/>
          </a:xfrm>
          <a:custGeom>
            <a:avLst/>
            <a:gdLst/>
            <a:ahLst/>
            <a:cxnLst/>
            <a:rect l="l" t="t" r="r" b="b"/>
            <a:pathLst>
              <a:path w="20194" h="1525" extrusionOk="0">
                <a:moveTo>
                  <a:pt x="2263" y="0"/>
                </a:moveTo>
                <a:cubicBezTo>
                  <a:pt x="1680" y="0"/>
                  <a:pt x="1346" y="357"/>
                  <a:pt x="1120" y="607"/>
                </a:cubicBezTo>
                <a:cubicBezTo>
                  <a:pt x="882" y="858"/>
                  <a:pt x="691" y="1048"/>
                  <a:pt x="310" y="1048"/>
                </a:cubicBezTo>
                <a:cubicBezTo>
                  <a:pt x="1" y="1048"/>
                  <a:pt x="1" y="1524"/>
                  <a:pt x="310" y="1524"/>
                </a:cubicBezTo>
                <a:cubicBezTo>
                  <a:pt x="906" y="1524"/>
                  <a:pt x="1227" y="1167"/>
                  <a:pt x="1465" y="917"/>
                </a:cubicBezTo>
                <a:cubicBezTo>
                  <a:pt x="1692" y="667"/>
                  <a:pt x="1882" y="465"/>
                  <a:pt x="2263" y="465"/>
                </a:cubicBezTo>
                <a:cubicBezTo>
                  <a:pt x="2656" y="465"/>
                  <a:pt x="2823" y="643"/>
                  <a:pt x="3073" y="917"/>
                </a:cubicBezTo>
                <a:cubicBezTo>
                  <a:pt x="3323" y="1191"/>
                  <a:pt x="3632" y="1524"/>
                  <a:pt x="4228" y="1524"/>
                </a:cubicBezTo>
                <a:cubicBezTo>
                  <a:pt x="4823" y="1524"/>
                  <a:pt x="5144" y="1167"/>
                  <a:pt x="5382" y="917"/>
                </a:cubicBezTo>
                <a:cubicBezTo>
                  <a:pt x="5609" y="667"/>
                  <a:pt x="5799" y="465"/>
                  <a:pt x="6180" y="465"/>
                </a:cubicBezTo>
                <a:cubicBezTo>
                  <a:pt x="6573" y="465"/>
                  <a:pt x="6740" y="643"/>
                  <a:pt x="6990" y="917"/>
                </a:cubicBezTo>
                <a:cubicBezTo>
                  <a:pt x="7240" y="1191"/>
                  <a:pt x="7549" y="1524"/>
                  <a:pt x="8145" y="1524"/>
                </a:cubicBezTo>
                <a:cubicBezTo>
                  <a:pt x="8740" y="1524"/>
                  <a:pt x="9061" y="1167"/>
                  <a:pt x="9300" y="917"/>
                </a:cubicBezTo>
                <a:cubicBezTo>
                  <a:pt x="9526" y="667"/>
                  <a:pt x="9716" y="465"/>
                  <a:pt x="10097" y="465"/>
                </a:cubicBezTo>
                <a:cubicBezTo>
                  <a:pt x="10490" y="465"/>
                  <a:pt x="10657" y="643"/>
                  <a:pt x="10907" y="917"/>
                </a:cubicBezTo>
                <a:cubicBezTo>
                  <a:pt x="11157" y="1191"/>
                  <a:pt x="11467" y="1524"/>
                  <a:pt x="12062" y="1524"/>
                </a:cubicBezTo>
                <a:cubicBezTo>
                  <a:pt x="12645" y="1524"/>
                  <a:pt x="12979" y="1167"/>
                  <a:pt x="13205" y="917"/>
                </a:cubicBezTo>
                <a:cubicBezTo>
                  <a:pt x="13443" y="667"/>
                  <a:pt x="13633" y="465"/>
                  <a:pt x="14014" y="465"/>
                </a:cubicBezTo>
                <a:cubicBezTo>
                  <a:pt x="14395" y="465"/>
                  <a:pt x="14562" y="643"/>
                  <a:pt x="14812" y="917"/>
                </a:cubicBezTo>
                <a:cubicBezTo>
                  <a:pt x="15062" y="1191"/>
                  <a:pt x="15372" y="1524"/>
                  <a:pt x="15967" y="1524"/>
                </a:cubicBezTo>
                <a:cubicBezTo>
                  <a:pt x="16562" y="1524"/>
                  <a:pt x="16884" y="1167"/>
                  <a:pt x="17122" y="917"/>
                </a:cubicBezTo>
                <a:cubicBezTo>
                  <a:pt x="17360" y="667"/>
                  <a:pt x="17539" y="465"/>
                  <a:pt x="17932" y="465"/>
                </a:cubicBezTo>
                <a:cubicBezTo>
                  <a:pt x="18313" y="465"/>
                  <a:pt x="18479" y="643"/>
                  <a:pt x="18729" y="917"/>
                </a:cubicBezTo>
                <a:cubicBezTo>
                  <a:pt x="18979" y="1191"/>
                  <a:pt x="19289" y="1524"/>
                  <a:pt x="19884" y="1524"/>
                </a:cubicBezTo>
                <a:cubicBezTo>
                  <a:pt x="20194" y="1524"/>
                  <a:pt x="20194" y="1048"/>
                  <a:pt x="19884" y="1048"/>
                </a:cubicBezTo>
                <a:cubicBezTo>
                  <a:pt x="19491" y="1048"/>
                  <a:pt x="19325" y="881"/>
                  <a:pt x="19075" y="607"/>
                </a:cubicBezTo>
                <a:cubicBezTo>
                  <a:pt x="18825" y="334"/>
                  <a:pt x="18515" y="0"/>
                  <a:pt x="17920" y="0"/>
                </a:cubicBezTo>
                <a:cubicBezTo>
                  <a:pt x="17336" y="0"/>
                  <a:pt x="17003" y="357"/>
                  <a:pt x="16777" y="607"/>
                </a:cubicBezTo>
                <a:cubicBezTo>
                  <a:pt x="16539" y="858"/>
                  <a:pt x="16348" y="1048"/>
                  <a:pt x="15967" y="1048"/>
                </a:cubicBezTo>
                <a:cubicBezTo>
                  <a:pt x="15586" y="1048"/>
                  <a:pt x="15419" y="881"/>
                  <a:pt x="15157" y="607"/>
                </a:cubicBezTo>
                <a:cubicBezTo>
                  <a:pt x="14907" y="334"/>
                  <a:pt x="14598" y="0"/>
                  <a:pt x="14014" y="0"/>
                </a:cubicBezTo>
                <a:cubicBezTo>
                  <a:pt x="13419" y="0"/>
                  <a:pt x="13098" y="357"/>
                  <a:pt x="12860" y="607"/>
                </a:cubicBezTo>
                <a:cubicBezTo>
                  <a:pt x="12621" y="858"/>
                  <a:pt x="12443" y="1048"/>
                  <a:pt x="12050" y="1048"/>
                </a:cubicBezTo>
                <a:cubicBezTo>
                  <a:pt x="11669" y="1048"/>
                  <a:pt x="11502" y="881"/>
                  <a:pt x="11252" y="607"/>
                </a:cubicBezTo>
                <a:cubicBezTo>
                  <a:pt x="11002" y="334"/>
                  <a:pt x="10693" y="0"/>
                  <a:pt x="10097" y="0"/>
                </a:cubicBezTo>
                <a:cubicBezTo>
                  <a:pt x="9502" y="0"/>
                  <a:pt x="9181" y="357"/>
                  <a:pt x="8942" y="607"/>
                </a:cubicBezTo>
                <a:cubicBezTo>
                  <a:pt x="8716" y="858"/>
                  <a:pt x="8526" y="1048"/>
                  <a:pt x="8145" y="1048"/>
                </a:cubicBezTo>
                <a:cubicBezTo>
                  <a:pt x="7752" y="1048"/>
                  <a:pt x="7585" y="881"/>
                  <a:pt x="7335" y="607"/>
                </a:cubicBezTo>
                <a:cubicBezTo>
                  <a:pt x="7085" y="334"/>
                  <a:pt x="6775" y="0"/>
                  <a:pt x="6180" y="0"/>
                </a:cubicBezTo>
                <a:cubicBezTo>
                  <a:pt x="5597" y="0"/>
                  <a:pt x="5263" y="357"/>
                  <a:pt x="5037" y="607"/>
                </a:cubicBezTo>
                <a:cubicBezTo>
                  <a:pt x="4799" y="858"/>
                  <a:pt x="4609" y="1048"/>
                  <a:pt x="4228" y="1048"/>
                </a:cubicBezTo>
                <a:cubicBezTo>
                  <a:pt x="3835" y="1048"/>
                  <a:pt x="3668" y="881"/>
                  <a:pt x="3418" y="607"/>
                </a:cubicBezTo>
                <a:cubicBezTo>
                  <a:pt x="3168" y="334"/>
                  <a:pt x="2858" y="0"/>
                  <a:pt x="22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2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"/>
          <p:cNvSpPr txBox="1">
            <a:spLocks noGrp="1"/>
          </p:cNvSpPr>
          <p:nvPr>
            <p:ph type="title"/>
          </p:nvPr>
        </p:nvSpPr>
        <p:spPr>
          <a:xfrm>
            <a:off x="2667075" y="776475"/>
            <a:ext cx="5409600" cy="8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2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CUSTOM_11">
    <p:bg>
      <p:bgPr>
        <a:solidFill>
          <a:schemeClr val="accent3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"/>
          <p:cNvSpPr txBox="1">
            <a:spLocks noGrp="1"/>
          </p:cNvSpPr>
          <p:nvPr>
            <p:ph type="title"/>
          </p:nvPr>
        </p:nvSpPr>
        <p:spPr>
          <a:xfrm>
            <a:off x="3851900" y="1390275"/>
            <a:ext cx="4239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/>
          <p:nvPr/>
        </p:nvSpPr>
        <p:spPr>
          <a:xfrm flipH="1">
            <a:off x="8606261" y="1578439"/>
            <a:ext cx="88947" cy="1346544"/>
          </a:xfrm>
          <a:custGeom>
            <a:avLst/>
            <a:gdLst/>
            <a:ahLst/>
            <a:cxnLst/>
            <a:rect l="l" t="t" r="r" b="b"/>
            <a:pathLst>
              <a:path w="2287" h="32139" extrusionOk="0">
                <a:moveTo>
                  <a:pt x="1989" y="1"/>
                </a:moveTo>
                <a:cubicBezTo>
                  <a:pt x="1840" y="1"/>
                  <a:pt x="1691" y="105"/>
                  <a:pt x="1703" y="314"/>
                </a:cubicBezTo>
                <a:cubicBezTo>
                  <a:pt x="1703" y="980"/>
                  <a:pt x="1358" y="1302"/>
                  <a:pt x="941" y="1683"/>
                </a:cubicBezTo>
                <a:cubicBezTo>
                  <a:pt x="501" y="2088"/>
                  <a:pt x="1" y="2552"/>
                  <a:pt x="1" y="3469"/>
                </a:cubicBezTo>
                <a:cubicBezTo>
                  <a:pt x="1" y="4374"/>
                  <a:pt x="501" y="4838"/>
                  <a:pt x="941" y="5255"/>
                </a:cubicBezTo>
                <a:cubicBezTo>
                  <a:pt x="1358" y="5624"/>
                  <a:pt x="1703" y="5957"/>
                  <a:pt x="1703" y="6624"/>
                </a:cubicBezTo>
                <a:cubicBezTo>
                  <a:pt x="1703" y="7279"/>
                  <a:pt x="1358" y="7612"/>
                  <a:pt x="941" y="7993"/>
                </a:cubicBezTo>
                <a:cubicBezTo>
                  <a:pt x="501" y="8398"/>
                  <a:pt x="1" y="8862"/>
                  <a:pt x="1" y="9779"/>
                </a:cubicBezTo>
                <a:cubicBezTo>
                  <a:pt x="1" y="10684"/>
                  <a:pt x="501" y="11148"/>
                  <a:pt x="941" y="11565"/>
                </a:cubicBezTo>
                <a:cubicBezTo>
                  <a:pt x="1358" y="11934"/>
                  <a:pt x="1703" y="12267"/>
                  <a:pt x="1703" y="12922"/>
                </a:cubicBezTo>
                <a:cubicBezTo>
                  <a:pt x="1703" y="13589"/>
                  <a:pt x="1358" y="13922"/>
                  <a:pt x="941" y="14291"/>
                </a:cubicBezTo>
                <a:cubicBezTo>
                  <a:pt x="501" y="14708"/>
                  <a:pt x="1" y="15172"/>
                  <a:pt x="1" y="16077"/>
                </a:cubicBezTo>
                <a:cubicBezTo>
                  <a:pt x="1" y="16994"/>
                  <a:pt x="501" y="17458"/>
                  <a:pt x="941" y="17863"/>
                </a:cubicBezTo>
                <a:cubicBezTo>
                  <a:pt x="1358" y="18244"/>
                  <a:pt x="1703" y="18566"/>
                  <a:pt x="1703" y="19233"/>
                </a:cubicBezTo>
                <a:cubicBezTo>
                  <a:pt x="1703" y="19899"/>
                  <a:pt x="1358" y="20221"/>
                  <a:pt x="941" y="20602"/>
                </a:cubicBezTo>
                <a:cubicBezTo>
                  <a:pt x="501" y="21018"/>
                  <a:pt x="1" y="21483"/>
                  <a:pt x="1" y="22388"/>
                </a:cubicBezTo>
                <a:cubicBezTo>
                  <a:pt x="1" y="23304"/>
                  <a:pt x="501" y="23769"/>
                  <a:pt x="941" y="24174"/>
                </a:cubicBezTo>
                <a:cubicBezTo>
                  <a:pt x="1358" y="24555"/>
                  <a:pt x="1703" y="24888"/>
                  <a:pt x="1703" y="25543"/>
                </a:cubicBezTo>
                <a:cubicBezTo>
                  <a:pt x="1703" y="26210"/>
                  <a:pt x="1358" y="26531"/>
                  <a:pt x="941" y="26912"/>
                </a:cubicBezTo>
                <a:cubicBezTo>
                  <a:pt x="501" y="27317"/>
                  <a:pt x="1" y="27793"/>
                  <a:pt x="1" y="28698"/>
                </a:cubicBezTo>
                <a:cubicBezTo>
                  <a:pt x="1" y="29615"/>
                  <a:pt x="501" y="30079"/>
                  <a:pt x="941" y="30484"/>
                </a:cubicBezTo>
                <a:cubicBezTo>
                  <a:pt x="1358" y="30865"/>
                  <a:pt x="1703" y="31198"/>
                  <a:pt x="1703" y="31853"/>
                </a:cubicBezTo>
                <a:cubicBezTo>
                  <a:pt x="1703" y="32020"/>
                  <a:pt x="1834" y="32139"/>
                  <a:pt x="1989" y="32139"/>
                </a:cubicBezTo>
                <a:cubicBezTo>
                  <a:pt x="2144" y="32139"/>
                  <a:pt x="2275" y="32020"/>
                  <a:pt x="2275" y="31865"/>
                </a:cubicBezTo>
                <a:cubicBezTo>
                  <a:pt x="2275" y="30948"/>
                  <a:pt x="1775" y="30484"/>
                  <a:pt x="1334" y="30079"/>
                </a:cubicBezTo>
                <a:cubicBezTo>
                  <a:pt x="918" y="29698"/>
                  <a:pt x="572" y="29365"/>
                  <a:pt x="572" y="28710"/>
                </a:cubicBezTo>
                <a:cubicBezTo>
                  <a:pt x="572" y="28043"/>
                  <a:pt x="918" y="27710"/>
                  <a:pt x="1334" y="27341"/>
                </a:cubicBezTo>
                <a:cubicBezTo>
                  <a:pt x="1775" y="26924"/>
                  <a:pt x="2275" y="26460"/>
                  <a:pt x="2275" y="25555"/>
                </a:cubicBezTo>
                <a:cubicBezTo>
                  <a:pt x="2275" y="24638"/>
                  <a:pt x="1775" y="24174"/>
                  <a:pt x="1334" y="23769"/>
                </a:cubicBezTo>
                <a:cubicBezTo>
                  <a:pt x="918" y="23388"/>
                  <a:pt x="572" y="23054"/>
                  <a:pt x="572" y="22388"/>
                </a:cubicBezTo>
                <a:cubicBezTo>
                  <a:pt x="572" y="21733"/>
                  <a:pt x="918" y="21399"/>
                  <a:pt x="1334" y="21030"/>
                </a:cubicBezTo>
                <a:cubicBezTo>
                  <a:pt x="1775" y="20614"/>
                  <a:pt x="2275" y="20149"/>
                  <a:pt x="2275" y="19244"/>
                </a:cubicBezTo>
                <a:cubicBezTo>
                  <a:pt x="2275" y="18328"/>
                  <a:pt x="1775" y="17863"/>
                  <a:pt x="1334" y="17458"/>
                </a:cubicBezTo>
                <a:cubicBezTo>
                  <a:pt x="918" y="17077"/>
                  <a:pt x="572" y="16744"/>
                  <a:pt x="572" y="16089"/>
                </a:cubicBezTo>
                <a:cubicBezTo>
                  <a:pt x="572" y="15423"/>
                  <a:pt x="918" y="15089"/>
                  <a:pt x="1334" y="14720"/>
                </a:cubicBezTo>
                <a:cubicBezTo>
                  <a:pt x="1775" y="14303"/>
                  <a:pt x="2275" y="13839"/>
                  <a:pt x="2275" y="12934"/>
                </a:cubicBezTo>
                <a:cubicBezTo>
                  <a:pt x="2275" y="12017"/>
                  <a:pt x="1775" y="11553"/>
                  <a:pt x="1334" y="11148"/>
                </a:cubicBezTo>
                <a:cubicBezTo>
                  <a:pt x="918" y="10767"/>
                  <a:pt x="572" y="10446"/>
                  <a:pt x="572" y="9779"/>
                </a:cubicBezTo>
                <a:cubicBezTo>
                  <a:pt x="572" y="9112"/>
                  <a:pt x="918" y="8791"/>
                  <a:pt x="1334" y="8410"/>
                </a:cubicBezTo>
                <a:cubicBezTo>
                  <a:pt x="1775" y="8005"/>
                  <a:pt x="2275" y="7529"/>
                  <a:pt x="2275" y="6624"/>
                </a:cubicBezTo>
                <a:cubicBezTo>
                  <a:pt x="2275" y="5707"/>
                  <a:pt x="1775" y="5243"/>
                  <a:pt x="1334" y="4838"/>
                </a:cubicBezTo>
                <a:cubicBezTo>
                  <a:pt x="918" y="4457"/>
                  <a:pt x="572" y="4135"/>
                  <a:pt x="572" y="3469"/>
                </a:cubicBezTo>
                <a:cubicBezTo>
                  <a:pt x="572" y="2802"/>
                  <a:pt x="918" y="2480"/>
                  <a:pt x="1334" y="2099"/>
                </a:cubicBezTo>
                <a:cubicBezTo>
                  <a:pt x="1775" y="1683"/>
                  <a:pt x="2275" y="1230"/>
                  <a:pt x="2275" y="314"/>
                </a:cubicBezTo>
                <a:cubicBezTo>
                  <a:pt x="2287" y="105"/>
                  <a:pt x="2138" y="1"/>
                  <a:pt x="19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4"/>
          <p:cNvSpPr/>
          <p:nvPr/>
        </p:nvSpPr>
        <p:spPr>
          <a:xfrm flipH="1">
            <a:off x="2630000" y="3943829"/>
            <a:ext cx="520537" cy="219543"/>
          </a:xfrm>
          <a:custGeom>
            <a:avLst/>
            <a:gdLst/>
            <a:ahLst/>
            <a:cxnLst/>
            <a:rect l="l" t="t" r="r" b="b"/>
            <a:pathLst>
              <a:path w="13384" h="5240" extrusionOk="0">
                <a:moveTo>
                  <a:pt x="10871" y="560"/>
                </a:moveTo>
                <a:cubicBezTo>
                  <a:pt x="11955" y="560"/>
                  <a:pt x="12836" y="1489"/>
                  <a:pt x="12836" y="2620"/>
                </a:cubicBezTo>
                <a:cubicBezTo>
                  <a:pt x="12836" y="3751"/>
                  <a:pt x="11955" y="4668"/>
                  <a:pt x="10871" y="4668"/>
                </a:cubicBezTo>
                <a:lnTo>
                  <a:pt x="2525" y="4668"/>
                </a:lnTo>
                <a:cubicBezTo>
                  <a:pt x="1430" y="4668"/>
                  <a:pt x="548" y="3751"/>
                  <a:pt x="548" y="2620"/>
                </a:cubicBezTo>
                <a:cubicBezTo>
                  <a:pt x="548" y="1489"/>
                  <a:pt x="1430" y="560"/>
                  <a:pt x="2525" y="560"/>
                </a:cubicBezTo>
                <a:close/>
                <a:moveTo>
                  <a:pt x="2525" y="1"/>
                </a:moveTo>
                <a:cubicBezTo>
                  <a:pt x="1132" y="1"/>
                  <a:pt x="1" y="1179"/>
                  <a:pt x="1" y="2620"/>
                </a:cubicBezTo>
                <a:cubicBezTo>
                  <a:pt x="1" y="4061"/>
                  <a:pt x="1132" y="5240"/>
                  <a:pt x="2525" y="5240"/>
                </a:cubicBezTo>
                <a:lnTo>
                  <a:pt x="10859" y="5240"/>
                </a:lnTo>
                <a:cubicBezTo>
                  <a:pt x="12252" y="5240"/>
                  <a:pt x="13383" y="4073"/>
                  <a:pt x="13383" y="2620"/>
                </a:cubicBezTo>
                <a:cubicBezTo>
                  <a:pt x="13383" y="1179"/>
                  <a:pt x="12252" y="1"/>
                  <a:pt x="108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4"/>
          <p:cNvSpPr/>
          <p:nvPr/>
        </p:nvSpPr>
        <p:spPr>
          <a:xfrm flipH="1">
            <a:off x="6579356" y="3753932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3" name="Google Shape;303;p14"/>
          <p:cNvGrpSpPr/>
          <p:nvPr/>
        </p:nvGrpSpPr>
        <p:grpSpPr>
          <a:xfrm rot="1398867" flipH="1">
            <a:off x="2363264" y="3490847"/>
            <a:ext cx="151728" cy="149457"/>
            <a:chOff x="8639698" y="2706690"/>
            <a:chExt cx="151720" cy="149448"/>
          </a:xfrm>
        </p:grpSpPr>
        <p:sp>
          <p:nvSpPr>
            <p:cNvPr id="304" name="Google Shape;304;p14"/>
            <p:cNvSpPr/>
            <p:nvPr/>
          </p:nvSpPr>
          <p:spPr>
            <a:xfrm>
              <a:off x="8639698" y="2706690"/>
              <a:ext cx="151720" cy="149448"/>
            </a:xfrm>
            <a:custGeom>
              <a:avLst/>
              <a:gdLst/>
              <a:ahLst/>
              <a:cxnLst/>
              <a:rect l="l" t="t" r="r" b="b"/>
              <a:pathLst>
                <a:path w="3901" h="3567" extrusionOk="0">
                  <a:moveTo>
                    <a:pt x="3231" y="0"/>
                  </a:moveTo>
                  <a:cubicBezTo>
                    <a:pt x="3150" y="0"/>
                    <a:pt x="3073" y="34"/>
                    <a:pt x="3013" y="114"/>
                  </a:cubicBezTo>
                  <a:lnTo>
                    <a:pt x="263" y="2840"/>
                  </a:lnTo>
                  <a:cubicBezTo>
                    <a:pt x="1" y="3102"/>
                    <a:pt x="191" y="3554"/>
                    <a:pt x="560" y="3566"/>
                  </a:cubicBezTo>
                  <a:cubicBezTo>
                    <a:pt x="679" y="3554"/>
                    <a:pt x="775" y="3519"/>
                    <a:pt x="858" y="3435"/>
                  </a:cubicBezTo>
                  <a:lnTo>
                    <a:pt x="3608" y="709"/>
                  </a:lnTo>
                  <a:cubicBezTo>
                    <a:pt x="3900" y="474"/>
                    <a:pt x="3537" y="0"/>
                    <a:pt x="3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8640476" y="2707402"/>
              <a:ext cx="149775" cy="148736"/>
            </a:xfrm>
            <a:custGeom>
              <a:avLst/>
              <a:gdLst/>
              <a:ahLst/>
              <a:cxnLst/>
              <a:rect l="l" t="t" r="r" b="b"/>
              <a:pathLst>
                <a:path w="3851" h="3550" extrusionOk="0">
                  <a:moveTo>
                    <a:pt x="574" y="0"/>
                  </a:moveTo>
                  <a:cubicBezTo>
                    <a:pt x="261" y="0"/>
                    <a:pt x="1" y="375"/>
                    <a:pt x="243" y="692"/>
                  </a:cubicBezTo>
                  <a:lnTo>
                    <a:pt x="2993" y="3418"/>
                  </a:lnTo>
                  <a:cubicBezTo>
                    <a:pt x="3064" y="3502"/>
                    <a:pt x="3172" y="3549"/>
                    <a:pt x="3291" y="3549"/>
                  </a:cubicBezTo>
                  <a:cubicBezTo>
                    <a:pt x="3660" y="3537"/>
                    <a:pt x="3850" y="3085"/>
                    <a:pt x="3588" y="2823"/>
                  </a:cubicBezTo>
                  <a:lnTo>
                    <a:pt x="838" y="97"/>
                  </a:lnTo>
                  <a:cubicBezTo>
                    <a:pt x="753" y="29"/>
                    <a:pt x="661" y="0"/>
                    <a:pt x="5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" name="Google Shape;306;p14"/>
          <p:cNvGrpSpPr/>
          <p:nvPr/>
        </p:nvGrpSpPr>
        <p:grpSpPr>
          <a:xfrm rot="1575454" flipH="1">
            <a:off x="8277060" y="4331492"/>
            <a:ext cx="142655" cy="149446"/>
            <a:chOff x="1160468" y="31374"/>
            <a:chExt cx="142658" cy="149448"/>
          </a:xfrm>
        </p:grpSpPr>
        <p:sp>
          <p:nvSpPr>
            <p:cNvPr id="307" name="Google Shape;307;p14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9" name="Google Shape;309;p14"/>
          <p:cNvSpPr/>
          <p:nvPr/>
        </p:nvSpPr>
        <p:spPr>
          <a:xfrm flipH="1">
            <a:off x="1501028" y="1359300"/>
            <a:ext cx="83386" cy="133737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53" y="1144"/>
                  <a:pt x="1" y="1596"/>
                </a:cubicBezTo>
                <a:cubicBezTo>
                  <a:pt x="453" y="2060"/>
                  <a:pt x="822" y="2596"/>
                  <a:pt x="1072" y="3191"/>
                </a:cubicBezTo>
                <a:cubicBezTo>
                  <a:pt x="1322" y="2596"/>
                  <a:pt x="1679" y="2060"/>
                  <a:pt x="2144" y="1596"/>
                </a:cubicBezTo>
                <a:cubicBezTo>
                  <a:pt x="1679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4"/>
          <p:cNvSpPr/>
          <p:nvPr/>
        </p:nvSpPr>
        <p:spPr>
          <a:xfrm rot="-2035561" flipH="1">
            <a:off x="1259179" y="3844883"/>
            <a:ext cx="82922" cy="134238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4"/>
          <p:cNvSpPr/>
          <p:nvPr/>
        </p:nvSpPr>
        <p:spPr>
          <a:xfrm rot="-1649642" flipH="1">
            <a:off x="8141727" y="1303082"/>
            <a:ext cx="83386" cy="134197"/>
          </a:xfrm>
          <a:custGeom>
            <a:avLst/>
            <a:gdLst/>
            <a:ahLst/>
            <a:cxnLst/>
            <a:rect l="l" t="t" r="r" b="b"/>
            <a:pathLst>
              <a:path w="2144" h="3203" extrusionOk="0">
                <a:moveTo>
                  <a:pt x="1072" y="0"/>
                </a:moveTo>
                <a:cubicBezTo>
                  <a:pt x="822" y="595"/>
                  <a:pt x="465" y="1143"/>
                  <a:pt x="0" y="1596"/>
                </a:cubicBezTo>
                <a:cubicBezTo>
                  <a:pt x="465" y="2060"/>
                  <a:pt x="822" y="2596"/>
                  <a:pt x="1072" y="3203"/>
                </a:cubicBezTo>
                <a:cubicBezTo>
                  <a:pt x="1322" y="2596"/>
                  <a:pt x="1691" y="2060"/>
                  <a:pt x="2143" y="1596"/>
                </a:cubicBezTo>
                <a:cubicBezTo>
                  <a:pt x="1691" y="1143"/>
                  <a:pt x="1322" y="595"/>
                  <a:pt x="10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4"/>
          <p:cNvSpPr/>
          <p:nvPr/>
        </p:nvSpPr>
        <p:spPr>
          <a:xfrm rot="1008325" flipH="1">
            <a:off x="8505321" y="3476126"/>
            <a:ext cx="83388" cy="133734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64" y="1144"/>
                  <a:pt x="0" y="1596"/>
                </a:cubicBezTo>
                <a:cubicBezTo>
                  <a:pt x="464" y="2061"/>
                  <a:pt x="822" y="2596"/>
                  <a:pt x="1072" y="3192"/>
                </a:cubicBezTo>
                <a:cubicBezTo>
                  <a:pt x="1322" y="2596"/>
                  <a:pt x="1691" y="2061"/>
                  <a:pt x="2143" y="1596"/>
                </a:cubicBezTo>
                <a:cubicBezTo>
                  <a:pt x="1691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4"/>
          <p:cNvSpPr/>
          <p:nvPr/>
        </p:nvSpPr>
        <p:spPr>
          <a:xfrm flipH="1">
            <a:off x="6990983" y="4163368"/>
            <a:ext cx="949949" cy="77427"/>
          </a:xfrm>
          <a:custGeom>
            <a:avLst/>
            <a:gdLst/>
            <a:ahLst/>
            <a:cxnLst/>
            <a:rect l="l" t="t" r="r" b="b"/>
            <a:pathLst>
              <a:path w="24425" h="1848" extrusionOk="0">
                <a:moveTo>
                  <a:pt x="2727" y="1"/>
                </a:moveTo>
                <a:cubicBezTo>
                  <a:pt x="2000" y="1"/>
                  <a:pt x="1608" y="417"/>
                  <a:pt x="1334" y="727"/>
                </a:cubicBezTo>
                <a:cubicBezTo>
                  <a:pt x="1048" y="1037"/>
                  <a:pt x="822" y="1275"/>
                  <a:pt x="357" y="1275"/>
                </a:cubicBezTo>
                <a:cubicBezTo>
                  <a:pt x="0" y="1298"/>
                  <a:pt x="0" y="1822"/>
                  <a:pt x="357" y="1846"/>
                </a:cubicBezTo>
                <a:cubicBezTo>
                  <a:pt x="1072" y="1846"/>
                  <a:pt x="1465" y="1418"/>
                  <a:pt x="1750" y="1120"/>
                </a:cubicBezTo>
                <a:cubicBezTo>
                  <a:pt x="2036" y="810"/>
                  <a:pt x="2250" y="572"/>
                  <a:pt x="2727" y="572"/>
                </a:cubicBezTo>
                <a:cubicBezTo>
                  <a:pt x="3191" y="572"/>
                  <a:pt x="3393" y="787"/>
                  <a:pt x="3703" y="1120"/>
                </a:cubicBezTo>
                <a:cubicBezTo>
                  <a:pt x="4001" y="1441"/>
                  <a:pt x="4370" y="1846"/>
                  <a:pt x="5096" y="1846"/>
                </a:cubicBezTo>
                <a:cubicBezTo>
                  <a:pt x="5810" y="1846"/>
                  <a:pt x="6203" y="1418"/>
                  <a:pt x="6489" y="1120"/>
                </a:cubicBezTo>
                <a:cubicBezTo>
                  <a:pt x="6763" y="810"/>
                  <a:pt x="6989" y="572"/>
                  <a:pt x="7454" y="572"/>
                </a:cubicBezTo>
                <a:cubicBezTo>
                  <a:pt x="7930" y="572"/>
                  <a:pt x="8132" y="787"/>
                  <a:pt x="8430" y="1120"/>
                </a:cubicBezTo>
                <a:cubicBezTo>
                  <a:pt x="8727" y="1441"/>
                  <a:pt x="9108" y="1846"/>
                  <a:pt x="9823" y="1846"/>
                </a:cubicBezTo>
                <a:cubicBezTo>
                  <a:pt x="10537" y="1846"/>
                  <a:pt x="10930" y="1429"/>
                  <a:pt x="11216" y="1120"/>
                </a:cubicBezTo>
                <a:cubicBezTo>
                  <a:pt x="11502" y="810"/>
                  <a:pt x="11728" y="572"/>
                  <a:pt x="12192" y="572"/>
                </a:cubicBezTo>
                <a:cubicBezTo>
                  <a:pt x="12657" y="572"/>
                  <a:pt x="12859" y="787"/>
                  <a:pt x="13169" y="1120"/>
                </a:cubicBezTo>
                <a:cubicBezTo>
                  <a:pt x="13466" y="1441"/>
                  <a:pt x="13835" y="1846"/>
                  <a:pt x="14562" y="1846"/>
                </a:cubicBezTo>
                <a:cubicBezTo>
                  <a:pt x="15276" y="1846"/>
                  <a:pt x="15669" y="1429"/>
                  <a:pt x="15955" y="1120"/>
                </a:cubicBezTo>
                <a:cubicBezTo>
                  <a:pt x="16228" y="810"/>
                  <a:pt x="16455" y="572"/>
                  <a:pt x="16919" y="572"/>
                </a:cubicBezTo>
                <a:cubicBezTo>
                  <a:pt x="17395" y="572"/>
                  <a:pt x="17598" y="787"/>
                  <a:pt x="17895" y="1120"/>
                </a:cubicBezTo>
                <a:cubicBezTo>
                  <a:pt x="18193" y="1441"/>
                  <a:pt x="18574" y="1846"/>
                  <a:pt x="19288" y="1846"/>
                </a:cubicBezTo>
                <a:cubicBezTo>
                  <a:pt x="20003" y="1846"/>
                  <a:pt x="20396" y="1429"/>
                  <a:pt x="20681" y="1120"/>
                </a:cubicBezTo>
                <a:cubicBezTo>
                  <a:pt x="20967" y="810"/>
                  <a:pt x="21193" y="572"/>
                  <a:pt x="21658" y="572"/>
                </a:cubicBezTo>
                <a:cubicBezTo>
                  <a:pt x="22122" y="572"/>
                  <a:pt x="22336" y="787"/>
                  <a:pt x="22634" y="1120"/>
                </a:cubicBezTo>
                <a:cubicBezTo>
                  <a:pt x="22932" y="1441"/>
                  <a:pt x="23313" y="1846"/>
                  <a:pt x="24027" y="1846"/>
                </a:cubicBezTo>
                <a:cubicBezTo>
                  <a:pt x="24038" y="1847"/>
                  <a:pt x="24049" y="1848"/>
                  <a:pt x="24060" y="1848"/>
                </a:cubicBezTo>
                <a:cubicBezTo>
                  <a:pt x="24424" y="1848"/>
                  <a:pt x="24421" y="1274"/>
                  <a:pt x="24049" y="1274"/>
                </a:cubicBezTo>
                <a:cubicBezTo>
                  <a:pt x="24042" y="1274"/>
                  <a:pt x="24035" y="1274"/>
                  <a:pt x="24027" y="1275"/>
                </a:cubicBezTo>
                <a:cubicBezTo>
                  <a:pt x="23563" y="1275"/>
                  <a:pt x="23348" y="1048"/>
                  <a:pt x="23051" y="727"/>
                </a:cubicBezTo>
                <a:cubicBezTo>
                  <a:pt x="22753" y="406"/>
                  <a:pt x="22372" y="1"/>
                  <a:pt x="21658" y="1"/>
                </a:cubicBezTo>
                <a:cubicBezTo>
                  <a:pt x="20943" y="1"/>
                  <a:pt x="20550" y="417"/>
                  <a:pt x="20265" y="727"/>
                </a:cubicBezTo>
                <a:cubicBezTo>
                  <a:pt x="19979" y="1037"/>
                  <a:pt x="19765" y="1275"/>
                  <a:pt x="19288" y="1275"/>
                </a:cubicBezTo>
                <a:cubicBezTo>
                  <a:pt x="18824" y="1275"/>
                  <a:pt x="18622" y="1048"/>
                  <a:pt x="18312" y="727"/>
                </a:cubicBezTo>
                <a:cubicBezTo>
                  <a:pt x="18014" y="406"/>
                  <a:pt x="17645" y="1"/>
                  <a:pt x="16919" y="1"/>
                </a:cubicBezTo>
                <a:cubicBezTo>
                  <a:pt x="16205" y="1"/>
                  <a:pt x="15812" y="417"/>
                  <a:pt x="15538" y="727"/>
                </a:cubicBezTo>
                <a:cubicBezTo>
                  <a:pt x="15252" y="1037"/>
                  <a:pt x="15026" y="1275"/>
                  <a:pt x="14562" y="1275"/>
                </a:cubicBezTo>
                <a:cubicBezTo>
                  <a:pt x="14097" y="1275"/>
                  <a:pt x="13883" y="1048"/>
                  <a:pt x="13585" y="727"/>
                </a:cubicBezTo>
                <a:cubicBezTo>
                  <a:pt x="13288" y="406"/>
                  <a:pt x="12907" y="1"/>
                  <a:pt x="12192" y="1"/>
                </a:cubicBezTo>
                <a:cubicBezTo>
                  <a:pt x="11478" y="1"/>
                  <a:pt x="11085" y="417"/>
                  <a:pt x="10799" y="727"/>
                </a:cubicBezTo>
                <a:cubicBezTo>
                  <a:pt x="10513" y="1037"/>
                  <a:pt x="10287" y="1275"/>
                  <a:pt x="9823" y="1275"/>
                </a:cubicBezTo>
                <a:cubicBezTo>
                  <a:pt x="9359" y="1275"/>
                  <a:pt x="9156" y="1048"/>
                  <a:pt x="8847" y="727"/>
                </a:cubicBezTo>
                <a:cubicBezTo>
                  <a:pt x="8549" y="406"/>
                  <a:pt x="8168" y="1"/>
                  <a:pt x="7454" y="1"/>
                </a:cubicBezTo>
                <a:cubicBezTo>
                  <a:pt x="6739" y="1"/>
                  <a:pt x="6346" y="417"/>
                  <a:pt x="6060" y="727"/>
                </a:cubicBezTo>
                <a:cubicBezTo>
                  <a:pt x="5787" y="1037"/>
                  <a:pt x="5560" y="1275"/>
                  <a:pt x="5096" y="1275"/>
                </a:cubicBezTo>
                <a:cubicBezTo>
                  <a:pt x="4620" y="1275"/>
                  <a:pt x="4417" y="1048"/>
                  <a:pt x="4120" y="727"/>
                </a:cubicBezTo>
                <a:cubicBezTo>
                  <a:pt x="3810" y="406"/>
                  <a:pt x="3441" y="1"/>
                  <a:pt x="272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4"/>
          <p:cNvSpPr/>
          <p:nvPr/>
        </p:nvSpPr>
        <p:spPr>
          <a:xfrm flipH="1">
            <a:off x="3041430" y="4374233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4"/>
          <p:cNvSpPr/>
          <p:nvPr/>
        </p:nvSpPr>
        <p:spPr>
          <a:xfrm flipH="1">
            <a:off x="5249725" y="2924975"/>
            <a:ext cx="785395" cy="63894"/>
          </a:xfrm>
          <a:custGeom>
            <a:avLst/>
            <a:gdLst/>
            <a:ahLst/>
            <a:cxnLst/>
            <a:rect l="l" t="t" r="r" b="b"/>
            <a:pathLst>
              <a:path w="20194" h="1525" extrusionOk="0">
                <a:moveTo>
                  <a:pt x="2263" y="0"/>
                </a:moveTo>
                <a:cubicBezTo>
                  <a:pt x="1680" y="0"/>
                  <a:pt x="1346" y="357"/>
                  <a:pt x="1120" y="607"/>
                </a:cubicBezTo>
                <a:cubicBezTo>
                  <a:pt x="882" y="858"/>
                  <a:pt x="691" y="1048"/>
                  <a:pt x="310" y="1048"/>
                </a:cubicBezTo>
                <a:cubicBezTo>
                  <a:pt x="1" y="1048"/>
                  <a:pt x="1" y="1524"/>
                  <a:pt x="310" y="1524"/>
                </a:cubicBezTo>
                <a:cubicBezTo>
                  <a:pt x="906" y="1524"/>
                  <a:pt x="1227" y="1167"/>
                  <a:pt x="1465" y="917"/>
                </a:cubicBezTo>
                <a:cubicBezTo>
                  <a:pt x="1692" y="667"/>
                  <a:pt x="1882" y="465"/>
                  <a:pt x="2263" y="465"/>
                </a:cubicBezTo>
                <a:cubicBezTo>
                  <a:pt x="2656" y="465"/>
                  <a:pt x="2823" y="643"/>
                  <a:pt x="3073" y="917"/>
                </a:cubicBezTo>
                <a:cubicBezTo>
                  <a:pt x="3323" y="1191"/>
                  <a:pt x="3632" y="1524"/>
                  <a:pt x="4228" y="1524"/>
                </a:cubicBezTo>
                <a:cubicBezTo>
                  <a:pt x="4823" y="1524"/>
                  <a:pt x="5144" y="1167"/>
                  <a:pt x="5382" y="917"/>
                </a:cubicBezTo>
                <a:cubicBezTo>
                  <a:pt x="5609" y="667"/>
                  <a:pt x="5799" y="465"/>
                  <a:pt x="6180" y="465"/>
                </a:cubicBezTo>
                <a:cubicBezTo>
                  <a:pt x="6573" y="465"/>
                  <a:pt x="6740" y="643"/>
                  <a:pt x="6990" y="917"/>
                </a:cubicBezTo>
                <a:cubicBezTo>
                  <a:pt x="7240" y="1191"/>
                  <a:pt x="7549" y="1524"/>
                  <a:pt x="8145" y="1524"/>
                </a:cubicBezTo>
                <a:cubicBezTo>
                  <a:pt x="8740" y="1524"/>
                  <a:pt x="9061" y="1167"/>
                  <a:pt x="9300" y="917"/>
                </a:cubicBezTo>
                <a:cubicBezTo>
                  <a:pt x="9526" y="667"/>
                  <a:pt x="9716" y="465"/>
                  <a:pt x="10097" y="465"/>
                </a:cubicBezTo>
                <a:cubicBezTo>
                  <a:pt x="10490" y="465"/>
                  <a:pt x="10657" y="643"/>
                  <a:pt x="10907" y="917"/>
                </a:cubicBezTo>
                <a:cubicBezTo>
                  <a:pt x="11157" y="1191"/>
                  <a:pt x="11467" y="1524"/>
                  <a:pt x="12062" y="1524"/>
                </a:cubicBezTo>
                <a:cubicBezTo>
                  <a:pt x="12645" y="1524"/>
                  <a:pt x="12979" y="1167"/>
                  <a:pt x="13205" y="917"/>
                </a:cubicBezTo>
                <a:cubicBezTo>
                  <a:pt x="13443" y="667"/>
                  <a:pt x="13633" y="465"/>
                  <a:pt x="14014" y="465"/>
                </a:cubicBezTo>
                <a:cubicBezTo>
                  <a:pt x="14395" y="465"/>
                  <a:pt x="14562" y="643"/>
                  <a:pt x="14812" y="917"/>
                </a:cubicBezTo>
                <a:cubicBezTo>
                  <a:pt x="15062" y="1191"/>
                  <a:pt x="15372" y="1524"/>
                  <a:pt x="15967" y="1524"/>
                </a:cubicBezTo>
                <a:cubicBezTo>
                  <a:pt x="16562" y="1524"/>
                  <a:pt x="16884" y="1167"/>
                  <a:pt x="17122" y="917"/>
                </a:cubicBezTo>
                <a:cubicBezTo>
                  <a:pt x="17360" y="667"/>
                  <a:pt x="17539" y="465"/>
                  <a:pt x="17932" y="465"/>
                </a:cubicBezTo>
                <a:cubicBezTo>
                  <a:pt x="18313" y="465"/>
                  <a:pt x="18479" y="643"/>
                  <a:pt x="18729" y="917"/>
                </a:cubicBezTo>
                <a:cubicBezTo>
                  <a:pt x="18979" y="1191"/>
                  <a:pt x="19289" y="1524"/>
                  <a:pt x="19884" y="1524"/>
                </a:cubicBezTo>
                <a:cubicBezTo>
                  <a:pt x="20194" y="1524"/>
                  <a:pt x="20194" y="1048"/>
                  <a:pt x="19884" y="1048"/>
                </a:cubicBezTo>
                <a:cubicBezTo>
                  <a:pt x="19491" y="1048"/>
                  <a:pt x="19325" y="881"/>
                  <a:pt x="19075" y="607"/>
                </a:cubicBezTo>
                <a:cubicBezTo>
                  <a:pt x="18825" y="334"/>
                  <a:pt x="18515" y="0"/>
                  <a:pt x="17920" y="0"/>
                </a:cubicBezTo>
                <a:cubicBezTo>
                  <a:pt x="17336" y="0"/>
                  <a:pt x="17003" y="357"/>
                  <a:pt x="16777" y="607"/>
                </a:cubicBezTo>
                <a:cubicBezTo>
                  <a:pt x="16539" y="858"/>
                  <a:pt x="16348" y="1048"/>
                  <a:pt x="15967" y="1048"/>
                </a:cubicBezTo>
                <a:cubicBezTo>
                  <a:pt x="15586" y="1048"/>
                  <a:pt x="15419" y="881"/>
                  <a:pt x="15157" y="607"/>
                </a:cubicBezTo>
                <a:cubicBezTo>
                  <a:pt x="14907" y="334"/>
                  <a:pt x="14598" y="0"/>
                  <a:pt x="14014" y="0"/>
                </a:cubicBezTo>
                <a:cubicBezTo>
                  <a:pt x="13419" y="0"/>
                  <a:pt x="13098" y="357"/>
                  <a:pt x="12860" y="607"/>
                </a:cubicBezTo>
                <a:cubicBezTo>
                  <a:pt x="12621" y="858"/>
                  <a:pt x="12443" y="1048"/>
                  <a:pt x="12050" y="1048"/>
                </a:cubicBezTo>
                <a:cubicBezTo>
                  <a:pt x="11669" y="1048"/>
                  <a:pt x="11502" y="881"/>
                  <a:pt x="11252" y="607"/>
                </a:cubicBezTo>
                <a:cubicBezTo>
                  <a:pt x="11002" y="334"/>
                  <a:pt x="10693" y="0"/>
                  <a:pt x="10097" y="0"/>
                </a:cubicBezTo>
                <a:cubicBezTo>
                  <a:pt x="9502" y="0"/>
                  <a:pt x="9181" y="357"/>
                  <a:pt x="8942" y="607"/>
                </a:cubicBezTo>
                <a:cubicBezTo>
                  <a:pt x="8716" y="858"/>
                  <a:pt x="8526" y="1048"/>
                  <a:pt x="8145" y="1048"/>
                </a:cubicBezTo>
                <a:cubicBezTo>
                  <a:pt x="7752" y="1048"/>
                  <a:pt x="7585" y="881"/>
                  <a:pt x="7335" y="607"/>
                </a:cubicBezTo>
                <a:cubicBezTo>
                  <a:pt x="7085" y="334"/>
                  <a:pt x="6775" y="0"/>
                  <a:pt x="6180" y="0"/>
                </a:cubicBezTo>
                <a:cubicBezTo>
                  <a:pt x="5597" y="0"/>
                  <a:pt x="5263" y="357"/>
                  <a:pt x="5037" y="607"/>
                </a:cubicBezTo>
                <a:cubicBezTo>
                  <a:pt x="4799" y="858"/>
                  <a:pt x="4609" y="1048"/>
                  <a:pt x="4228" y="1048"/>
                </a:cubicBezTo>
                <a:cubicBezTo>
                  <a:pt x="3835" y="1048"/>
                  <a:pt x="3668" y="881"/>
                  <a:pt x="3418" y="607"/>
                </a:cubicBezTo>
                <a:cubicBezTo>
                  <a:pt x="3168" y="334"/>
                  <a:pt x="2858" y="0"/>
                  <a:pt x="22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4"/>
          <p:cNvSpPr/>
          <p:nvPr/>
        </p:nvSpPr>
        <p:spPr>
          <a:xfrm rot="-5400000" flipH="1">
            <a:off x="619398" y="1230068"/>
            <a:ext cx="783995" cy="63894"/>
          </a:xfrm>
          <a:custGeom>
            <a:avLst/>
            <a:gdLst/>
            <a:ahLst/>
            <a:cxnLst/>
            <a:rect l="l" t="t" r="r" b="b"/>
            <a:pathLst>
              <a:path w="20158" h="1525" extrusionOk="0">
                <a:moveTo>
                  <a:pt x="2251" y="0"/>
                </a:moveTo>
                <a:cubicBezTo>
                  <a:pt x="1656" y="0"/>
                  <a:pt x="1334" y="346"/>
                  <a:pt x="1096" y="596"/>
                </a:cubicBezTo>
                <a:cubicBezTo>
                  <a:pt x="858" y="858"/>
                  <a:pt x="679" y="1060"/>
                  <a:pt x="286" y="1060"/>
                </a:cubicBezTo>
                <a:cubicBezTo>
                  <a:pt x="1" y="1084"/>
                  <a:pt x="1" y="1501"/>
                  <a:pt x="286" y="1524"/>
                </a:cubicBezTo>
                <a:cubicBezTo>
                  <a:pt x="882" y="1524"/>
                  <a:pt x="1203" y="1179"/>
                  <a:pt x="1441" y="917"/>
                </a:cubicBezTo>
                <a:cubicBezTo>
                  <a:pt x="1679" y="667"/>
                  <a:pt x="1858" y="465"/>
                  <a:pt x="2251" y="465"/>
                </a:cubicBezTo>
                <a:cubicBezTo>
                  <a:pt x="2632" y="465"/>
                  <a:pt x="2811" y="655"/>
                  <a:pt x="3061" y="917"/>
                </a:cubicBezTo>
                <a:cubicBezTo>
                  <a:pt x="3311" y="1191"/>
                  <a:pt x="3620" y="1524"/>
                  <a:pt x="4204" y="1524"/>
                </a:cubicBezTo>
                <a:cubicBezTo>
                  <a:pt x="4799" y="1524"/>
                  <a:pt x="5120" y="1179"/>
                  <a:pt x="5359" y="917"/>
                </a:cubicBezTo>
                <a:cubicBezTo>
                  <a:pt x="5597" y="667"/>
                  <a:pt x="5775" y="465"/>
                  <a:pt x="6168" y="465"/>
                </a:cubicBezTo>
                <a:cubicBezTo>
                  <a:pt x="6549" y="465"/>
                  <a:pt x="6728" y="655"/>
                  <a:pt x="6966" y="917"/>
                </a:cubicBezTo>
                <a:cubicBezTo>
                  <a:pt x="7216" y="1191"/>
                  <a:pt x="7525" y="1524"/>
                  <a:pt x="8121" y="1524"/>
                </a:cubicBezTo>
                <a:cubicBezTo>
                  <a:pt x="8716" y="1524"/>
                  <a:pt x="9038" y="1179"/>
                  <a:pt x="9276" y="917"/>
                </a:cubicBezTo>
                <a:cubicBezTo>
                  <a:pt x="9514" y="667"/>
                  <a:pt x="9692" y="465"/>
                  <a:pt x="10085" y="465"/>
                </a:cubicBezTo>
                <a:cubicBezTo>
                  <a:pt x="10466" y="465"/>
                  <a:pt x="10633" y="655"/>
                  <a:pt x="10883" y="917"/>
                </a:cubicBezTo>
                <a:cubicBezTo>
                  <a:pt x="11133" y="1191"/>
                  <a:pt x="11443" y="1524"/>
                  <a:pt x="12038" y="1524"/>
                </a:cubicBezTo>
                <a:cubicBezTo>
                  <a:pt x="12633" y="1524"/>
                  <a:pt x="12955" y="1179"/>
                  <a:pt x="13193" y="917"/>
                </a:cubicBezTo>
                <a:cubicBezTo>
                  <a:pt x="13419" y="667"/>
                  <a:pt x="13610" y="465"/>
                  <a:pt x="13991" y="465"/>
                </a:cubicBezTo>
                <a:cubicBezTo>
                  <a:pt x="14383" y="465"/>
                  <a:pt x="14550" y="655"/>
                  <a:pt x="14800" y="917"/>
                </a:cubicBezTo>
                <a:cubicBezTo>
                  <a:pt x="15050" y="1191"/>
                  <a:pt x="15360" y="1524"/>
                  <a:pt x="15955" y="1524"/>
                </a:cubicBezTo>
                <a:cubicBezTo>
                  <a:pt x="16538" y="1524"/>
                  <a:pt x="16872" y="1179"/>
                  <a:pt x="17098" y="917"/>
                </a:cubicBezTo>
                <a:cubicBezTo>
                  <a:pt x="17336" y="667"/>
                  <a:pt x="17527" y="465"/>
                  <a:pt x="17908" y="465"/>
                </a:cubicBezTo>
                <a:cubicBezTo>
                  <a:pt x="18301" y="465"/>
                  <a:pt x="18467" y="655"/>
                  <a:pt x="18717" y="917"/>
                </a:cubicBezTo>
                <a:cubicBezTo>
                  <a:pt x="18967" y="1191"/>
                  <a:pt x="19277" y="1524"/>
                  <a:pt x="19872" y="1524"/>
                </a:cubicBezTo>
                <a:cubicBezTo>
                  <a:pt x="20158" y="1501"/>
                  <a:pt x="20158" y="1084"/>
                  <a:pt x="19872" y="1060"/>
                </a:cubicBezTo>
                <a:cubicBezTo>
                  <a:pt x="19479" y="1060"/>
                  <a:pt x="19313" y="870"/>
                  <a:pt x="19063" y="596"/>
                </a:cubicBezTo>
                <a:cubicBezTo>
                  <a:pt x="18813" y="334"/>
                  <a:pt x="18503" y="0"/>
                  <a:pt x="17908" y="0"/>
                </a:cubicBezTo>
                <a:cubicBezTo>
                  <a:pt x="17312" y="0"/>
                  <a:pt x="16991" y="346"/>
                  <a:pt x="16753" y="596"/>
                </a:cubicBezTo>
                <a:cubicBezTo>
                  <a:pt x="16527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596"/>
                </a:cubicBezTo>
                <a:cubicBezTo>
                  <a:pt x="14895" y="334"/>
                  <a:pt x="14586" y="0"/>
                  <a:pt x="13991" y="0"/>
                </a:cubicBezTo>
                <a:cubicBezTo>
                  <a:pt x="13407" y="0"/>
                  <a:pt x="13074" y="346"/>
                  <a:pt x="12848" y="596"/>
                </a:cubicBezTo>
                <a:cubicBezTo>
                  <a:pt x="12609" y="858"/>
                  <a:pt x="12419" y="1060"/>
                  <a:pt x="12038" y="1060"/>
                </a:cubicBezTo>
                <a:cubicBezTo>
                  <a:pt x="11645" y="1060"/>
                  <a:pt x="11478" y="870"/>
                  <a:pt x="11228" y="596"/>
                </a:cubicBezTo>
                <a:cubicBezTo>
                  <a:pt x="10978" y="334"/>
                  <a:pt x="10669" y="0"/>
                  <a:pt x="10085" y="0"/>
                </a:cubicBezTo>
                <a:cubicBezTo>
                  <a:pt x="9490" y="0"/>
                  <a:pt x="9157" y="346"/>
                  <a:pt x="8930" y="596"/>
                </a:cubicBezTo>
                <a:cubicBezTo>
                  <a:pt x="8692" y="858"/>
                  <a:pt x="8514" y="1060"/>
                  <a:pt x="8121" y="1060"/>
                </a:cubicBezTo>
                <a:cubicBezTo>
                  <a:pt x="7740" y="1060"/>
                  <a:pt x="7561" y="870"/>
                  <a:pt x="7311" y="596"/>
                </a:cubicBezTo>
                <a:cubicBezTo>
                  <a:pt x="7073" y="334"/>
                  <a:pt x="6752" y="0"/>
                  <a:pt x="6168" y="0"/>
                </a:cubicBezTo>
                <a:cubicBezTo>
                  <a:pt x="5573" y="0"/>
                  <a:pt x="5251" y="346"/>
                  <a:pt x="5013" y="596"/>
                </a:cubicBezTo>
                <a:cubicBezTo>
                  <a:pt x="4775" y="858"/>
                  <a:pt x="4597" y="1060"/>
                  <a:pt x="4204" y="1060"/>
                </a:cubicBezTo>
                <a:cubicBezTo>
                  <a:pt x="3823" y="1060"/>
                  <a:pt x="3644" y="870"/>
                  <a:pt x="3406" y="596"/>
                </a:cubicBezTo>
                <a:cubicBezTo>
                  <a:pt x="3156" y="334"/>
                  <a:pt x="2846" y="0"/>
                  <a:pt x="225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4"/>
          <p:cNvSpPr/>
          <p:nvPr/>
        </p:nvSpPr>
        <p:spPr>
          <a:xfrm rot="-1537472" flipH="1">
            <a:off x="3997084" y="2246956"/>
            <a:ext cx="82919" cy="134242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4"/>
          <p:cNvSpPr/>
          <p:nvPr/>
        </p:nvSpPr>
        <p:spPr>
          <a:xfrm flipH="1">
            <a:off x="448778" y="4401933"/>
            <a:ext cx="1125277" cy="196122"/>
          </a:xfrm>
          <a:custGeom>
            <a:avLst/>
            <a:gdLst/>
            <a:ahLst/>
            <a:cxnLst/>
            <a:rect l="l" t="t" r="r" b="b"/>
            <a:pathLst>
              <a:path w="28933" h="4681" extrusionOk="0">
                <a:moveTo>
                  <a:pt x="2334" y="1"/>
                </a:moveTo>
                <a:cubicBezTo>
                  <a:pt x="1048" y="1"/>
                  <a:pt x="0" y="1049"/>
                  <a:pt x="0" y="2335"/>
                </a:cubicBezTo>
                <a:cubicBezTo>
                  <a:pt x="0" y="3632"/>
                  <a:pt x="1048" y="4680"/>
                  <a:pt x="2334" y="4680"/>
                </a:cubicBezTo>
                <a:lnTo>
                  <a:pt x="26599" y="4680"/>
                </a:lnTo>
                <a:cubicBezTo>
                  <a:pt x="27885" y="4680"/>
                  <a:pt x="28933" y="3632"/>
                  <a:pt x="28933" y="2335"/>
                </a:cubicBezTo>
                <a:cubicBezTo>
                  <a:pt x="28933" y="1049"/>
                  <a:pt x="27885" y="1"/>
                  <a:pt x="2659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4"/>
          <p:cNvSpPr/>
          <p:nvPr/>
        </p:nvSpPr>
        <p:spPr>
          <a:xfrm flipH="1">
            <a:off x="6991005" y="987620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0" name="Google Shape;320;p14"/>
          <p:cNvGrpSpPr/>
          <p:nvPr/>
        </p:nvGrpSpPr>
        <p:grpSpPr>
          <a:xfrm rot="-1307765" flipH="1">
            <a:off x="2898762" y="626827"/>
            <a:ext cx="142656" cy="149447"/>
            <a:chOff x="1160468" y="31374"/>
            <a:chExt cx="142658" cy="149448"/>
          </a:xfrm>
        </p:grpSpPr>
        <p:sp>
          <p:nvSpPr>
            <p:cNvPr id="321" name="Google Shape;321;p14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4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3" name="Google Shape;323;p14"/>
          <p:cNvSpPr/>
          <p:nvPr/>
        </p:nvSpPr>
        <p:spPr>
          <a:xfrm rot="-5400000" flipH="1">
            <a:off x="1969631" y="755907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4"/>
          <p:cNvSpPr/>
          <p:nvPr/>
        </p:nvSpPr>
        <p:spPr>
          <a:xfrm flipH="1">
            <a:off x="7569940" y="540008"/>
            <a:ext cx="1125277" cy="196122"/>
          </a:xfrm>
          <a:custGeom>
            <a:avLst/>
            <a:gdLst/>
            <a:ahLst/>
            <a:cxnLst/>
            <a:rect l="l" t="t" r="r" b="b"/>
            <a:pathLst>
              <a:path w="28933" h="4681" extrusionOk="0">
                <a:moveTo>
                  <a:pt x="2334" y="1"/>
                </a:moveTo>
                <a:cubicBezTo>
                  <a:pt x="1048" y="1"/>
                  <a:pt x="0" y="1049"/>
                  <a:pt x="0" y="2335"/>
                </a:cubicBezTo>
                <a:cubicBezTo>
                  <a:pt x="0" y="3632"/>
                  <a:pt x="1048" y="4680"/>
                  <a:pt x="2334" y="4680"/>
                </a:cubicBezTo>
                <a:lnTo>
                  <a:pt x="26599" y="4680"/>
                </a:lnTo>
                <a:cubicBezTo>
                  <a:pt x="27885" y="4680"/>
                  <a:pt x="28933" y="3632"/>
                  <a:pt x="28933" y="2335"/>
                </a:cubicBezTo>
                <a:cubicBezTo>
                  <a:pt x="28933" y="1049"/>
                  <a:pt x="27885" y="1"/>
                  <a:pt x="2659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4"/>
          <p:cNvSpPr/>
          <p:nvPr/>
        </p:nvSpPr>
        <p:spPr>
          <a:xfrm flipH="1">
            <a:off x="672486" y="2476444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4"/>
          <p:cNvSpPr/>
          <p:nvPr/>
        </p:nvSpPr>
        <p:spPr>
          <a:xfrm flipH="1">
            <a:off x="4227830" y="1448958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4"/>
          <p:cNvSpPr/>
          <p:nvPr/>
        </p:nvSpPr>
        <p:spPr>
          <a:xfrm flipH="1">
            <a:off x="6152374" y="2197369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8" name="Google Shape;328;p14"/>
          <p:cNvGrpSpPr/>
          <p:nvPr/>
        </p:nvGrpSpPr>
        <p:grpSpPr>
          <a:xfrm rot="-1575454">
            <a:off x="5761910" y="1888992"/>
            <a:ext cx="142655" cy="149446"/>
            <a:chOff x="1160468" y="31374"/>
            <a:chExt cx="142658" cy="149448"/>
          </a:xfrm>
        </p:grpSpPr>
        <p:sp>
          <p:nvSpPr>
            <p:cNvPr id="329" name="Google Shape;329;p14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1" name="Google Shape;331;p14"/>
          <p:cNvSpPr/>
          <p:nvPr/>
        </p:nvSpPr>
        <p:spPr>
          <a:xfrm>
            <a:off x="1738125" y="714575"/>
            <a:ext cx="5665800" cy="3888600"/>
          </a:xfrm>
          <a:prstGeom prst="roundRect">
            <a:avLst>
              <a:gd name="adj" fmla="val 2347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4"/>
          <p:cNvSpPr txBox="1">
            <a:spLocks noGrp="1"/>
          </p:cNvSpPr>
          <p:nvPr>
            <p:ph type="title"/>
          </p:nvPr>
        </p:nvSpPr>
        <p:spPr>
          <a:xfrm>
            <a:off x="2095375" y="649224"/>
            <a:ext cx="49512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14"/>
          <p:cNvSpPr txBox="1">
            <a:spLocks noGrp="1"/>
          </p:cNvSpPr>
          <p:nvPr>
            <p:ph type="subTitle" idx="1"/>
          </p:nvPr>
        </p:nvSpPr>
        <p:spPr>
          <a:xfrm>
            <a:off x="2059525" y="1896613"/>
            <a:ext cx="23592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latin typeface="Spartan"/>
                <a:ea typeface="Spartan"/>
                <a:cs typeface="Spartan"/>
                <a:sym typeface="Spartan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9pPr>
          </a:lstStyle>
          <a:p>
            <a:endParaRPr/>
          </a:p>
        </p:txBody>
      </p:sp>
      <p:sp>
        <p:nvSpPr>
          <p:cNvPr id="334" name="Google Shape;334;p14"/>
          <p:cNvSpPr txBox="1">
            <a:spLocks noGrp="1"/>
          </p:cNvSpPr>
          <p:nvPr>
            <p:ph type="subTitle" idx="2"/>
          </p:nvPr>
        </p:nvSpPr>
        <p:spPr>
          <a:xfrm>
            <a:off x="2059525" y="2205025"/>
            <a:ext cx="2359200" cy="70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14"/>
          <p:cNvSpPr txBox="1">
            <a:spLocks noGrp="1"/>
          </p:cNvSpPr>
          <p:nvPr>
            <p:ph type="subTitle" idx="3"/>
          </p:nvPr>
        </p:nvSpPr>
        <p:spPr>
          <a:xfrm>
            <a:off x="2059525" y="3345200"/>
            <a:ext cx="23592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latin typeface="Spartan"/>
                <a:ea typeface="Spartan"/>
                <a:cs typeface="Spartan"/>
                <a:sym typeface="Spartan"/>
              </a:defRPr>
            </a:lvl1pPr>
            <a:lvl2pPr lvl="1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2pPr>
            <a:lvl3pPr lvl="2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3pPr>
            <a:lvl4pPr lvl="3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4pPr>
            <a:lvl5pPr lvl="4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5pPr>
            <a:lvl6pPr lvl="5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6pPr>
            <a:lvl7pPr lvl="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7pPr>
            <a:lvl8pPr lvl="7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8pPr>
            <a:lvl9pPr lvl="8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9pPr>
          </a:lstStyle>
          <a:p>
            <a:endParaRPr/>
          </a:p>
        </p:txBody>
      </p:sp>
      <p:sp>
        <p:nvSpPr>
          <p:cNvPr id="336" name="Google Shape;336;p14"/>
          <p:cNvSpPr txBox="1">
            <a:spLocks noGrp="1"/>
          </p:cNvSpPr>
          <p:nvPr>
            <p:ph type="subTitle" idx="4"/>
          </p:nvPr>
        </p:nvSpPr>
        <p:spPr>
          <a:xfrm>
            <a:off x="2059525" y="3656125"/>
            <a:ext cx="2359200" cy="7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14"/>
          <p:cNvSpPr txBox="1">
            <a:spLocks noGrp="1"/>
          </p:cNvSpPr>
          <p:nvPr>
            <p:ph type="subTitle" idx="5"/>
          </p:nvPr>
        </p:nvSpPr>
        <p:spPr>
          <a:xfrm>
            <a:off x="4743075" y="1896613"/>
            <a:ext cx="23592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latin typeface="Spartan"/>
                <a:ea typeface="Spartan"/>
                <a:cs typeface="Spartan"/>
                <a:sym typeface="Spartan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9pPr>
          </a:lstStyle>
          <a:p>
            <a:endParaRPr/>
          </a:p>
        </p:txBody>
      </p:sp>
      <p:sp>
        <p:nvSpPr>
          <p:cNvPr id="338" name="Google Shape;338;p14"/>
          <p:cNvSpPr txBox="1">
            <a:spLocks noGrp="1"/>
          </p:cNvSpPr>
          <p:nvPr>
            <p:ph type="subTitle" idx="6"/>
          </p:nvPr>
        </p:nvSpPr>
        <p:spPr>
          <a:xfrm>
            <a:off x="4743075" y="2207425"/>
            <a:ext cx="2359200" cy="7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14"/>
          <p:cNvSpPr txBox="1">
            <a:spLocks noGrp="1"/>
          </p:cNvSpPr>
          <p:nvPr>
            <p:ph type="subTitle" idx="7"/>
          </p:nvPr>
        </p:nvSpPr>
        <p:spPr>
          <a:xfrm>
            <a:off x="4743075" y="3347300"/>
            <a:ext cx="2359200" cy="3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latin typeface="Spartan"/>
                <a:ea typeface="Spartan"/>
                <a:cs typeface="Spartan"/>
                <a:sym typeface="Spartan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Spartan"/>
                <a:ea typeface="Spartan"/>
                <a:cs typeface="Spartan"/>
                <a:sym typeface="Spartan"/>
              </a:defRPr>
            </a:lvl9pPr>
          </a:lstStyle>
          <a:p>
            <a:endParaRPr/>
          </a:p>
        </p:txBody>
      </p:sp>
      <p:sp>
        <p:nvSpPr>
          <p:cNvPr id="340" name="Google Shape;340;p14"/>
          <p:cNvSpPr txBox="1">
            <a:spLocks noGrp="1"/>
          </p:cNvSpPr>
          <p:nvPr>
            <p:ph type="subTitle" idx="8"/>
          </p:nvPr>
        </p:nvSpPr>
        <p:spPr>
          <a:xfrm>
            <a:off x="4743075" y="3656125"/>
            <a:ext cx="2359200" cy="7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14"/>
          <p:cNvSpPr txBox="1">
            <a:spLocks noGrp="1"/>
          </p:cNvSpPr>
          <p:nvPr>
            <p:ph type="title" idx="9" hasCustomPrompt="1"/>
          </p:nvPr>
        </p:nvSpPr>
        <p:spPr>
          <a:xfrm>
            <a:off x="4743075" y="1503325"/>
            <a:ext cx="2359200" cy="3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2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2" name="Google Shape;342;p14"/>
          <p:cNvSpPr txBox="1">
            <a:spLocks noGrp="1"/>
          </p:cNvSpPr>
          <p:nvPr>
            <p:ph type="title" idx="13" hasCustomPrompt="1"/>
          </p:nvPr>
        </p:nvSpPr>
        <p:spPr>
          <a:xfrm>
            <a:off x="2059525" y="1503325"/>
            <a:ext cx="2359200" cy="3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2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3" name="Google Shape;343;p14"/>
          <p:cNvSpPr txBox="1">
            <a:spLocks noGrp="1"/>
          </p:cNvSpPr>
          <p:nvPr>
            <p:ph type="title" idx="14" hasCustomPrompt="1"/>
          </p:nvPr>
        </p:nvSpPr>
        <p:spPr>
          <a:xfrm>
            <a:off x="2059525" y="2951900"/>
            <a:ext cx="2359200" cy="3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2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4" name="Google Shape;344;p14"/>
          <p:cNvSpPr txBox="1">
            <a:spLocks noGrp="1"/>
          </p:cNvSpPr>
          <p:nvPr>
            <p:ph type="title" idx="15" hasCustomPrompt="1"/>
          </p:nvPr>
        </p:nvSpPr>
        <p:spPr>
          <a:xfrm>
            <a:off x="4743075" y="2951900"/>
            <a:ext cx="2359200" cy="3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2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ix columns">
  <p:cSld name="CUSTOM_8">
    <p:bg>
      <p:bgPr>
        <a:solidFill>
          <a:schemeClr val="accent3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"/>
          <p:cNvSpPr/>
          <p:nvPr/>
        </p:nvSpPr>
        <p:spPr>
          <a:xfrm flipH="1">
            <a:off x="8123931" y="429982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7" name="Google Shape;347;p15"/>
          <p:cNvGrpSpPr/>
          <p:nvPr/>
        </p:nvGrpSpPr>
        <p:grpSpPr>
          <a:xfrm rot="1398867" flipH="1">
            <a:off x="2200427" y="3535172"/>
            <a:ext cx="151728" cy="149457"/>
            <a:chOff x="8639698" y="2706690"/>
            <a:chExt cx="151720" cy="149448"/>
          </a:xfrm>
        </p:grpSpPr>
        <p:sp>
          <p:nvSpPr>
            <p:cNvPr id="348" name="Google Shape;348;p15"/>
            <p:cNvSpPr/>
            <p:nvPr/>
          </p:nvSpPr>
          <p:spPr>
            <a:xfrm>
              <a:off x="8639698" y="2706690"/>
              <a:ext cx="151720" cy="149448"/>
            </a:xfrm>
            <a:custGeom>
              <a:avLst/>
              <a:gdLst/>
              <a:ahLst/>
              <a:cxnLst/>
              <a:rect l="l" t="t" r="r" b="b"/>
              <a:pathLst>
                <a:path w="3901" h="3567" extrusionOk="0">
                  <a:moveTo>
                    <a:pt x="3231" y="0"/>
                  </a:moveTo>
                  <a:cubicBezTo>
                    <a:pt x="3150" y="0"/>
                    <a:pt x="3073" y="34"/>
                    <a:pt x="3013" y="114"/>
                  </a:cubicBezTo>
                  <a:lnTo>
                    <a:pt x="263" y="2840"/>
                  </a:lnTo>
                  <a:cubicBezTo>
                    <a:pt x="1" y="3102"/>
                    <a:pt x="191" y="3554"/>
                    <a:pt x="560" y="3566"/>
                  </a:cubicBezTo>
                  <a:cubicBezTo>
                    <a:pt x="679" y="3554"/>
                    <a:pt x="775" y="3519"/>
                    <a:pt x="858" y="3435"/>
                  </a:cubicBezTo>
                  <a:lnTo>
                    <a:pt x="3608" y="709"/>
                  </a:lnTo>
                  <a:cubicBezTo>
                    <a:pt x="3900" y="474"/>
                    <a:pt x="3537" y="0"/>
                    <a:pt x="32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8640476" y="2707402"/>
              <a:ext cx="149775" cy="148736"/>
            </a:xfrm>
            <a:custGeom>
              <a:avLst/>
              <a:gdLst/>
              <a:ahLst/>
              <a:cxnLst/>
              <a:rect l="l" t="t" r="r" b="b"/>
              <a:pathLst>
                <a:path w="3851" h="3550" extrusionOk="0">
                  <a:moveTo>
                    <a:pt x="574" y="0"/>
                  </a:moveTo>
                  <a:cubicBezTo>
                    <a:pt x="261" y="0"/>
                    <a:pt x="1" y="375"/>
                    <a:pt x="243" y="692"/>
                  </a:cubicBezTo>
                  <a:lnTo>
                    <a:pt x="2993" y="3418"/>
                  </a:lnTo>
                  <a:cubicBezTo>
                    <a:pt x="3064" y="3502"/>
                    <a:pt x="3172" y="3549"/>
                    <a:pt x="3291" y="3549"/>
                  </a:cubicBezTo>
                  <a:cubicBezTo>
                    <a:pt x="3660" y="3537"/>
                    <a:pt x="3850" y="3085"/>
                    <a:pt x="3588" y="2823"/>
                  </a:cubicBezTo>
                  <a:lnTo>
                    <a:pt x="838" y="97"/>
                  </a:lnTo>
                  <a:cubicBezTo>
                    <a:pt x="753" y="29"/>
                    <a:pt x="661" y="0"/>
                    <a:pt x="5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0" name="Google Shape;350;p15"/>
          <p:cNvGrpSpPr/>
          <p:nvPr/>
        </p:nvGrpSpPr>
        <p:grpSpPr>
          <a:xfrm rot="1575454" flipH="1">
            <a:off x="8114222" y="4375817"/>
            <a:ext cx="142655" cy="149446"/>
            <a:chOff x="1160468" y="31374"/>
            <a:chExt cx="142658" cy="149448"/>
          </a:xfrm>
        </p:grpSpPr>
        <p:sp>
          <p:nvSpPr>
            <p:cNvPr id="351" name="Google Shape;351;p15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3" name="Google Shape;353;p15"/>
          <p:cNvSpPr/>
          <p:nvPr/>
        </p:nvSpPr>
        <p:spPr>
          <a:xfrm flipH="1">
            <a:off x="1338191" y="1403625"/>
            <a:ext cx="83386" cy="133737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53" y="1144"/>
                  <a:pt x="1" y="1596"/>
                </a:cubicBezTo>
                <a:cubicBezTo>
                  <a:pt x="453" y="2060"/>
                  <a:pt x="822" y="2596"/>
                  <a:pt x="1072" y="3191"/>
                </a:cubicBezTo>
                <a:cubicBezTo>
                  <a:pt x="1322" y="2596"/>
                  <a:pt x="1679" y="2060"/>
                  <a:pt x="2144" y="1596"/>
                </a:cubicBezTo>
                <a:cubicBezTo>
                  <a:pt x="1679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5"/>
          <p:cNvSpPr/>
          <p:nvPr/>
        </p:nvSpPr>
        <p:spPr>
          <a:xfrm rot="-2035561" flipH="1">
            <a:off x="1096342" y="3889208"/>
            <a:ext cx="82922" cy="134238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5"/>
          <p:cNvSpPr/>
          <p:nvPr/>
        </p:nvSpPr>
        <p:spPr>
          <a:xfrm rot="-1649642" flipH="1">
            <a:off x="7978889" y="1347407"/>
            <a:ext cx="83386" cy="134197"/>
          </a:xfrm>
          <a:custGeom>
            <a:avLst/>
            <a:gdLst/>
            <a:ahLst/>
            <a:cxnLst/>
            <a:rect l="l" t="t" r="r" b="b"/>
            <a:pathLst>
              <a:path w="2144" h="3203" extrusionOk="0">
                <a:moveTo>
                  <a:pt x="1072" y="0"/>
                </a:moveTo>
                <a:cubicBezTo>
                  <a:pt x="822" y="595"/>
                  <a:pt x="465" y="1143"/>
                  <a:pt x="0" y="1596"/>
                </a:cubicBezTo>
                <a:cubicBezTo>
                  <a:pt x="465" y="2060"/>
                  <a:pt x="822" y="2596"/>
                  <a:pt x="1072" y="3203"/>
                </a:cubicBezTo>
                <a:cubicBezTo>
                  <a:pt x="1322" y="2596"/>
                  <a:pt x="1691" y="2060"/>
                  <a:pt x="2143" y="1596"/>
                </a:cubicBezTo>
                <a:cubicBezTo>
                  <a:pt x="1691" y="1143"/>
                  <a:pt x="1322" y="595"/>
                  <a:pt x="10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5"/>
          <p:cNvSpPr/>
          <p:nvPr/>
        </p:nvSpPr>
        <p:spPr>
          <a:xfrm rot="1008325" flipH="1">
            <a:off x="8342483" y="3520451"/>
            <a:ext cx="83388" cy="133734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64" y="1144"/>
                  <a:pt x="0" y="1596"/>
                </a:cubicBezTo>
                <a:cubicBezTo>
                  <a:pt x="464" y="2061"/>
                  <a:pt x="822" y="2596"/>
                  <a:pt x="1072" y="3192"/>
                </a:cubicBezTo>
                <a:cubicBezTo>
                  <a:pt x="1322" y="2596"/>
                  <a:pt x="1691" y="2061"/>
                  <a:pt x="2143" y="1596"/>
                </a:cubicBezTo>
                <a:cubicBezTo>
                  <a:pt x="1691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5"/>
          <p:cNvSpPr/>
          <p:nvPr/>
        </p:nvSpPr>
        <p:spPr>
          <a:xfrm flipH="1">
            <a:off x="6828146" y="4207693"/>
            <a:ext cx="949949" cy="77427"/>
          </a:xfrm>
          <a:custGeom>
            <a:avLst/>
            <a:gdLst/>
            <a:ahLst/>
            <a:cxnLst/>
            <a:rect l="l" t="t" r="r" b="b"/>
            <a:pathLst>
              <a:path w="24425" h="1848" extrusionOk="0">
                <a:moveTo>
                  <a:pt x="2727" y="1"/>
                </a:moveTo>
                <a:cubicBezTo>
                  <a:pt x="2000" y="1"/>
                  <a:pt x="1608" y="417"/>
                  <a:pt x="1334" y="727"/>
                </a:cubicBezTo>
                <a:cubicBezTo>
                  <a:pt x="1048" y="1037"/>
                  <a:pt x="822" y="1275"/>
                  <a:pt x="357" y="1275"/>
                </a:cubicBezTo>
                <a:cubicBezTo>
                  <a:pt x="0" y="1298"/>
                  <a:pt x="0" y="1822"/>
                  <a:pt x="357" y="1846"/>
                </a:cubicBezTo>
                <a:cubicBezTo>
                  <a:pt x="1072" y="1846"/>
                  <a:pt x="1465" y="1418"/>
                  <a:pt x="1750" y="1120"/>
                </a:cubicBezTo>
                <a:cubicBezTo>
                  <a:pt x="2036" y="810"/>
                  <a:pt x="2250" y="572"/>
                  <a:pt x="2727" y="572"/>
                </a:cubicBezTo>
                <a:cubicBezTo>
                  <a:pt x="3191" y="572"/>
                  <a:pt x="3393" y="787"/>
                  <a:pt x="3703" y="1120"/>
                </a:cubicBezTo>
                <a:cubicBezTo>
                  <a:pt x="4001" y="1441"/>
                  <a:pt x="4370" y="1846"/>
                  <a:pt x="5096" y="1846"/>
                </a:cubicBezTo>
                <a:cubicBezTo>
                  <a:pt x="5810" y="1846"/>
                  <a:pt x="6203" y="1418"/>
                  <a:pt x="6489" y="1120"/>
                </a:cubicBezTo>
                <a:cubicBezTo>
                  <a:pt x="6763" y="810"/>
                  <a:pt x="6989" y="572"/>
                  <a:pt x="7454" y="572"/>
                </a:cubicBezTo>
                <a:cubicBezTo>
                  <a:pt x="7930" y="572"/>
                  <a:pt x="8132" y="787"/>
                  <a:pt x="8430" y="1120"/>
                </a:cubicBezTo>
                <a:cubicBezTo>
                  <a:pt x="8727" y="1441"/>
                  <a:pt x="9108" y="1846"/>
                  <a:pt x="9823" y="1846"/>
                </a:cubicBezTo>
                <a:cubicBezTo>
                  <a:pt x="10537" y="1846"/>
                  <a:pt x="10930" y="1429"/>
                  <a:pt x="11216" y="1120"/>
                </a:cubicBezTo>
                <a:cubicBezTo>
                  <a:pt x="11502" y="810"/>
                  <a:pt x="11728" y="572"/>
                  <a:pt x="12192" y="572"/>
                </a:cubicBezTo>
                <a:cubicBezTo>
                  <a:pt x="12657" y="572"/>
                  <a:pt x="12859" y="787"/>
                  <a:pt x="13169" y="1120"/>
                </a:cubicBezTo>
                <a:cubicBezTo>
                  <a:pt x="13466" y="1441"/>
                  <a:pt x="13835" y="1846"/>
                  <a:pt x="14562" y="1846"/>
                </a:cubicBezTo>
                <a:cubicBezTo>
                  <a:pt x="15276" y="1846"/>
                  <a:pt x="15669" y="1429"/>
                  <a:pt x="15955" y="1120"/>
                </a:cubicBezTo>
                <a:cubicBezTo>
                  <a:pt x="16228" y="810"/>
                  <a:pt x="16455" y="572"/>
                  <a:pt x="16919" y="572"/>
                </a:cubicBezTo>
                <a:cubicBezTo>
                  <a:pt x="17395" y="572"/>
                  <a:pt x="17598" y="787"/>
                  <a:pt x="17895" y="1120"/>
                </a:cubicBezTo>
                <a:cubicBezTo>
                  <a:pt x="18193" y="1441"/>
                  <a:pt x="18574" y="1846"/>
                  <a:pt x="19288" y="1846"/>
                </a:cubicBezTo>
                <a:cubicBezTo>
                  <a:pt x="20003" y="1846"/>
                  <a:pt x="20396" y="1429"/>
                  <a:pt x="20681" y="1120"/>
                </a:cubicBezTo>
                <a:cubicBezTo>
                  <a:pt x="20967" y="810"/>
                  <a:pt x="21193" y="572"/>
                  <a:pt x="21658" y="572"/>
                </a:cubicBezTo>
                <a:cubicBezTo>
                  <a:pt x="22122" y="572"/>
                  <a:pt x="22336" y="787"/>
                  <a:pt x="22634" y="1120"/>
                </a:cubicBezTo>
                <a:cubicBezTo>
                  <a:pt x="22932" y="1441"/>
                  <a:pt x="23313" y="1846"/>
                  <a:pt x="24027" y="1846"/>
                </a:cubicBezTo>
                <a:cubicBezTo>
                  <a:pt x="24038" y="1847"/>
                  <a:pt x="24049" y="1848"/>
                  <a:pt x="24060" y="1848"/>
                </a:cubicBezTo>
                <a:cubicBezTo>
                  <a:pt x="24424" y="1848"/>
                  <a:pt x="24421" y="1274"/>
                  <a:pt x="24049" y="1274"/>
                </a:cubicBezTo>
                <a:cubicBezTo>
                  <a:pt x="24042" y="1274"/>
                  <a:pt x="24035" y="1274"/>
                  <a:pt x="24027" y="1275"/>
                </a:cubicBezTo>
                <a:cubicBezTo>
                  <a:pt x="23563" y="1275"/>
                  <a:pt x="23348" y="1048"/>
                  <a:pt x="23051" y="727"/>
                </a:cubicBezTo>
                <a:cubicBezTo>
                  <a:pt x="22753" y="406"/>
                  <a:pt x="22372" y="1"/>
                  <a:pt x="21658" y="1"/>
                </a:cubicBezTo>
                <a:cubicBezTo>
                  <a:pt x="20943" y="1"/>
                  <a:pt x="20550" y="417"/>
                  <a:pt x="20265" y="727"/>
                </a:cubicBezTo>
                <a:cubicBezTo>
                  <a:pt x="19979" y="1037"/>
                  <a:pt x="19765" y="1275"/>
                  <a:pt x="19288" y="1275"/>
                </a:cubicBezTo>
                <a:cubicBezTo>
                  <a:pt x="18824" y="1275"/>
                  <a:pt x="18622" y="1048"/>
                  <a:pt x="18312" y="727"/>
                </a:cubicBezTo>
                <a:cubicBezTo>
                  <a:pt x="18014" y="406"/>
                  <a:pt x="17645" y="1"/>
                  <a:pt x="16919" y="1"/>
                </a:cubicBezTo>
                <a:cubicBezTo>
                  <a:pt x="16205" y="1"/>
                  <a:pt x="15812" y="417"/>
                  <a:pt x="15538" y="727"/>
                </a:cubicBezTo>
                <a:cubicBezTo>
                  <a:pt x="15252" y="1037"/>
                  <a:pt x="15026" y="1275"/>
                  <a:pt x="14562" y="1275"/>
                </a:cubicBezTo>
                <a:cubicBezTo>
                  <a:pt x="14097" y="1275"/>
                  <a:pt x="13883" y="1048"/>
                  <a:pt x="13585" y="727"/>
                </a:cubicBezTo>
                <a:cubicBezTo>
                  <a:pt x="13288" y="406"/>
                  <a:pt x="12907" y="1"/>
                  <a:pt x="12192" y="1"/>
                </a:cubicBezTo>
                <a:cubicBezTo>
                  <a:pt x="11478" y="1"/>
                  <a:pt x="11085" y="417"/>
                  <a:pt x="10799" y="727"/>
                </a:cubicBezTo>
                <a:cubicBezTo>
                  <a:pt x="10513" y="1037"/>
                  <a:pt x="10287" y="1275"/>
                  <a:pt x="9823" y="1275"/>
                </a:cubicBezTo>
                <a:cubicBezTo>
                  <a:pt x="9359" y="1275"/>
                  <a:pt x="9156" y="1048"/>
                  <a:pt x="8847" y="727"/>
                </a:cubicBezTo>
                <a:cubicBezTo>
                  <a:pt x="8549" y="406"/>
                  <a:pt x="8168" y="1"/>
                  <a:pt x="7454" y="1"/>
                </a:cubicBezTo>
                <a:cubicBezTo>
                  <a:pt x="6739" y="1"/>
                  <a:pt x="6346" y="417"/>
                  <a:pt x="6060" y="727"/>
                </a:cubicBezTo>
                <a:cubicBezTo>
                  <a:pt x="5787" y="1037"/>
                  <a:pt x="5560" y="1275"/>
                  <a:pt x="5096" y="1275"/>
                </a:cubicBezTo>
                <a:cubicBezTo>
                  <a:pt x="4620" y="1275"/>
                  <a:pt x="4417" y="1048"/>
                  <a:pt x="4120" y="727"/>
                </a:cubicBezTo>
                <a:cubicBezTo>
                  <a:pt x="3810" y="406"/>
                  <a:pt x="3441" y="1"/>
                  <a:pt x="272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5"/>
          <p:cNvSpPr/>
          <p:nvPr/>
        </p:nvSpPr>
        <p:spPr>
          <a:xfrm flipH="1">
            <a:off x="2841443" y="4829533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5"/>
          <p:cNvSpPr/>
          <p:nvPr/>
        </p:nvSpPr>
        <p:spPr>
          <a:xfrm rot="-5400000" flipH="1">
            <a:off x="85711" y="2639993"/>
            <a:ext cx="783995" cy="63894"/>
          </a:xfrm>
          <a:custGeom>
            <a:avLst/>
            <a:gdLst/>
            <a:ahLst/>
            <a:cxnLst/>
            <a:rect l="l" t="t" r="r" b="b"/>
            <a:pathLst>
              <a:path w="20158" h="1525" extrusionOk="0">
                <a:moveTo>
                  <a:pt x="2251" y="0"/>
                </a:moveTo>
                <a:cubicBezTo>
                  <a:pt x="1656" y="0"/>
                  <a:pt x="1334" y="346"/>
                  <a:pt x="1096" y="596"/>
                </a:cubicBezTo>
                <a:cubicBezTo>
                  <a:pt x="858" y="858"/>
                  <a:pt x="679" y="1060"/>
                  <a:pt x="286" y="1060"/>
                </a:cubicBezTo>
                <a:cubicBezTo>
                  <a:pt x="1" y="1084"/>
                  <a:pt x="1" y="1501"/>
                  <a:pt x="286" y="1524"/>
                </a:cubicBezTo>
                <a:cubicBezTo>
                  <a:pt x="882" y="1524"/>
                  <a:pt x="1203" y="1179"/>
                  <a:pt x="1441" y="917"/>
                </a:cubicBezTo>
                <a:cubicBezTo>
                  <a:pt x="1679" y="667"/>
                  <a:pt x="1858" y="465"/>
                  <a:pt x="2251" y="465"/>
                </a:cubicBezTo>
                <a:cubicBezTo>
                  <a:pt x="2632" y="465"/>
                  <a:pt x="2811" y="655"/>
                  <a:pt x="3061" y="917"/>
                </a:cubicBezTo>
                <a:cubicBezTo>
                  <a:pt x="3311" y="1191"/>
                  <a:pt x="3620" y="1524"/>
                  <a:pt x="4204" y="1524"/>
                </a:cubicBezTo>
                <a:cubicBezTo>
                  <a:pt x="4799" y="1524"/>
                  <a:pt x="5120" y="1179"/>
                  <a:pt x="5359" y="917"/>
                </a:cubicBezTo>
                <a:cubicBezTo>
                  <a:pt x="5597" y="667"/>
                  <a:pt x="5775" y="465"/>
                  <a:pt x="6168" y="465"/>
                </a:cubicBezTo>
                <a:cubicBezTo>
                  <a:pt x="6549" y="465"/>
                  <a:pt x="6728" y="655"/>
                  <a:pt x="6966" y="917"/>
                </a:cubicBezTo>
                <a:cubicBezTo>
                  <a:pt x="7216" y="1191"/>
                  <a:pt x="7525" y="1524"/>
                  <a:pt x="8121" y="1524"/>
                </a:cubicBezTo>
                <a:cubicBezTo>
                  <a:pt x="8716" y="1524"/>
                  <a:pt x="9038" y="1179"/>
                  <a:pt x="9276" y="917"/>
                </a:cubicBezTo>
                <a:cubicBezTo>
                  <a:pt x="9514" y="667"/>
                  <a:pt x="9692" y="465"/>
                  <a:pt x="10085" y="465"/>
                </a:cubicBezTo>
                <a:cubicBezTo>
                  <a:pt x="10466" y="465"/>
                  <a:pt x="10633" y="655"/>
                  <a:pt x="10883" y="917"/>
                </a:cubicBezTo>
                <a:cubicBezTo>
                  <a:pt x="11133" y="1191"/>
                  <a:pt x="11443" y="1524"/>
                  <a:pt x="12038" y="1524"/>
                </a:cubicBezTo>
                <a:cubicBezTo>
                  <a:pt x="12633" y="1524"/>
                  <a:pt x="12955" y="1179"/>
                  <a:pt x="13193" y="917"/>
                </a:cubicBezTo>
                <a:cubicBezTo>
                  <a:pt x="13419" y="667"/>
                  <a:pt x="13610" y="465"/>
                  <a:pt x="13991" y="465"/>
                </a:cubicBezTo>
                <a:cubicBezTo>
                  <a:pt x="14383" y="465"/>
                  <a:pt x="14550" y="655"/>
                  <a:pt x="14800" y="917"/>
                </a:cubicBezTo>
                <a:cubicBezTo>
                  <a:pt x="15050" y="1191"/>
                  <a:pt x="15360" y="1524"/>
                  <a:pt x="15955" y="1524"/>
                </a:cubicBezTo>
                <a:cubicBezTo>
                  <a:pt x="16538" y="1524"/>
                  <a:pt x="16872" y="1179"/>
                  <a:pt x="17098" y="917"/>
                </a:cubicBezTo>
                <a:cubicBezTo>
                  <a:pt x="17336" y="667"/>
                  <a:pt x="17527" y="465"/>
                  <a:pt x="17908" y="465"/>
                </a:cubicBezTo>
                <a:cubicBezTo>
                  <a:pt x="18301" y="465"/>
                  <a:pt x="18467" y="655"/>
                  <a:pt x="18717" y="917"/>
                </a:cubicBezTo>
                <a:cubicBezTo>
                  <a:pt x="18967" y="1191"/>
                  <a:pt x="19277" y="1524"/>
                  <a:pt x="19872" y="1524"/>
                </a:cubicBezTo>
                <a:cubicBezTo>
                  <a:pt x="20158" y="1501"/>
                  <a:pt x="20158" y="1084"/>
                  <a:pt x="19872" y="1060"/>
                </a:cubicBezTo>
                <a:cubicBezTo>
                  <a:pt x="19479" y="1060"/>
                  <a:pt x="19313" y="870"/>
                  <a:pt x="19063" y="596"/>
                </a:cubicBezTo>
                <a:cubicBezTo>
                  <a:pt x="18813" y="334"/>
                  <a:pt x="18503" y="0"/>
                  <a:pt x="17908" y="0"/>
                </a:cubicBezTo>
                <a:cubicBezTo>
                  <a:pt x="17312" y="0"/>
                  <a:pt x="16991" y="346"/>
                  <a:pt x="16753" y="596"/>
                </a:cubicBezTo>
                <a:cubicBezTo>
                  <a:pt x="16527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596"/>
                </a:cubicBezTo>
                <a:cubicBezTo>
                  <a:pt x="14895" y="334"/>
                  <a:pt x="14586" y="0"/>
                  <a:pt x="13991" y="0"/>
                </a:cubicBezTo>
                <a:cubicBezTo>
                  <a:pt x="13407" y="0"/>
                  <a:pt x="13074" y="346"/>
                  <a:pt x="12848" y="596"/>
                </a:cubicBezTo>
                <a:cubicBezTo>
                  <a:pt x="12609" y="858"/>
                  <a:pt x="12419" y="1060"/>
                  <a:pt x="12038" y="1060"/>
                </a:cubicBezTo>
                <a:cubicBezTo>
                  <a:pt x="11645" y="1060"/>
                  <a:pt x="11478" y="870"/>
                  <a:pt x="11228" y="596"/>
                </a:cubicBezTo>
                <a:cubicBezTo>
                  <a:pt x="10978" y="334"/>
                  <a:pt x="10669" y="0"/>
                  <a:pt x="10085" y="0"/>
                </a:cubicBezTo>
                <a:cubicBezTo>
                  <a:pt x="9490" y="0"/>
                  <a:pt x="9157" y="346"/>
                  <a:pt x="8930" y="596"/>
                </a:cubicBezTo>
                <a:cubicBezTo>
                  <a:pt x="8692" y="858"/>
                  <a:pt x="8514" y="1060"/>
                  <a:pt x="8121" y="1060"/>
                </a:cubicBezTo>
                <a:cubicBezTo>
                  <a:pt x="7740" y="1060"/>
                  <a:pt x="7561" y="870"/>
                  <a:pt x="7311" y="596"/>
                </a:cubicBezTo>
                <a:cubicBezTo>
                  <a:pt x="7073" y="334"/>
                  <a:pt x="6752" y="0"/>
                  <a:pt x="6168" y="0"/>
                </a:cubicBezTo>
                <a:cubicBezTo>
                  <a:pt x="5573" y="0"/>
                  <a:pt x="5251" y="346"/>
                  <a:pt x="5013" y="596"/>
                </a:cubicBezTo>
                <a:cubicBezTo>
                  <a:pt x="4775" y="858"/>
                  <a:pt x="4597" y="1060"/>
                  <a:pt x="4204" y="1060"/>
                </a:cubicBezTo>
                <a:cubicBezTo>
                  <a:pt x="3823" y="1060"/>
                  <a:pt x="3644" y="870"/>
                  <a:pt x="3406" y="596"/>
                </a:cubicBezTo>
                <a:cubicBezTo>
                  <a:pt x="3156" y="334"/>
                  <a:pt x="2846" y="0"/>
                  <a:pt x="22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5"/>
          <p:cNvSpPr/>
          <p:nvPr/>
        </p:nvSpPr>
        <p:spPr>
          <a:xfrm rot="-1537472" flipH="1">
            <a:off x="3834246" y="2291281"/>
            <a:ext cx="82919" cy="134242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5"/>
          <p:cNvSpPr/>
          <p:nvPr/>
        </p:nvSpPr>
        <p:spPr>
          <a:xfrm flipH="1">
            <a:off x="6828168" y="1031945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2" name="Google Shape;362;p15"/>
          <p:cNvGrpSpPr/>
          <p:nvPr/>
        </p:nvGrpSpPr>
        <p:grpSpPr>
          <a:xfrm rot="-1307765" flipH="1">
            <a:off x="2735925" y="671152"/>
            <a:ext cx="142656" cy="149447"/>
            <a:chOff x="1160468" y="31374"/>
            <a:chExt cx="142658" cy="149448"/>
          </a:xfrm>
        </p:grpSpPr>
        <p:sp>
          <p:nvSpPr>
            <p:cNvPr id="363" name="Google Shape;363;p15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5" name="Google Shape;365;p15"/>
          <p:cNvSpPr/>
          <p:nvPr/>
        </p:nvSpPr>
        <p:spPr>
          <a:xfrm rot="-5400000" flipH="1">
            <a:off x="587594" y="114432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6" name="Google Shape;366;p15"/>
          <p:cNvGrpSpPr/>
          <p:nvPr/>
        </p:nvGrpSpPr>
        <p:grpSpPr>
          <a:xfrm rot="-1575454">
            <a:off x="5599072" y="1933317"/>
            <a:ext cx="142655" cy="149446"/>
            <a:chOff x="1160468" y="31374"/>
            <a:chExt cx="142658" cy="149448"/>
          </a:xfrm>
        </p:grpSpPr>
        <p:sp>
          <p:nvSpPr>
            <p:cNvPr id="367" name="Google Shape;367;p15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9" name="Google Shape;369;p15"/>
          <p:cNvSpPr/>
          <p:nvPr/>
        </p:nvSpPr>
        <p:spPr>
          <a:xfrm>
            <a:off x="6035138" y="3199924"/>
            <a:ext cx="2388900" cy="1399800"/>
          </a:xfrm>
          <a:prstGeom prst="roundRect">
            <a:avLst>
              <a:gd name="adj" fmla="val 2347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3374963" y="3199924"/>
            <a:ext cx="2388900" cy="1399800"/>
          </a:xfrm>
          <a:prstGeom prst="roundRect">
            <a:avLst>
              <a:gd name="adj" fmla="val 2347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732675" y="3199924"/>
            <a:ext cx="2388900" cy="1399800"/>
          </a:xfrm>
          <a:prstGeom prst="roundRect">
            <a:avLst>
              <a:gd name="adj" fmla="val 2347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6035100" y="1570300"/>
            <a:ext cx="2388900" cy="1399800"/>
          </a:xfrm>
          <a:prstGeom prst="roundRect">
            <a:avLst>
              <a:gd name="adj" fmla="val 2347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3374975" y="1570324"/>
            <a:ext cx="2388900" cy="1399800"/>
          </a:xfrm>
          <a:prstGeom prst="roundRect">
            <a:avLst>
              <a:gd name="adj" fmla="val 2347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732675" y="1570325"/>
            <a:ext cx="2388900" cy="1417500"/>
          </a:xfrm>
          <a:prstGeom prst="roundRect">
            <a:avLst>
              <a:gd name="adj" fmla="val 2347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5"/>
          <p:cNvSpPr txBox="1">
            <a:spLocks noGrp="1"/>
          </p:cNvSpPr>
          <p:nvPr>
            <p:ph type="title"/>
          </p:nvPr>
        </p:nvSpPr>
        <p:spPr>
          <a:xfrm>
            <a:off x="2440375" y="649224"/>
            <a:ext cx="42633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15"/>
          <p:cNvSpPr txBox="1">
            <a:spLocks noGrp="1"/>
          </p:cNvSpPr>
          <p:nvPr>
            <p:ph type="subTitle" idx="1"/>
          </p:nvPr>
        </p:nvSpPr>
        <p:spPr>
          <a:xfrm>
            <a:off x="875625" y="1874975"/>
            <a:ext cx="2103000" cy="29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Spartan"/>
              <a:buNone/>
              <a:defRPr sz="1800" b="1">
                <a:latin typeface="Spartan"/>
                <a:ea typeface="Spartan"/>
                <a:cs typeface="Spartan"/>
                <a:sym typeface="Spart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15"/>
          <p:cNvSpPr txBox="1">
            <a:spLocks noGrp="1"/>
          </p:cNvSpPr>
          <p:nvPr>
            <p:ph type="subTitle" idx="2"/>
          </p:nvPr>
        </p:nvSpPr>
        <p:spPr>
          <a:xfrm>
            <a:off x="875550" y="2201911"/>
            <a:ext cx="2103000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15"/>
          <p:cNvSpPr txBox="1">
            <a:spLocks noGrp="1"/>
          </p:cNvSpPr>
          <p:nvPr>
            <p:ph type="subTitle" idx="3"/>
          </p:nvPr>
        </p:nvSpPr>
        <p:spPr>
          <a:xfrm>
            <a:off x="3520500" y="1874975"/>
            <a:ext cx="2103000" cy="29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Spartan"/>
              <a:buNone/>
              <a:defRPr sz="1800" b="1">
                <a:latin typeface="Spartan"/>
                <a:ea typeface="Spartan"/>
                <a:cs typeface="Spartan"/>
                <a:sym typeface="Sparta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15"/>
          <p:cNvSpPr txBox="1">
            <a:spLocks noGrp="1"/>
          </p:cNvSpPr>
          <p:nvPr>
            <p:ph type="subTitle" idx="4"/>
          </p:nvPr>
        </p:nvSpPr>
        <p:spPr>
          <a:xfrm>
            <a:off x="3526825" y="2201911"/>
            <a:ext cx="2103000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15"/>
          <p:cNvSpPr txBox="1">
            <a:spLocks noGrp="1"/>
          </p:cNvSpPr>
          <p:nvPr>
            <p:ph type="subTitle" idx="5"/>
          </p:nvPr>
        </p:nvSpPr>
        <p:spPr>
          <a:xfrm>
            <a:off x="6178100" y="1874975"/>
            <a:ext cx="2103000" cy="29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Spartan"/>
              <a:buNone/>
              <a:defRPr sz="1800" b="1">
                <a:latin typeface="Spartan"/>
                <a:ea typeface="Spartan"/>
                <a:cs typeface="Spartan"/>
                <a:sym typeface="Sparta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15"/>
          <p:cNvSpPr txBox="1">
            <a:spLocks noGrp="1"/>
          </p:cNvSpPr>
          <p:nvPr>
            <p:ph type="subTitle" idx="6"/>
          </p:nvPr>
        </p:nvSpPr>
        <p:spPr>
          <a:xfrm>
            <a:off x="6178100" y="2201911"/>
            <a:ext cx="2103000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15"/>
          <p:cNvSpPr txBox="1">
            <a:spLocks noGrp="1"/>
          </p:cNvSpPr>
          <p:nvPr>
            <p:ph type="subTitle" idx="7"/>
          </p:nvPr>
        </p:nvSpPr>
        <p:spPr>
          <a:xfrm>
            <a:off x="875625" y="3506650"/>
            <a:ext cx="2103000" cy="29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Spartan"/>
              <a:buNone/>
              <a:defRPr sz="1800" b="1">
                <a:latin typeface="Spartan"/>
                <a:ea typeface="Spartan"/>
                <a:cs typeface="Spartan"/>
                <a:sym typeface="Sparta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15"/>
          <p:cNvSpPr txBox="1">
            <a:spLocks noGrp="1"/>
          </p:cNvSpPr>
          <p:nvPr>
            <p:ph type="subTitle" idx="8"/>
          </p:nvPr>
        </p:nvSpPr>
        <p:spPr>
          <a:xfrm>
            <a:off x="875625" y="3827725"/>
            <a:ext cx="2103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15"/>
          <p:cNvSpPr txBox="1">
            <a:spLocks noGrp="1"/>
          </p:cNvSpPr>
          <p:nvPr>
            <p:ph type="subTitle" idx="9"/>
          </p:nvPr>
        </p:nvSpPr>
        <p:spPr>
          <a:xfrm>
            <a:off x="3526863" y="3506650"/>
            <a:ext cx="2103000" cy="29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Spartan"/>
              <a:buNone/>
              <a:defRPr sz="1800" b="1">
                <a:latin typeface="Spartan"/>
                <a:ea typeface="Spartan"/>
                <a:cs typeface="Spartan"/>
                <a:sym typeface="Sparta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15"/>
          <p:cNvSpPr txBox="1">
            <a:spLocks noGrp="1"/>
          </p:cNvSpPr>
          <p:nvPr>
            <p:ph type="subTitle" idx="13"/>
          </p:nvPr>
        </p:nvSpPr>
        <p:spPr>
          <a:xfrm>
            <a:off x="3526863" y="3827725"/>
            <a:ext cx="2103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5"/>
          <p:cNvSpPr txBox="1">
            <a:spLocks noGrp="1"/>
          </p:cNvSpPr>
          <p:nvPr>
            <p:ph type="subTitle" idx="14"/>
          </p:nvPr>
        </p:nvSpPr>
        <p:spPr>
          <a:xfrm>
            <a:off x="6178100" y="3506650"/>
            <a:ext cx="2103000" cy="29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Spartan"/>
              <a:buNone/>
              <a:defRPr sz="1800" b="1">
                <a:latin typeface="Spartan"/>
                <a:ea typeface="Spartan"/>
                <a:cs typeface="Spartan"/>
                <a:sym typeface="Sparta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5"/>
          <p:cNvSpPr txBox="1">
            <a:spLocks noGrp="1"/>
          </p:cNvSpPr>
          <p:nvPr>
            <p:ph type="subTitle" idx="15"/>
          </p:nvPr>
        </p:nvSpPr>
        <p:spPr>
          <a:xfrm>
            <a:off x="6178100" y="3827725"/>
            <a:ext cx="2103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15"/>
          <p:cNvSpPr/>
          <p:nvPr/>
        </p:nvSpPr>
        <p:spPr>
          <a:xfrm flipH="1">
            <a:off x="8670149" y="2688614"/>
            <a:ext cx="88947" cy="1346544"/>
          </a:xfrm>
          <a:custGeom>
            <a:avLst/>
            <a:gdLst/>
            <a:ahLst/>
            <a:cxnLst/>
            <a:rect l="l" t="t" r="r" b="b"/>
            <a:pathLst>
              <a:path w="2287" h="32139" extrusionOk="0">
                <a:moveTo>
                  <a:pt x="1989" y="1"/>
                </a:moveTo>
                <a:cubicBezTo>
                  <a:pt x="1840" y="1"/>
                  <a:pt x="1691" y="105"/>
                  <a:pt x="1703" y="314"/>
                </a:cubicBezTo>
                <a:cubicBezTo>
                  <a:pt x="1703" y="980"/>
                  <a:pt x="1358" y="1302"/>
                  <a:pt x="941" y="1683"/>
                </a:cubicBezTo>
                <a:cubicBezTo>
                  <a:pt x="501" y="2088"/>
                  <a:pt x="1" y="2552"/>
                  <a:pt x="1" y="3469"/>
                </a:cubicBezTo>
                <a:cubicBezTo>
                  <a:pt x="1" y="4374"/>
                  <a:pt x="501" y="4838"/>
                  <a:pt x="941" y="5255"/>
                </a:cubicBezTo>
                <a:cubicBezTo>
                  <a:pt x="1358" y="5624"/>
                  <a:pt x="1703" y="5957"/>
                  <a:pt x="1703" y="6624"/>
                </a:cubicBezTo>
                <a:cubicBezTo>
                  <a:pt x="1703" y="7279"/>
                  <a:pt x="1358" y="7612"/>
                  <a:pt x="941" y="7993"/>
                </a:cubicBezTo>
                <a:cubicBezTo>
                  <a:pt x="501" y="8398"/>
                  <a:pt x="1" y="8862"/>
                  <a:pt x="1" y="9779"/>
                </a:cubicBezTo>
                <a:cubicBezTo>
                  <a:pt x="1" y="10684"/>
                  <a:pt x="501" y="11148"/>
                  <a:pt x="941" y="11565"/>
                </a:cubicBezTo>
                <a:cubicBezTo>
                  <a:pt x="1358" y="11934"/>
                  <a:pt x="1703" y="12267"/>
                  <a:pt x="1703" y="12922"/>
                </a:cubicBezTo>
                <a:cubicBezTo>
                  <a:pt x="1703" y="13589"/>
                  <a:pt x="1358" y="13922"/>
                  <a:pt x="941" y="14291"/>
                </a:cubicBezTo>
                <a:cubicBezTo>
                  <a:pt x="501" y="14708"/>
                  <a:pt x="1" y="15172"/>
                  <a:pt x="1" y="16077"/>
                </a:cubicBezTo>
                <a:cubicBezTo>
                  <a:pt x="1" y="16994"/>
                  <a:pt x="501" y="17458"/>
                  <a:pt x="941" y="17863"/>
                </a:cubicBezTo>
                <a:cubicBezTo>
                  <a:pt x="1358" y="18244"/>
                  <a:pt x="1703" y="18566"/>
                  <a:pt x="1703" y="19233"/>
                </a:cubicBezTo>
                <a:cubicBezTo>
                  <a:pt x="1703" y="19899"/>
                  <a:pt x="1358" y="20221"/>
                  <a:pt x="941" y="20602"/>
                </a:cubicBezTo>
                <a:cubicBezTo>
                  <a:pt x="501" y="21018"/>
                  <a:pt x="1" y="21483"/>
                  <a:pt x="1" y="22388"/>
                </a:cubicBezTo>
                <a:cubicBezTo>
                  <a:pt x="1" y="23304"/>
                  <a:pt x="501" y="23769"/>
                  <a:pt x="941" y="24174"/>
                </a:cubicBezTo>
                <a:cubicBezTo>
                  <a:pt x="1358" y="24555"/>
                  <a:pt x="1703" y="24888"/>
                  <a:pt x="1703" y="25543"/>
                </a:cubicBezTo>
                <a:cubicBezTo>
                  <a:pt x="1703" y="26210"/>
                  <a:pt x="1358" y="26531"/>
                  <a:pt x="941" y="26912"/>
                </a:cubicBezTo>
                <a:cubicBezTo>
                  <a:pt x="501" y="27317"/>
                  <a:pt x="1" y="27793"/>
                  <a:pt x="1" y="28698"/>
                </a:cubicBezTo>
                <a:cubicBezTo>
                  <a:pt x="1" y="29615"/>
                  <a:pt x="501" y="30079"/>
                  <a:pt x="941" y="30484"/>
                </a:cubicBezTo>
                <a:cubicBezTo>
                  <a:pt x="1358" y="30865"/>
                  <a:pt x="1703" y="31198"/>
                  <a:pt x="1703" y="31853"/>
                </a:cubicBezTo>
                <a:cubicBezTo>
                  <a:pt x="1703" y="32020"/>
                  <a:pt x="1834" y="32139"/>
                  <a:pt x="1989" y="32139"/>
                </a:cubicBezTo>
                <a:cubicBezTo>
                  <a:pt x="2144" y="32139"/>
                  <a:pt x="2275" y="32020"/>
                  <a:pt x="2275" y="31865"/>
                </a:cubicBezTo>
                <a:cubicBezTo>
                  <a:pt x="2275" y="30948"/>
                  <a:pt x="1775" y="30484"/>
                  <a:pt x="1334" y="30079"/>
                </a:cubicBezTo>
                <a:cubicBezTo>
                  <a:pt x="918" y="29698"/>
                  <a:pt x="572" y="29365"/>
                  <a:pt x="572" y="28710"/>
                </a:cubicBezTo>
                <a:cubicBezTo>
                  <a:pt x="572" y="28043"/>
                  <a:pt x="918" y="27710"/>
                  <a:pt x="1334" y="27341"/>
                </a:cubicBezTo>
                <a:cubicBezTo>
                  <a:pt x="1775" y="26924"/>
                  <a:pt x="2275" y="26460"/>
                  <a:pt x="2275" y="25555"/>
                </a:cubicBezTo>
                <a:cubicBezTo>
                  <a:pt x="2275" y="24638"/>
                  <a:pt x="1775" y="24174"/>
                  <a:pt x="1334" y="23769"/>
                </a:cubicBezTo>
                <a:cubicBezTo>
                  <a:pt x="918" y="23388"/>
                  <a:pt x="572" y="23054"/>
                  <a:pt x="572" y="22388"/>
                </a:cubicBezTo>
                <a:cubicBezTo>
                  <a:pt x="572" y="21733"/>
                  <a:pt x="918" y="21399"/>
                  <a:pt x="1334" y="21030"/>
                </a:cubicBezTo>
                <a:cubicBezTo>
                  <a:pt x="1775" y="20614"/>
                  <a:pt x="2275" y="20149"/>
                  <a:pt x="2275" y="19244"/>
                </a:cubicBezTo>
                <a:cubicBezTo>
                  <a:pt x="2275" y="18328"/>
                  <a:pt x="1775" y="17863"/>
                  <a:pt x="1334" y="17458"/>
                </a:cubicBezTo>
                <a:cubicBezTo>
                  <a:pt x="918" y="17077"/>
                  <a:pt x="572" y="16744"/>
                  <a:pt x="572" y="16089"/>
                </a:cubicBezTo>
                <a:cubicBezTo>
                  <a:pt x="572" y="15423"/>
                  <a:pt x="918" y="15089"/>
                  <a:pt x="1334" y="14720"/>
                </a:cubicBezTo>
                <a:cubicBezTo>
                  <a:pt x="1775" y="14303"/>
                  <a:pt x="2275" y="13839"/>
                  <a:pt x="2275" y="12934"/>
                </a:cubicBezTo>
                <a:cubicBezTo>
                  <a:pt x="2275" y="12017"/>
                  <a:pt x="1775" y="11553"/>
                  <a:pt x="1334" y="11148"/>
                </a:cubicBezTo>
                <a:cubicBezTo>
                  <a:pt x="918" y="10767"/>
                  <a:pt x="572" y="10446"/>
                  <a:pt x="572" y="9779"/>
                </a:cubicBezTo>
                <a:cubicBezTo>
                  <a:pt x="572" y="9112"/>
                  <a:pt x="918" y="8791"/>
                  <a:pt x="1334" y="8410"/>
                </a:cubicBezTo>
                <a:cubicBezTo>
                  <a:pt x="1775" y="8005"/>
                  <a:pt x="2275" y="7529"/>
                  <a:pt x="2275" y="6624"/>
                </a:cubicBezTo>
                <a:cubicBezTo>
                  <a:pt x="2275" y="5707"/>
                  <a:pt x="1775" y="5243"/>
                  <a:pt x="1334" y="4838"/>
                </a:cubicBezTo>
                <a:cubicBezTo>
                  <a:pt x="918" y="4457"/>
                  <a:pt x="572" y="4135"/>
                  <a:pt x="572" y="3469"/>
                </a:cubicBezTo>
                <a:cubicBezTo>
                  <a:pt x="572" y="2802"/>
                  <a:pt x="918" y="2480"/>
                  <a:pt x="1334" y="2099"/>
                </a:cubicBezTo>
                <a:cubicBezTo>
                  <a:pt x="1775" y="1683"/>
                  <a:pt x="2275" y="1230"/>
                  <a:pt x="2275" y="314"/>
                </a:cubicBezTo>
                <a:cubicBezTo>
                  <a:pt x="2287" y="105"/>
                  <a:pt x="2138" y="1"/>
                  <a:pt x="19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9" name="Google Shape;389;p15"/>
          <p:cNvGrpSpPr/>
          <p:nvPr/>
        </p:nvGrpSpPr>
        <p:grpSpPr>
          <a:xfrm rot="-1307765" flipH="1">
            <a:off x="3118587" y="3033377"/>
            <a:ext cx="142656" cy="149447"/>
            <a:chOff x="1160468" y="31374"/>
            <a:chExt cx="142658" cy="149448"/>
          </a:xfrm>
        </p:grpSpPr>
        <p:sp>
          <p:nvSpPr>
            <p:cNvPr id="390" name="Google Shape;390;p15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CUSTOM_12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6"/>
          <p:cNvSpPr/>
          <p:nvPr/>
        </p:nvSpPr>
        <p:spPr>
          <a:xfrm>
            <a:off x="717925" y="699850"/>
            <a:ext cx="7706100" cy="3888600"/>
          </a:xfrm>
          <a:prstGeom prst="roundRect">
            <a:avLst>
              <a:gd name="adj" fmla="val 2347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6"/>
          <p:cNvSpPr txBox="1">
            <a:spLocks noGrp="1"/>
          </p:cNvSpPr>
          <p:nvPr>
            <p:ph type="title"/>
          </p:nvPr>
        </p:nvSpPr>
        <p:spPr>
          <a:xfrm>
            <a:off x="2014200" y="649224"/>
            <a:ext cx="51138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16"/>
          <p:cNvSpPr/>
          <p:nvPr/>
        </p:nvSpPr>
        <p:spPr>
          <a:xfrm rot="10800000">
            <a:off x="8568249" y="1673407"/>
            <a:ext cx="88947" cy="1346544"/>
          </a:xfrm>
          <a:custGeom>
            <a:avLst/>
            <a:gdLst/>
            <a:ahLst/>
            <a:cxnLst/>
            <a:rect l="l" t="t" r="r" b="b"/>
            <a:pathLst>
              <a:path w="2287" h="32139" extrusionOk="0">
                <a:moveTo>
                  <a:pt x="1989" y="1"/>
                </a:moveTo>
                <a:cubicBezTo>
                  <a:pt x="1840" y="1"/>
                  <a:pt x="1691" y="105"/>
                  <a:pt x="1703" y="314"/>
                </a:cubicBezTo>
                <a:cubicBezTo>
                  <a:pt x="1703" y="980"/>
                  <a:pt x="1358" y="1302"/>
                  <a:pt x="941" y="1683"/>
                </a:cubicBezTo>
                <a:cubicBezTo>
                  <a:pt x="501" y="2088"/>
                  <a:pt x="1" y="2552"/>
                  <a:pt x="1" y="3469"/>
                </a:cubicBezTo>
                <a:cubicBezTo>
                  <a:pt x="1" y="4374"/>
                  <a:pt x="501" y="4838"/>
                  <a:pt x="941" y="5255"/>
                </a:cubicBezTo>
                <a:cubicBezTo>
                  <a:pt x="1358" y="5624"/>
                  <a:pt x="1703" y="5957"/>
                  <a:pt x="1703" y="6624"/>
                </a:cubicBezTo>
                <a:cubicBezTo>
                  <a:pt x="1703" y="7279"/>
                  <a:pt x="1358" y="7612"/>
                  <a:pt x="941" y="7993"/>
                </a:cubicBezTo>
                <a:cubicBezTo>
                  <a:pt x="501" y="8398"/>
                  <a:pt x="1" y="8862"/>
                  <a:pt x="1" y="9779"/>
                </a:cubicBezTo>
                <a:cubicBezTo>
                  <a:pt x="1" y="10684"/>
                  <a:pt x="501" y="11148"/>
                  <a:pt x="941" y="11565"/>
                </a:cubicBezTo>
                <a:cubicBezTo>
                  <a:pt x="1358" y="11934"/>
                  <a:pt x="1703" y="12267"/>
                  <a:pt x="1703" y="12922"/>
                </a:cubicBezTo>
                <a:cubicBezTo>
                  <a:pt x="1703" y="13589"/>
                  <a:pt x="1358" y="13922"/>
                  <a:pt x="941" y="14291"/>
                </a:cubicBezTo>
                <a:cubicBezTo>
                  <a:pt x="501" y="14708"/>
                  <a:pt x="1" y="15172"/>
                  <a:pt x="1" y="16077"/>
                </a:cubicBezTo>
                <a:cubicBezTo>
                  <a:pt x="1" y="16994"/>
                  <a:pt x="501" y="17458"/>
                  <a:pt x="941" y="17863"/>
                </a:cubicBezTo>
                <a:cubicBezTo>
                  <a:pt x="1358" y="18244"/>
                  <a:pt x="1703" y="18566"/>
                  <a:pt x="1703" y="19233"/>
                </a:cubicBezTo>
                <a:cubicBezTo>
                  <a:pt x="1703" y="19899"/>
                  <a:pt x="1358" y="20221"/>
                  <a:pt x="941" y="20602"/>
                </a:cubicBezTo>
                <a:cubicBezTo>
                  <a:pt x="501" y="21018"/>
                  <a:pt x="1" y="21483"/>
                  <a:pt x="1" y="22388"/>
                </a:cubicBezTo>
                <a:cubicBezTo>
                  <a:pt x="1" y="23304"/>
                  <a:pt x="501" y="23769"/>
                  <a:pt x="941" y="24174"/>
                </a:cubicBezTo>
                <a:cubicBezTo>
                  <a:pt x="1358" y="24555"/>
                  <a:pt x="1703" y="24888"/>
                  <a:pt x="1703" y="25543"/>
                </a:cubicBezTo>
                <a:cubicBezTo>
                  <a:pt x="1703" y="26210"/>
                  <a:pt x="1358" y="26531"/>
                  <a:pt x="941" y="26912"/>
                </a:cubicBezTo>
                <a:cubicBezTo>
                  <a:pt x="501" y="27317"/>
                  <a:pt x="1" y="27793"/>
                  <a:pt x="1" y="28698"/>
                </a:cubicBezTo>
                <a:cubicBezTo>
                  <a:pt x="1" y="29615"/>
                  <a:pt x="501" y="30079"/>
                  <a:pt x="941" y="30484"/>
                </a:cubicBezTo>
                <a:cubicBezTo>
                  <a:pt x="1358" y="30865"/>
                  <a:pt x="1703" y="31198"/>
                  <a:pt x="1703" y="31853"/>
                </a:cubicBezTo>
                <a:cubicBezTo>
                  <a:pt x="1703" y="32020"/>
                  <a:pt x="1834" y="32139"/>
                  <a:pt x="1989" y="32139"/>
                </a:cubicBezTo>
                <a:cubicBezTo>
                  <a:pt x="2144" y="32139"/>
                  <a:pt x="2275" y="32020"/>
                  <a:pt x="2275" y="31865"/>
                </a:cubicBezTo>
                <a:cubicBezTo>
                  <a:pt x="2275" y="30948"/>
                  <a:pt x="1775" y="30484"/>
                  <a:pt x="1334" y="30079"/>
                </a:cubicBezTo>
                <a:cubicBezTo>
                  <a:pt x="918" y="29698"/>
                  <a:pt x="572" y="29365"/>
                  <a:pt x="572" y="28710"/>
                </a:cubicBezTo>
                <a:cubicBezTo>
                  <a:pt x="572" y="28043"/>
                  <a:pt x="918" y="27710"/>
                  <a:pt x="1334" y="27341"/>
                </a:cubicBezTo>
                <a:cubicBezTo>
                  <a:pt x="1775" y="26924"/>
                  <a:pt x="2275" y="26460"/>
                  <a:pt x="2275" y="25555"/>
                </a:cubicBezTo>
                <a:cubicBezTo>
                  <a:pt x="2275" y="24638"/>
                  <a:pt x="1775" y="24174"/>
                  <a:pt x="1334" y="23769"/>
                </a:cubicBezTo>
                <a:cubicBezTo>
                  <a:pt x="918" y="23388"/>
                  <a:pt x="572" y="23054"/>
                  <a:pt x="572" y="22388"/>
                </a:cubicBezTo>
                <a:cubicBezTo>
                  <a:pt x="572" y="21733"/>
                  <a:pt x="918" y="21399"/>
                  <a:pt x="1334" y="21030"/>
                </a:cubicBezTo>
                <a:cubicBezTo>
                  <a:pt x="1775" y="20614"/>
                  <a:pt x="2275" y="20149"/>
                  <a:pt x="2275" y="19244"/>
                </a:cubicBezTo>
                <a:cubicBezTo>
                  <a:pt x="2275" y="18328"/>
                  <a:pt x="1775" y="17863"/>
                  <a:pt x="1334" y="17458"/>
                </a:cubicBezTo>
                <a:cubicBezTo>
                  <a:pt x="918" y="17077"/>
                  <a:pt x="572" y="16744"/>
                  <a:pt x="572" y="16089"/>
                </a:cubicBezTo>
                <a:cubicBezTo>
                  <a:pt x="572" y="15423"/>
                  <a:pt x="918" y="15089"/>
                  <a:pt x="1334" y="14720"/>
                </a:cubicBezTo>
                <a:cubicBezTo>
                  <a:pt x="1775" y="14303"/>
                  <a:pt x="2275" y="13839"/>
                  <a:pt x="2275" y="12934"/>
                </a:cubicBezTo>
                <a:cubicBezTo>
                  <a:pt x="2275" y="12017"/>
                  <a:pt x="1775" y="11553"/>
                  <a:pt x="1334" y="11148"/>
                </a:cubicBezTo>
                <a:cubicBezTo>
                  <a:pt x="918" y="10767"/>
                  <a:pt x="572" y="10446"/>
                  <a:pt x="572" y="9779"/>
                </a:cubicBezTo>
                <a:cubicBezTo>
                  <a:pt x="572" y="9112"/>
                  <a:pt x="918" y="8791"/>
                  <a:pt x="1334" y="8410"/>
                </a:cubicBezTo>
                <a:cubicBezTo>
                  <a:pt x="1775" y="8005"/>
                  <a:pt x="2275" y="7529"/>
                  <a:pt x="2275" y="6624"/>
                </a:cubicBezTo>
                <a:cubicBezTo>
                  <a:pt x="2275" y="5707"/>
                  <a:pt x="1775" y="5243"/>
                  <a:pt x="1334" y="4838"/>
                </a:cubicBezTo>
                <a:cubicBezTo>
                  <a:pt x="918" y="4457"/>
                  <a:pt x="572" y="4135"/>
                  <a:pt x="572" y="3469"/>
                </a:cubicBezTo>
                <a:cubicBezTo>
                  <a:pt x="572" y="2802"/>
                  <a:pt x="918" y="2480"/>
                  <a:pt x="1334" y="2099"/>
                </a:cubicBezTo>
                <a:cubicBezTo>
                  <a:pt x="1775" y="1683"/>
                  <a:pt x="2275" y="1230"/>
                  <a:pt x="2275" y="314"/>
                </a:cubicBezTo>
                <a:cubicBezTo>
                  <a:pt x="2287" y="105"/>
                  <a:pt x="2138" y="1"/>
                  <a:pt x="19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6"/>
          <p:cNvSpPr/>
          <p:nvPr/>
        </p:nvSpPr>
        <p:spPr>
          <a:xfrm rot="10800000">
            <a:off x="7078025" y="201042"/>
            <a:ext cx="520537" cy="219543"/>
          </a:xfrm>
          <a:custGeom>
            <a:avLst/>
            <a:gdLst/>
            <a:ahLst/>
            <a:cxnLst/>
            <a:rect l="l" t="t" r="r" b="b"/>
            <a:pathLst>
              <a:path w="13384" h="5240" extrusionOk="0">
                <a:moveTo>
                  <a:pt x="10871" y="560"/>
                </a:moveTo>
                <a:cubicBezTo>
                  <a:pt x="11955" y="560"/>
                  <a:pt x="12836" y="1489"/>
                  <a:pt x="12836" y="2620"/>
                </a:cubicBezTo>
                <a:cubicBezTo>
                  <a:pt x="12836" y="3751"/>
                  <a:pt x="11955" y="4668"/>
                  <a:pt x="10871" y="4668"/>
                </a:cubicBezTo>
                <a:lnTo>
                  <a:pt x="2525" y="4668"/>
                </a:lnTo>
                <a:cubicBezTo>
                  <a:pt x="1430" y="4668"/>
                  <a:pt x="548" y="3751"/>
                  <a:pt x="548" y="2620"/>
                </a:cubicBezTo>
                <a:cubicBezTo>
                  <a:pt x="548" y="1489"/>
                  <a:pt x="1430" y="560"/>
                  <a:pt x="2525" y="560"/>
                </a:cubicBezTo>
                <a:close/>
                <a:moveTo>
                  <a:pt x="2525" y="1"/>
                </a:moveTo>
                <a:cubicBezTo>
                  <a:pt x="1132" y="1"/>
                  <a:pt x="1" y="1179"/>
                  <a:pt x="1" y="2620"/>
                </a:cubicBezTo>
                <a:cubicBezTo>
                  <a:pt x="1" y="4061"/>
                  <a:pt x="1132" y="5240"/>
                  <a:pt x="2525" y="5240"/>
                </a:cubicBezTo>
                <a:lnTo>
                  <a:pt x="10859" y="5240"/>
                </a:lnTo>
                <a:cubicBezTo>
                  <a:pt x="12252" y="5240"/>
                  <a:pt x="13383" y="4073"/>
                  <a:pt x="13383" y="2620"/>
                </a:cubicBezTo>
                <a:cubicBezTo>
                  <a:pt x="13383" y="1179"/>
                  <a:pt x="12252" y="1"/>
                  <a:pt x="108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6"/>
          <p:cNvSpPr/>
          <p:nvPr/>
        </p:nvSpPr>
        <p:spPr>
          <a:xfrm rot="10800000">
            <a:off x="6858506" y="1406324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8" name="Google Shape;398;p16"/>
          <p:cNvGrpSpPr/>
          <p:nvPr/>
        </p:nvGrpSpPr>
        <p:grpSpPr>
          <a:xfrm rot="9401133">
            <a:off x="5820639" y="3418911"/>
            <a:ext cx="151728" cy="149457"/>
            <a:chOff x="8639698" y="2706690"/>
            <a:chExt cx="151720" cy="149448"/>
          </a:xfrm>
        </p:grpSpPr>
        <p:sp>
          <p:nvSpPr>
            <p:cNvPr id="399" name="Google Shape;399;p16"/>
            <p:cNvSpPr/>
            <p:nvPr/>
          </p:nvSpPr>
          <p:spPr>
            <a:xfrm>
              <a:off x="8639698" y="2706690"/>
              <a:ext cx="151720" cy="149448"/>
            </a:xfrm>
            <a:custGeom>
              <a:avLst/>
              <a:gdLst/>
              <a:ahLst/>
              <a:cxnLst/>
              <a:rect l="l" t="t" r="r" b="b"/>
              <a:pathLst>
                <a:path w="3901" h="3567" extrusionOk="0">
                  <a:moveTo>
                    <a:pt x="3231" y="0"/>
                  </a:moveTo>
                  <a:cubicBezTo>
                    <a:pt x="3150" y="0"/>
                    <a:pt x="3073" y="34"/>
                    <a:pt x="3013" y="114"/>
                  </a:cubicBezTo>
                  <a:lnTo>
                    <a:pt x="263" y="2840"/>
                  </a:lnTo>
                  <a:cubicBezTo>
                    <a:pt x="1" y="3102"/>
                    <a:pt x="191" y="3554"/>
                    <a:pt x="560" y="3566"/>
                  </a:cubicBezTo>
                  <a:cubicBezTo>
                    <a:pt x="679" y="3554"/>
                    <a:pt x="775" y="3519"/>
                    <a:pt x="858" y="3435"/>
                  </a:cubicBezTo>
                  <a:lnTo>
                    <a:pt x="3608" y="709"/>
                  </a:lnTo>
                  <a:cubicBezTo>
                    <a:pt x="3900" y="474"/>
                    <a:pt x="3537" y="0"/>
                    <a:pt x="3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8640476" y="2707402"/>
              <a:ext cx="149775" cy="148736"/>
            </a:xfrm>
            <a:custGeom>
              <a:avLst/>
              <a:gdLst/>
              <a:ahLst/>
              <a:cxnLst/>
              <a:rect l="l" t="t" r="r" b="b"/>
              <a:pathLst>
                <a:path w="3851" h="3550" extrusionOk="0">
                  <a:moveTo>
                    <a:pt x="574" y="0"/>
                  </a:moveTo>
                  <a:cubicBezTo>
                    <a:pt x="261" y="0"/>
                    <a:pt x="1" y="375"/>
                    <a:pt x="243" y="692"/>
                  </a:cubicBezTo>
                  <a:lnTo>
                    <a:pt x="2993" y="3418"/>
                  </a:lnTo>
                  <a:cubicBezTo>
                    <a:pt x="3064" y="3502"/>
                    <a:pt x="3172" y="3549"/>
                    <a:pt x="3291" y="3549"/>
                  </a:cubicBezTo>
                  <a:cubicBezTo>
                    <a:pt x="3660" y="3537"/>
                    <a:pt x="3850" y="3085"/>
                    <a:pt x="3588" y="2823"/>
                  </a:cubicBezTo>
                  <a:lnTo>
                    <a:pt x="838" y="97"/>
                  </a:lnTo>
                  <a:cubicBezTo>
                    <a:pt x="753" y="29"/>
                    <a:pt x="661" y="0"/>
                    <a:pt x="5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1" name="Google Shape;401;p16"/>
          <p:cNvSpPr/>
          <p:nvPr/>
        </p:nvSpPr>
        <p:spPr>
          <a:xfrm rot="10800000">
            <a:off x="6062766" y="1914678"/>
            <a:ext cx="83386" cy="133737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53" y="1144"/>
                  <a:pt x="1" y="1596"/>
                </a:cubicBezTo>
                <a:cubicBezTo>
                  <a:pt x="453" y="2060"/>
                  <a:pt x="822" y="2596"/>
                  <a:pt x="1072" y="3191"/>
                </a:cubicBezTo>
                <a:cubicBezTo>
                  <a:pt x="1322" y="2596"/>
                  <a:pt x="1679" y="2060"/>
                  <a:pt x="2144" y="1596"/>
                </a:cubicBezTo>
                <a:cubicBezTo>
                  <a:pt x="1679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6"/>
          <p:cNvSpPr/>
          <p:nvPr/>
        </p:nvSpPr>
        <p:spPr>
          <a:xfrm rot="-8764439">
            <a:off x="1530404" y="1158943"/>
            <a:ext cx="82922" cy="134238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6"/>
          <p:cNvSpPr/>
          <p:nvPr/>
        </p:nvSpPr>
        <p:spPr>
          <a:xfrm rot="-9150358">
            <a:off x="7962002" y="4674886"/>
            <a:ext cx="83386" cy="134197"/>
          </a:xfrm>
          <a:custGeom>
            <a:avLst/>
            <a:gdLst/>
            <a:ahLst/>
            <a:cxnLst/>
            <a:rect l="l" t="t" r="r" b="b"/>
            <a:pathLst>
              <a:path w="2144" h="3203" extrusionOk="0">
                <a:moveTo>
                  <a:pt x="1072" y="0"/>
                </a:moveTo>
                <a:cubicBezTo>
                  <a:pt x="822" y="595"/>
                  <a:pt x="465" y="1143"/>
                  <a:pt x="0" y="1596"/>
                </a:cubicBezTo>
                <a:cubicBezTo>
                  <a:pt x="465" y="2060"/>
                  <a:pt x="822" y="2596"/>
                  <a:pt x="1072" y="3203"/>
                </a:cubicBezTo>
                <a:cubicBezTo>
                  <a:pt x="1322" y="2596"/>
                  <a:pt x="1691" y="2060"/>
                  <a:pt x="2143" y="1596"/>
                </a:cubicBezTo>
                <a:cubicBezTo>
                  <a:pt x="1691" y="1143"/>
                  <a:pt x="1322" y="595"/>
                  <a:pt x="10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6"/>
          <p:cNvSpPr/>
          <p:nvPr/>
        </p:nvSpPr>
        <p:spPr>
          <a:xfrm rot="9791675">
            <a:off x="7834796" y="243954"/>
            <a:ext cx="83388" cy="133734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64" y="1144"/>
                  <a:pt x="0" y="1596"/>
                </a:cubicBezTo>
                <a:cubicBezTo>
                  <a:pt x="464" y="2061"/>
                  <a:pt x="822" y="2596"/>
                  <a:pt x="1072" y="3192"/>
                </a:cubicBezTo>
                <a:cubicBezTo>
                  <a:pt x="1322" y="2596"/>
                  <a:pt x="1691" y="2061"/>
                  <a:pt x="2143" y="1596"/>
                </a:cubicBezTo>
                <a:cubicBezTo>
                  <a:pt x="1691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6"/>
          <p:cNvSpPr/>
          <p:nvPr/>
        </p:nvSpPr>
        <p:spPr>
          <a:xfrm rot="10800000">
            <a:off x="4703458" y="1187344"/>
            <a:ext cx="949949" cy="77427"/>
          </a:xfrm>
          <a:custGeom>
            <a:avLst/>
            <a:gdLst/>
            <a:ahLst/>
            <a:cxnLst/>
            <a:rect l="l" t="t" r="r" b="b"/>
            <a:pathLst>
              <a:path w="24425" h="1848" extrusionOk="0">
                <a:moveTo>
                  <a:pt x="2727" y="1"/>
                </a:moveTo>
                <a:cubicBezTo>
                  <a:pt x="2000" y="1"/>
                  <a:pt x="1608" y="417"/>
                  <a:pt x="1334" y="727"/>
                </a:cubicBezTo>
                <a:cubicBezTo>
                  <a:pt x="1048" y="1037"/>
                  <a:pt x="822" y="1275"/>
                  <a:pt x="357" y="1275"/>
                </a:cubicBezTo>
                <a:cubicBezTo>
                  <a:pt x="0" y="1298"/>
                  <a:pt x="0" y="1822"/>
                  <a:pt x="357" y="1846"/>
                </a:cubicBezTo>
                <a:cubicBezTo>
                  <a:pt x="1072" y="1846"/>
                  <a:pt x="1465" y="1418"/>
                  <a:pt x="1750" y="1120"/>
                </a:cubicBezTo>
                <a:cubicBezTo>
                  <a:pt x="2036" y="810"/>
                  <a:pt x="2250" y="572"/>
                  <a:pt x="2727" y="572"/>
                </a:cubicBezTo>
                <a:cubicBezTo>
                  <a:pt x="3191" y="572"/>
                  <a:pt x="3393" y="787"/>
                  <a:pt x="3703" y="1120"/>
                </a:cubicBezTo>
                <a:cubicBezTo>
                  <a:pt x="4001" y="1441"/>
                  <a:pt x="4370" y="1846"/>
                  <a:pt x="5096" y="1846"/>
                </a:cubicBezTo>
                <a:cubicBezTo>
                  <a:pt x="5810" y="1846"/>
                  <a:pt x="6203" y="1418"/>
                  <a:pt x="6489" y="1120"/>
                </a:cubicBezTo>
                <a:cubicBezTo>
                  <a:pt x="6763" y="810"/>
                  <a:pt x="6989" y="572"/>
                  <a:pt x="7454" y="572"/>
                </a:cubicBezTo>
                <a:cubicBezTo>
                  <a:pt x="7930" y="572"/>
                  <a:pt x="8132" y="787"/>
                  <a:pt x="8430" y="1120"/>
                </a:cubicBezTo>
                <a:cubicBezTo>
                  <a:pt x="8727" y="1441"/>
                  <a:pt x="9108" y="1846"/>
                  <a:pt x="9823" y="1846"/>
                </a:cubicBezTo>
                <a:cubicBezTo>
                  <a:pt x="10537" y="1846"/>
                  <a:pt x="10930" y="1429"/>
                  <a:pt x="11216" y="1120"/>
                </a:cubicBezTo>
                <a:cubicBezTo>
                  <a:pt x="11502" y="810"/>
                  <a:pt x="11728" y="572"/>
                  <a:pt x="12192" y="572"/>
                </a:cubicBezTo>
                <a:cubicBezTo>
                  <a:pt x="12657" y="572"/>
                  <a:pt x="12859" y="787"/>
                  <a:pt x="13169" y="1120"/>
                </a:cubicBezTo>
                <a:cubicBezTo>
                  <a:pt x="13466" y="1441"/>
                  <a:pt x="13835" y="1846"/>
                  <a:pt x="14562" y="1846"/>
                </a:cubicBezTo>
                <a:cubicBezTo>
                  <a:pt x="15276" y="1846"/>
                  <a:pt x="15669" y="1429"/>
                  <a:pt x="15955" y="1120"/>
                </a:cubicBezTo>
                <a:cubicBezTo>
                  <a:pt x="16228" y="810"/>
                  <a:pt x="16455" y="572"/>
                  <a:pt x="16919" y="572"/>
                </a:cubicBezTo>
                <a:cubicBezTo>
                  <a:pt x="17395" y="572"/>
                  <a:pt x="17598" y="787"/>
                  <a:pt x="17895" y="1120"/>
                </a:cubicBezTo>
                <a:cubicBezTo>
                  <a:pt x="18193" y="1441"/>
                  <a:pt x="18574" y="1846"/>
                  <a:pt x="19288" y="1846"/>
                </a:cubicBezTo>
                <a:cubicBezTo>
                  <a:pt x="20003" y="1846"/>
                  <a:pt x="20396" y="1429"/>
                  <a:pt x="20681" y="1120"/>
                </a:cubicBezTo>
                <a:cubicBezTo>
                  <a:pt x="20967" y="810"/>
                  <a:pt x="21193" y="572"/>
                  <a:pt x="21658" y="572"/>
                </a:cubicBezTo>
                <a:cubicBezTo>
                  <a:pt x="22122" y="572"/>
                  <a:pt x="22336" y="787"/>
                  <a:pt x="22634" y="1120"/>
                </a:cubicBezTo>
                <a:cubicBezTo>
                  <a:pt x="22932" y="1441"/>
                  <a:pt x="23313" y="1846"/>
                  <a:pt x="24027" y="1846"/>
                </a:cubicBezTo>
                <a:cubicBezTo>
                  <a:pt x="24038" y="1847"/>
                  <a:pt x="24049" y="1848"/>
                  <a:pt x="24060" y="1848"/>
                </a:cubicBezTo>
                <a:cubicBezTo>
                  <a:pt x="24424" y="1848"/>
                  <a:pt x="24421" y="1274"/>
                  <a:pt x="24049" y="1274"/>
                </a:cubicBezTo>
                <a:cubicBezTo>
                  <a:pt x="24042" y="1274"/>
                  <a:pt x="24035" y="1274"/>
                  <a:pt x="24027" y="1275"/>
                </a:cubicBezTo>
                <a:cubicBezTo>
                  <a:pt x="23563" y="1275"/>
                  <a:pt x="23348" y="1048"/>
                  <a:pt x="23051" y="727"/>
                </a:cubicBezTo>
                <a:cubicBezTo>
                  <a:pt x="22753" y="406"/>
                  <a:pt x="22372" y="1"/>
                  <a:pt x="21658" y="1"/>
                </a:cubicBezTo>
                <a:cubicBezTo>
                  <a:pt x="20943" y="1"/>
                  <a:pt x="20550" y="417"/>
                  <a:pt x="20265" y="727"/>
                </a:cubicBezTo>
                <a:cubicBezTo>
                  <a:pt x="19979" y="1037"/>
                  <a:pt x="19765" y="1275"/>
                  <a:pt x="19288" y="1275"/>
                </a:cubicBezTo>
                <a:cubicBezTo>
                  <a:pt x="18824" y="1275"/>
                  <a:pt x="18622" y="1048"/>
                  <a:pt x="18312" y="727"/>
                </a:cubicBezTo>
                <a:cubicBezTo>
                  <a:pt x="18014" y="406"/>
                  <a:pt x="17645" y="1"/>
                  <a:pt x="16919" y="1"/>
                </a:cubicBezTo>
                <a:cubicBezTo>
                  <a:pt x="16205" y="1"/>
                  <a:pt x="15812" y="417"/>
                  <a:pt x="15538" y="727"/>
                </a:cubicBezTo>
                <a:cubicBezTo>
                  <a:pt x="15252" y="1037"/>
                  <a:pt x="15026" y="1275"/>
                  <a:pt x="14562" y="1275"/>
                </a:cubicBezTo>
                <a:cubicBezTo>
                  <a:pt x="14097" y="1275"/>
                  <a:pt x="13883" y="1048"/>
                  <a:pt x="13585" y="727"/>
                </a:cubicBezTo>
                <a:cubicBezTo>
                  <a:pt x="13288" y="406"/>
                  <a:pt x="12907" y="1"/>
                  <a:pt x="12192" y="1"/>
                </a:cubicBezTo>
                <a:cubicBezTo>
                  <a:pt x="11478" y="1"/>
                  <a:pt x="11085" y="417"/>
                  <a:pt x="10799" y="727"/>
                </a:cubicBezTo>
                <a:cubicBezTo>
                  <a:pt x="10513" y="1037"/>
                  <a:pt x="10287" y="1275"/>
                  <a:pt x="9823" y="1275"/>
                </a:cubicBezTo>
                <a:cubicBezTo>
                  <a:pt x="9359" y="1275"/>
                  <a:pt x="9156" y="1048"/>
                  <a:pt x="8847" y="727"/>
                </a:cubicBezTo>
                <a:cubicBezTo>
                  <a:pt x="8549" y="406"/>
                  <a:pt x="8168" y="1"/>
                  <a:pt x="7454" y="1"/>
                </a:cubicBezTo>
                <a:cubicBezTo>
                  <a:pt x="6739" y="1"/>
                  <a:pt x="6346" y="417"/>
                  <a:pt x="6060" y="727"/>
                </a:cubicBezTo>
                <a:cubicBezTo>
                  <a:pt x="5787" y="1037"/>
                  <a:pt x="5560" y="1275"/>
                  <a:pt x="5096" y="1275"/>
                </a:cubicBezTo>
                <a:cubicBezTo>
                  <a:pt x="4620" y="1275"/>
                  <a:pt x="4417" y="1048"/>
                  <a:pt x="4120" y="727"/>
                </a:cubicBezTo>
                <a:cubicBezTo>
                  <a:pt x="3810" y="406"/>
                  <a:pt x="3441" y="1"/>
                  <a:pt x="272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6"/>
          <p:cNvSpPr/>
          <p:nvPr/>
        </p:nvSpPr>
        <p:spPr>
          <a:xfrm rot="10800000">
            <a:off x="3312655" y="699854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6"/>
          <p:cNvSpPr/>
          <p:nvPr/>
        </p:nvSpPr>
        <p:spPr>
          <a:xfrm rot="10800000">
            <a:off x="2330838" y="4828071"/>
            <a:ext cx="785395" cy="63894"/>
          </a:xfrm>
          <a:custGeom>
            <a:avLst/>
            <a:gdLst/>
            <a:ahLst/>
            <a:cxnLst/>
            <a:rect l="l" t="t" r="r" b="b"/>
            <a:pathLst>
              <a:path w="20194" h="1525" extrusionOk="0">
                <a:moveTo>
                  <a:pt x="2263" y="0"/>
                </a:moveTo>
                <a:cubicBezTo>
                  <a:pt x="1680" y="0"/>
                  <a:pt x="1346" y="357"/>
                  <a:pt x="1120" y="607"/>
                </a:cubicBezTo>
                <a:cubicBezTo>
                  <a:pt x="882" y="858"/>
                  <a:pt x="691" y="1048"/>
                  <a:pt x="310" y="1048"/>
                </a:cubicBezTo>
                <a:cubicBezTo>
                  <a:pt x="1" y="1048"/>
                  <a:pt x="1" y="1524"/>
                  <a:pt x="310" y="1524"/>
                </a:cubicBezTo>
                <a:cubicBezTo>
                  <a:pt x="906" y="1524"/>
                  <a:pt x="1227" y="1167"/>
                  <a:pt x="1465" y="917"/>
                </a:cubicBezTo>
                <a:cubicBezTo>
                  <a:pt x="1692" y="667"/>
                  <a:pt x="1882" y="465"/>
                  <a:pt x="2263" y="465"/>
                </a:cubicBezTo>
                <a:cubicBezTo>
                  <a:pt x="2656" y="465"/>
                  <a:pt x="2823" y="643"/>
                  <a:pt x="3073" y="917"/>
                </a:cubicBezTo>
                <a:cubicBezTo>
                  <a:pt x="3323" y="1191"/>
                  <a:pt x="3632" y="1524"/>
                  <a:pt x="4228" y="1524"/>
                </a:cubicBezTo>
                <a:cubicBezTo>
                  <a:pt x="4823" y="1524"/>
                  <a:pt x="5144" y="1167"/>
                  <a:pt x="5382" y="917"/>
                </a:cubicBezTo>
                <a:cubicBezTo>
                  <a:pt x="5609" y="667"/>
                  <a:pt x="5799" y="465"/>
                  <a:pt x="6180" y="465"/>
                </a:cubicBezTo>
                <a:cubicBezTo>
                  <a:pt x="6573" y="465"/>
                  <a:pt x="6740" y="643"/>
                  <a:pt x="6990" y="917"/>
                </a:cubicBezTo>
                <a:cubicBezTo>
                  <a:pt x="7240" y="1191"/>
                  <a:pt x="7549" y="1524"/>
                  <a:pt x="8145" y="1524"/>
                </a:cubicBezTo>
                <a:cubicBezTo>
                  <a:pt x="8740" y="1524"/>
                  <a:pt x="9061" y="1167"/>
                  <a:pt x="9300" y="917"/>
                </a:cubicBezTo>
                <a:cubicBezTo>
                  <a:pt x="9526" y="667"/>
                  <a:pt x="9716" y="465"/>
                  <a:pt x="10097" y="465"/>
                </a:cubicBezTo>
                <a:cubicBezTo>
                  <a:pt x="10490" y="465"/>
                  <a:pt x="10657" y="643"/>
                  <a:pt x="10907" y="917"/>
                </a:cubicBezTo>
                <a:cubicBezTo>
                  <a:pt x="11157" y="1191"/>
                  <a:pt x="11467" y="1524"/>
                  <a:pt x="12062" y="1524"/>
                </a:cubicBezTo>
                <a:cubicBezTo>
                  <a:pt x="12645" y="1524"/>
                  <a:pt x="12979" y="1167"/>
                  <a:pt x="13205" y="917"/>
                </a:cubicBezTo>
                <a:cubicBezTo>
                  <a:pt x="13443" y="667"/>
                  <a:pt x="13633" y="465"/>
                  <a:pt x="14014" y="465"/>
                </a:cubicBezTo>
                <a:cubicBezTo>
                  <a:pt x="14395" y="465"/>
                  <a:pt x="14562" y="643"/>
                  <a:pt x="14812" y="917"/>
                </a:cubicBezTo>
                <a:cubicBezTo>
                  <a:pt x="15062" y="1191"/>
                  <a:pt x="15372" y="1524"/>
                  <a:pt x="15967" y="1524"/>
                </a:cubicBezTo>
                <a:cubicBezTo>
                  <a:pt x="16562" y="1524"/>
                  <a:pt x="16884" y="1167"/>
                  <a:pt x="17122" y="917"/>
                </a:cubicBezTo>
                <a:cubicBezTo>
                  <a:pt x="17360" y="667"/>
                  <a:pt x="17539" y="465"/>
                  <a:pt x="17932" y="465"/>
                </a:cubicBezTo>
                <a:cubicBezTo>
                  <a:pt x="18313" y="465"/>
                  <a:pt x="18479" y="643"/>
                  <a:pt x="18729" y="917"/>
                </a:cubicBezTo>
                <a:cubicBezTo>
                  <a:pt x="18979" y="1191"/>
                  <a:pt x="19289" y="1524"/>
                  <a:pt x="19884" y="1524"/>
                </a:cubicBezTo>
                <a:cubicBezTo>
                  <a:pt x="20194" y="1524"/>
                  <a:pt x="20194" y="1048"/>
                  <a:pt x="19884" y="1048"/>
                </a:cubicBezTo>
                <a:cubicBezTo>
                  <a:pt x="19491" y="1048"/>
                  <a:pt x="19325" y="881"/>
                  <a:pt x="19075" y="607"/>
                </a:cubicBezTo>
                <a:cubicBezTo>
                  <a:pt x="18825" y="334"/>
                  <a:pt x="18515" y="0"/>
                  <a:pt x="17920" y="0"/>
                </a:cubicBezTo>
                <a:cubicBezTo>
                  <a:pt x="17336" y="0"/>
                  <a:pt x="17003" y="357"/>
                  <a:pt x="16777" y="607"/>
                </a:cubicBezTo>
                <a:cubicBezTo>
                  <a:pt x="16539" y="858"/>
                  <a:pt x="16348" y="1048"/>
                  <a:pt x="15967" y="1048"/>
                </a:cubicBezTo>
                <a:cubicBezTo>
                  <a:pt x="15586" y="1048"/>
                  <a:pt x="15419" y="881"/>
                  <a:pt x="15157" y="607"/>
                </a:cubicBezTo>
                <a:cubicBezTo>
                  <a:pt x="14907" y="334"/>
                  <a:pt x="14598" y="0"/>
                  <a:pt x="14014" y="0"/>
                </a:cubicBezTo>
                <a:cubicBezTo>
                  <a:pt x="13419" y="0"/>
                  <a:pt x="13098" y="357"/>
                  <a:pt x="12860" y="607"/>
                </a:cubicBezTo>
                <a:cubicBezTo>
                  <a:pt x="12621" y="858"/>
                  <a:pt x="12443" y="1048"/>
                  <a:pt x="12050" y="1048"/>
                </a:cubicBezTo>
                <a:cubicBezTo>
                  <a:pt x="11669" y="1048"/>
                  <a:pt x="11502" y="881"/>
                  <a:pt x="11252" y="607"/>
                </a:cubicBezTo>
                <a:cubicBezTo>
                  <a:pt x="11002" y="334"/>
                  <a:pt x="10693" y="0"/>
                  <a:pt x="10097" y="0"/>
                </a:cubicBezTo>
                <a:cubicBezTo>
                  <a:pt x="9502" y="0"/>
                  <a:pt x="9181" y="357"/>
                  <a:pt x="8942" y="607"/>
                </a:cubicBezTo>
                <a:cubicBezTo>
                  <a:pt x="8716" y="858"/>
                  <a:pt x="8526" y="1048"/>
                  <a:pt x="8145" y="1048"/>
                </a:cubicBezTo>
                <a:cubicBezTo>
                  <a:pt x="7752" y="1048"/>
                  <a:pt x="7585" y="881"/>
                  <a:pt x="7335" y="607"/>
                </a:cubicBezTo>
                <a:cubicBezTo>
                  <a:pt x="7085" y="334"/>
                  <a:pt x="6775" y="0"/>
                  <a:pt x="6180" y="0"/>
                </a:cubicBezTo>
                <a:cubicBezTo>
                  <a:pt x="5597" y="0"/>
                  <a:pt x="5263" y="357"/>
                  <a:pt x="5037" y="607"/>
                </a:cubicBezTo>
                <a:cubicBezTo>
                  <a:pt x="4799" y="858"/>
                  <a:pt x="4609" y="1048"/>
                  <a:pt x="4228" y="1048"/>
                </a:cubicBezTo>
                <a:cubicBezTo>
                  <a:pt x="3835" y="1048"/>
                  <a:pt x="3668" y="881"/>
                  <a:pt x="3418" y="607"/>
                </a:cubicBezTo>
                <a:cubicBezTo>
                  <a:pt x="3168" y="334"/>
                  <a:pt x="2858" y="0"/>
                  <a:pt x="22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6"/>
          <p:cNvSpPr/>
          <p:nvPr/>
        </p:nvSpPr>
        <p:spPr>
          <a:xfrm rot="-9262528">
            <a:off x="4391184" y="2375628"/>
            <a:ext cx="82919" cy="134242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6"/>
          <p:cNvSpPr/>
          <p:nvPr/>
        </p:nvSpPr>
        <p:spPr>
          <a:xfrm rot="10800000">
            <a:off x="1891036" y="2395078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6"/>
          <p:cNvSpPr/>
          <p:nvPr/>
        </p:nvSpPr>
        <p:spPr>
          <a:xfrm rot="10800000">
            <a:off x="6423599" y="2845378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1" name="Google Shape;411;p16"/>
          <p:cNvGrpSpPr/>
          <p:nvPr/>
        </p:nvGrpSpPr>
        <p:grpSpPr>
          <a:xfrm rot="-9224546" flipH="1">
            <a:off x="900510" y="563851"/>
            <a:ext cx="142655" cy="149446"/>
            <a:chOff x="1160468" y="31374"/>
            <a:chExt cx="142658" cy="149448"/>
          </a:xfrm>
        </p:grpSpPr>
        <p:sp>
          <p:nvSpPr>
            <p:cNvPr id="412" name="Google Shape;412;p16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6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4" name="Google Shape;414;p16"/>
          <p:cNvSpPr/>
          <p:nvPr/>
        </p:nvSpPr>
        <p:spPr>
          <a:xfrm rot="5400000">
            <a:off x="203431" y="2461737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6"/>
          <p:cNvSpPr/>
          <p:nvPr/>
        </p:nvSpPr>
        <p:spPr>
          <a:xfrm rot="-9150358">
            <a:off x="421990" y="4173086"/>
            <a:ext cx="83386" cy="134197"/>
          </a:xfrm>
          <a:custGeom>
            <a:avLst/>
            <a:gdLst/>
            <a:ahLst/>
            <a:cxnLst/>
            <a:rect l="l" t="t" r="r" b="b"/>
            <a:pathLst>
              <a:path w="2144" h="3203" extrusionOk="0">
                <a:moveTo>
                  <a:pt x="1072" y="0"/>
                </a:moveTo>
                <a:cubicBezTo>
                  <a:pt x="822" y="595"/>
                  <a:pt x="465" y="1143"/>
                  <a:pt x="0" y="1596"/>
                </a:cubicBezTo>
                <a:cubicBezTo>
                  <a:pt x="465" y="2060"/>
                  <a:pt x="822" y="2596"/>
                  <a:pt x="1072" y="3203"/>
                </a:cubicBezTo>
                <a:cubicBezTo>
                  <a:pt x="1322" y="2596"/>
                  <a:pt x="1691" y="2060"/>
                  <a:pt x="2143" y="1596"/>
                </a:cubicBezTo>
                <a:cubicBezTo>
                  <a:pt x="1691" y="1143"/>
                  <a:pt x="1322" y="595"/>
                  <a:pt x="10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6" name="Google Shape;416;p16"/>
          <p:cNvGrpSpPr/>
          <p:nvPr/>
        </p:nvGrpSpPr>
        <p:grpSpPr>
          <a:xfrm>
            <a:off x="1951132" y="1146246"/>
            <a:ext cx="5697201" cy="3076591"/>
            <a:chOff x="2430225" y="1086122"/>
            <a:chExt cx="4738979" cy="3076591"/>
          </a:xfrm>
        </p:grpSpPr>
        <p:sp>
          <p:nvSpPr>
            <p:cNvPr id="417" name="Google Shape;417;p16"/>
            <p:cNvSpPr/>
            <p:nvPr/>
          </p:nvSpPr>
          <p:spPr>
            <a:xfrm>
              <a:off x="2430225" y="1539850"/>
              <a:ext cx="4738979" cy="2622864"/>
            </a:xfrm>
            <a:custGeom>
              <a:avLst/>
              <a:gdLst/>
              <a:ahLst/>
              <a:cxnLst/>
              <a:rect l="l" t="t" r="r" b="b"/>
              <a:pathLst>
                <a:path w="258996" h="172642" extrusionOk="0">
                  <a:moveTo>
                    <a:pt x="0" y="1"/>
                  </a:moveTo>
                  <a:lnTo>
                    <a:pt x="0" y="172642"/>
                  </a:lnTo>
                  <a:lnTo>
                    <a:pt x="258996" y="172642"/>
                  </a:lnTo>
                  <a:lnTo>
                    <a:pt x="2589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6"/>
            <p:cNvSpPr/>
            <p:nvPr/>
          </p:nvSpPr>
          <p:spPr>
            <a:xfrm>
              <a:off x="2535401" y="1667201"/>
              <a:ext cx="4527237" cy="2368177"/>
            </a:xfrm>
            <a:custGeom>
              <a:avLst/>
              <a:gdLst/>
              <a:ahLst/>
              <a:cxnLst/>
              <a:rect l="l" t="t" r="r" b="b"/>
              <a:pathLst>
                <a:path w="242163" h="155878" extrusionOk="0">
                  <a:moveTo>
                    <a:pt x="1" y="1"/>
                  </a:moveTo>
                  <a:lnTo>
                    <a:pt x="1" y="155878"/>
                  </a:lnTo>
                  <a:lnTo>
                    <a:pt x="242163" y="155878"/>
                  </a:lnTo>
                  <a:lnTo>
                    <a:pt x="2421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6"/>
            <p:cNvSpPr/>
            <p:nvPr/>
          </p:nvSpPr>
          <p:spPr>
            <a:xfrm>
              <a:off x="6418301" y="1086122"/>
              <a:ext cx="15" cy="453739"/>
            </a:xfrm>
            <a:custGeom>
              <a:avLst/>
              <a:gdLst/>
              <a:ahLst/>
              <a:cxnLst/>
              <a:rect l="l" t="t" r="r" b="b"/>
              <a:pathLst>
                <a:path w="1" h="29866" fill="none" extrusionOk="0">
                  <a:moveTo>
                    <a:pt x="1" y="29866"/>
                  </a:moveTo>
                  <a:lnTo>
                    <a:pt x="1" y="0"/>
                  </a:lnTo>
                </a:path>
              </a:pathLst>
            </a:custGeom>
            <a:noFill/>
            <a:ln w="22900" cap="flat" cmpd="sng">
              <a:solidFill>
                <a:schemeClr val="dk1"/>
              </a:solidFill>
              <a:prstDash val="solid"/>
              <a:miter lim="70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6"/>
            <p:cNvSpPr/>
            <p:nvPr/>
          </p:nvSpPr>
          <p:spPr>
            <a:xfrm>
              <a:off x="3180145" y="1086122"/>
              <a:ext cx="15" cy="453739"/>
            </a:xfrm>
            <a:custGeom>
              <a:avLst/>
              <a:gdLst/>
              <a:ahLst/>
              <a:cxnLst/>
              <a:rect l="l" t="t" r="r" b="b"/>
              <a:pathLst>
                <a:path w="1" h="29866" fill="none" extrusionOk="0">
                  <a:moveTo>
                    <a:pt x="1" y="29866"/>
                  </a:moveTo>
                  <a:lnTo>
                    <a:pt x="1" y="0"/>
                  </a:lnTo>
                </a:path>
              </a:pathLst>
            </a:custGeom>
            <a:noFill/>
            <a:ln w="22900" cap="flat" cmpd="sng">
              <a:solidFill>
                <a:schemeClr val="dk1"/>
              </a:solidFill>
              <a:prstDash val="solid"/>
              <a:miter lim="7043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1" name="Google Shape;421;p16"/>
          <p:cNvSpPr txBox="1">
            <a:spLocks noGrp="1"/>
          </p:cNvSpPr>
          <p:nvPr>
            <p:ph type="subTitle" idx="1"/>
          </p:nvPr>
        </p:nvSpPr>
        <p:spPr>
          <a:xfrm>
            <a:off x="2240400" y="1907675"/>
            <a:ext cx="23316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Spartan"/>
              <a:buNone/>
              <a:defRPr sz="1800" b="1">
                <a:latin typeface="Spartan"/>
                <a:ea typeface="Spartan"/>
                <a:cs typeface="Spartan"/>
                <a:sym typeface="Sparta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16"/>
          <p:cNvSpPr txBox="1">
            <a:spLocks noGrp="1"/>
          </p:cNvSpPr>
          <p:nvPr>
            <p:ph type="subTitle" idx="2"/>
          </p:nvPr>
        </p:nvSpPr>
        <p:spPr>
          <a:xfrm>
            <a:off x="2452650" y="2215800"/>
            <a:ext cx="1907100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16"/>
          <p:cNvSpPr txBox="1">
            <a:spLocks noGrp="1"/>
          </p:cNvSpPr>
          <p:nvPr>
            <p:ph type="subTitle" idx="3"/>
          </p:nvPr>
        </p:nvSpPr>
        <p:spPr>
          <a:xfrm>
            <a:off x="4572000" y="1907675"/>
            <a:ext cx="2331300" cy="30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Spartan"/>
              <a:buNone/>
              <a:defRPr sz="1800" b="1">
                <a:latin typeface="Spartan"/>
                <a:ea typeface="Spartan"/>
                <a:cs typeface="Spartan"/>
                <a:sym typeface="Sparta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16"/>
          <p:cNvSpPr txBox="1">
            <a:spLocks noGrp="1"/>
          </p:cNvSpPr>
          <p:nvPr>
            <p:ph type="subTitle" idx="4"/>
          </p:nvPr>
        </p:nvSpPr>
        <p:spPr>
          <a:xfrm>
            <a:off x="4782150" y="2215800"/>
            <a:ext cx="1911000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5" name="Google Shape;425;p16"/>
          <p:cNvSpPr txBox="1">
            <a:spLocks noGrp="1"/>
          </p:cNvSpPr>
          <p:nvPr>
            <p:ph type="subTitle" idx="5"/>
          </p:nvPr>
        </p:nvSpPr>
        <p:spPr>
          <a:xfrm>
            <a:off x="4571850" y="3021175"/>
            <a:ext cx="23316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Spartan"/>
              <a:buNone/>
              <a:defRPr sz="1800" b="1">
                <a:latin typeface="Spartan"/>
                <a:ea typeface="Spartan"/>
                <a:cs typeface="Spartan"/>
                <a:sym typeface="Sparta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16"/>
          <p:cNvSpPr txBox="1">
            <a:spLocks noGrp="1"/>
          </p:cNvSpPr>
          <p:nvPr>
            <p:ph type="subTitle" idx="6"/>
          </p:nvPr>
        </p:nvSpPr>
        <p:spPr>
          <a:xfrm>
            <a:off x="4784098" y="3331975"/>
            <a:ext cx="1907100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16"/>
          <p:cNvSpPr txBox="1">
            <a:spLocks noGrp="1"/>
          </p:cNvSpPr>
          <p:nvPr>
            <p:ph type="subTitle" idx="7"/>
          </p:nvPr>
        </p:nvSpPr>
        <p:spPr>
          <a:xfrm>
            <a:off x="2240400" y="3021175"/>
            <a:ext cx="23316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Spartan"/>
              <a:buNone/>
              <a:defRPr sz="1800" b="1">
                <a:latin typeface="Spartan"/>
                <a:ea typeface="Spartan"/>
                <a:cs typeface="Spartan"/>
                <a:sym typeface="Sparta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16"/>
          <p:cNvSpPr txBox="1">
            <a:spLocks noGrp="1"/>
          </p:cNvSpPr>
          <p:nvPr>
            <p:ph type="subTitle" idx="8"/>
          </p:nvPr>
        </p:nvSpPr>
        <p:spPr>
          <a:xfrm>
            <a:off x="2452638" y="3331975"/>
            <a:ext cx="1907100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>
  <p:cSld name="CUSTOM_10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8"/>
          <p:cNvSpPr/>
          <p:nvPr/>
        </p:nvSpPr>
        <p:spPr>
          <a:xfrm>
            <a:off x="720000" y="922050"/>
            <a:ext cx="3852000" cy="3043500"/>
          </a:xfrm>
          <a:prstGeom prst="roundRect">
            <a:avLst>
              <a:gd name="adj" fmla="val 14782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8"/>
          <p:cNvSpPr/>
          <p:nvPr/>
        </p:nvSpPr>
        <p:spPr>
          <a:xfrm flipH="1">
            <a:off x="8606261" y="1578439"/>
            <a:ext cx="88947" cy="1346544"/>
          </a:xfrm>
          <a:custGeom>
            <a:avLst/>
            <a:gdLst/>
            <a:ahLst/>
            <a:cxnLst/>
            <a:rect l="l" t="t" r="r" b="b"/>
            <a:pathLst>
              <a:path w="2287" h="32139" extrusionOk="0">
                <a:moveTo>
                  <a:pt x="1989" y="1"/>
                </a:moveTo>
                <a:cubicBezTo>
                  <a:pt x="1840" y="1"/>
                  <a:pt x="1691" y="105"/>
                  <a:pt x="1703" y="314"/>
                </a:cubicBezTo>
                <a:cubicBezTo>
                  <a:pt x="1703" y="980"/>
                  <a:pt x="1358" y="1302"/>
                  <a:pt x="941" y="1683"/>
                </a:cubicBezTo>
                <a:cubicBezTo>
                  <a:pt x="501" y="2088"/>
                  <a:pt x="1" y="2552"/>
                  <a:pt x="1" y="3469"/>
                </a:cubicBezTo>
                <a:cubicBezTo>
                  <a:pt x="1" y="4374"/>
                  <a:pt x="501" y="4838"/>
                  <a:pt x="941" y="5255"/>
                </a:cubicBezTo>
                <a:cubicBezTo>
                  <a:pt x="1358" y="5624"/>
                  <a:pt x="1703" y="5957"/>
                  <a:pt x="1703" y="6624"/>
                </a:cubicBezTo>
                <a:cubicBezTo>
                  <a:pt x="1703" y="7279"/>
                  <a:pt x="1358" y="7612"/>
                  <a:pt x="941" y="7993"/>
                </a:cubicBezTo>
                <a:cubicBezTo>
                  <a:pt x="501" y="8398"/>
                  <a:pt x="1" y="8862"/>
                  <a:pt x="1" y="9779"/>
                </a:cubicBezTo>
                <a:cubicBezTo>
                  <a:pt x="1" y="10684"/>
                  <a:pt x="501" y="11148"/>
                  <a:pt x="941" y="11565"/>
                </a:cubicBezTo>
                <a:cubicBezTo>
                  <a:pt x="1358" y="11934"/>
                  <a:pt x="1703" y="12267"/>
                  <a:pt x="1703" y="12922"/>
                </a:cubicBezTo>
                <a:cubicBezTo>
                  <a:pt x="1703" y="13589"/>
                  <a:pt x="1358" y="13922"/>
                  <a:pt x="941" y="14291"/>
                </a:cubicBezTo>
                <a:cubicBezTo>
                  <a:pt x="501" y="14708"/>
                  <a:pt x="1" y="15172"/>
                  <a:pt x="1" y="16077"/>
                </a:cubicBezTo>
                <a:cubicBezTo>
                  <a:pt x="1" y="16994"/>
                  <a:pt x="501" y="17458"/>
                  <a:pt x="941" y="17863"/>
                </a:cubicBezTo>
                <a:cubicBezTo>
                  <a:pt x="1358" y="18244"/>
                  <a:pt x="1703" y="18566"/>
                  <a:pt x="1703" y="19233"/>
                </a:cubicBezTo>
                <a:cubicBezTo>
                  <a:pt x="1703" y="19899"/>
                  <a:pt x="1358" y="20221"/>
                  <a:pt x="941" y="20602"/>
                </a:cubicBezTo>
                <a:cubicBezTo>
                  <a:pt x="501" y="21018"/>
                  <a:pt x="1" y="21483"/>
                  <a:pt x="1" y="22388"/>
                </a:cubicBezTo>
                <a:cubicBezTo>
                  <a:pt x="1" y="23304"/>
                  <a:pt x="501" y="23769"/>
                  <a:pt x="941" y="24174"/>
                </a:cubicBezTo>
                <a:cubicBezTo>
                  <a:pt x="1358" y="24555"/>
                  <a:pt x="1703" y="24888"/>
                  <a:pt x="1703" y="25543"/>
                </a:cubicBezTo>
                <a:cubicBezTo>
                  <a:pt x="1703" y="26210"/>
                  <a:pt x="1358" y="26531"/>
                  <a:pt x="941" y="26912"/>
                </a:cubicBezTo>
                <a:cubicBezTo>
                  <a:pt x="501" y="27317"/>
                  <a:pt x="1" y="27793"/>
                  <a:pt x="1" y="28698"/>
                </a:cubicBezTo>
                <a:cubicBezTo>
                  <a:pt x="1" y="29615"/>
                  <a:pt x="501" y="30079"/>
                  <a:pt x="941" y="30484"/>
                </a:cubicBezTo>
                <a:cubicBezTo>
                  <a:pt x="1358" y="30865"/>
                  <a:pt x="1703" y="31198"/>
                  <a:pt x="1703" y="31853"/>
                </a:cubicBezTo>
                <a:cubicBezTo>
                  <a:pt x="1703" y="32020"/>
                  <a:pt x="1834" y="32139"/>
                  <a:pt x="1989" y="32139"/>
                </a:cubicBezTo>
                <a:cubicBezTo>
                  <a:pt x="2144" y="32139"/>
                  <a:pt x="2275" y="32020"/>
                  <a:pt x="2275" y="31865"/>
                </a:cubicBezTo>
                <a:cubicBezTo>
                  <a:pt x="2275" y="30948"/>
                  <a:pt x="1775" y="30484"/>
                  <a:pt x="1334" y="30079"/>
                </a:cubicBezTo>
                <a:cubicBezTo>
                  <a:pt x="918" y="29698"/>
                  <a:pt x="572" y="29365"/>
                  <a:pt x="572" y="28710"/>
                </a:cubicBezTo>
                <a:cubicBezTo>
                  <a:pt x="572" y="28043"/>
                  <a:pt x="918" y="27710"/>
                  <a:pt x="1334" y="27341"/>
                </a:cubicBezTo>
                <a:cubicBezTo>
                  <a:pt x="1775" y="26924"/>
                  <a:pt x="2275" y="26460"/>
                  <a:pt x="2275" y="25555"/>
                </a:cubicBezTo>
                <a:cubicBezTo>
                  <a:pt x="2275" y="24638"/>
                  <a:pt x="1775" y="24174"/>
                  <a:pt x="1334" y="23769"/>
                </a:cubicBezTo>
                <a:cubicBezTo>
                  <a:pt x="918" y="23388"/>
                  <a:pt x="572" y="23054"/>
                  <a:pt x="572" y="22388"/>
                </a:cubicBezTo>
                <a:cubicBezTo>
                  <a:pt x="572" y="21733"/>
                  <a:pt x="918" y="21399"/>
                  <a:pt x="1334" y="21030"/>
                </a:cubicBezTo>
                <a:cubicBezTo>
                  <a:pt x="1775" y="20614"/>
                  <a:pt x="2275" y="20149"/>
                  <a:pt x="2275" y="19244"/>
                </a:cubicBezTo>
                <a:cubicBezTo>
                  <a:pt x="2275" y="18328"/>
                  <a:pt x="1775" y="17863"/>
                  <a:pt x="1334" y="17458"/>
                </a:cubicBezTo>
                <a:cubicBezTo>
                  <a:pt x="918" y="17077"/>
                  <a:pt x="572" y="16744"/>
                  <a:pt x="572" y="16089"/>
                </a:cubicBezTo>
                <a:cubicBezTo>
                  <a:pt x="572" y="15423"/>
                  <a:pt x="918" y="15089"/>
                  <a:pt x="1334" y="14720"/>
                </a:cubicBezTo>
                <a:cubicBezTo>
                  <a:pt x="1775" y="14303"/>
                  <a:pt x="2275" y="13839"/>
                  <a:pt x="2275" y="12934"/>
                </a:cubicBezTo>
                <a:cubicBezTo>
                  <a:pt x="2275" y="12017"/>
                  <a:pt x="1775" y="11553"/>
                  <a:pt x="1334" y="11148"/>
                </a:cubicBezTo>
                <a:cubicBezTo>
                  <a:pt x="918" y="10767"/>
                  <a:pt x="572" y="10446"/>
                  <a:pt x="572" y="9779"/>
                </a:cubicBezTo>
                <a:cubicBezTo>
                  <a:pt x="572" y="9112"/>
                  <a:pt x="918" y="8791"/>
                  <a:pt x="1334" y="8410"/>
                </a:cubicBezTo>
                <a:cubicBezTo>
                  <a:pt x="1775" y="8005"/>
                  <a:pt x="2275" y="7529"/>
                  <a:pt x="2275" y="6624"/>
                </a:cubicBezTo>
                <a:cubicBezTo>
                  <a:pt x="2275" y="5707"/>
                  <a:pt x="1775" y="5243"/>
                  <a:pt x="1334" y="4838"/>
                </a:cubicBezTo>
                <a:cubicBezTo>
                  <a:pt x="918" y="4457"/>
                  <a:pt x="572" y="4135"/>
                  <a:pt x="572" y="3469"/>
                </a:cubicBezTo>
                <a:cubicBezTo>
                  <a:pt x="572" y="2802"/>
                  <a:pt x="918" y="2480"/>
                  <a:pt x="1334" y="2099"/>
                </a:cubicBezTo>
                <a:cubicBezTo>
                  <a:pt x="1775" y="1683"/>
                  <a:pt x="2275" y="1230"/>
                  <a:pt x="2275" y="314"/>
                </a:cubicBezTo>
                <a:cubicBezTo>
                  <a:pt x="2287" y="105"/>
                  <a:pt x="2138" y="1"/>
                  <a:pt x="19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8"/>
          <p:cNvSpPr/>
          <p:nvPr/>
        </p:nvSpPr>
        <p:spPr>
          <a:xfrm flipH="1">
            <a:off x="2630000" y="3943829"/>
            <a:ext cx="520537" cy="219543"/>
          </a:xfrm>
          <a:custGeom>
            <a:avLst/>
            <a:gdLst/>
            <a:ahLst/>
            <a:cxnLst/>
            <a:rect l="l" t="t" r="r" b="b"/>
            <a:pathLst>
              <a:path w="13384" h="5240" extrusionOk="0">
                <a:moveTo>
                  <a:pt x="10871" y="560"/>
                </a:moveTo>
                <a:cubicBezTo>
                  <a:pt x="11955" y="560"/>
                  <a:pt x="12836" y="1489"/>
                  <a:pt x="12836" y="2620"/>
                </a:cubicBezTo>
                <a:cubicBezTo>
                  <a:pt x="12836" y="3751"/>
                  <a:pt x="11955" y="4668"/>
                  <a:pt x="10871" y="4668"/>
                </a:cubicBezTo>
                <a:lnTo>
                  <a:pt x="2525" y="4668"/>
                </a:lnTo>
                <a:cubicBezTo>
                  <a:pt x="1430" y="4668"/>
                  <a:pt x="548" y="3751"/>
                  <a:pt x="548" y="2620"/>
                </a:cubicBezTo>
                <a:cubicBezTo>
                  <a:pt x="548" y="1489"/>
                  <a:pt x="1430" y="560"/>
                  <a:pt x="2525" y="560"/>
                </a:cubicBezTo>
                <a:close/>
                <a:moveTo>
                  <a:pt x="2525" y="1"/>
                </a:moveTo>
                <a:cubicBezTo>
                  <a:pt x="1132" y="1"/>
                  <a:pt x="1" y="1179"/>
                  <a:pt x="1" y="2620"/>
                </a:cubicBezTo>
                <a:cubicBezTo>
                  <a:pt x="1" y="4061"/>
                  <a:pt x="1132" y="5240"/>
                  <a:pt x="2525" y="5240"/>
                </a:cubicBezTo>
                <a:lnTo>
                  <a:pt x="10859" y="5240"/>
                </a:lnTo>
                <a:cubicBezTo>
                  <a:pt x="12252" y="5240"/>
                  <a:pt x="13383" y="4073"/>
                  <a:pt x="13383" y="2620"/>
                </a:cubicBezTo>
                <a:cubicBezTo>
                  <a:pt x="13383" y="1179"/>
                  <a:pt x="12252" y="1"/>
                  <a:pt x="108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8"/>
          <p:cNvSpPr/>
          <p:nvPr/>
        </p:nvSpPr>
        <p:spPr>
          <a:xfrm flipH="1">
            <a:off x="6579356" y="3753932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9" name="Google Shape;469;p18"/>
          <p:cNvGrpSpPr/>
          <p:nvPr/>
        </p:nvGrpSpPr>
        <p:grpSpPr>
          <a:xfrm rot="1398867" flipH="1">
            <a:off x="2363264" y="3490847"/>
            <a:ext cx="151728" cy="149457"/>
            <a:chOff x="8639698" y="2706690"/>
            <a:chExt cx="151720" cy="149448"/>
          </a:xfrm>
        </p:grpSpPr>
        <p:sp>
          <p:nvSpPr>
            <p:cNvPr id="470" name="Google Shape;470;p18"/>
            <p:cNvSpPr/>
            <p:nvPr/>
          </p:nvSpPr>
          <p:spPr>
            <a:xfrm>
              <a:off x="8639698" y="2706690"/>
              <a:ext cx="151720" cy="149448"/>
            </a:xfrm>
            <a:custGeom>
              <a:avLst/>
              <a:gdLst/>
              <a:ahLst/>
              <a:cxnLst/>
              <a:rect l="l" t="t" r="r" b="b"/>
              <a:pathLst>
                <a:path w="3901" h="3567" extrusionOk="0">
                  <a:moveTo>
                    <a:pt x="3231" y="0"/>
                  </a:moveTo>
                  <a:cubicBezTo>
                    <a:pt x="3150" y="0"/>
                    <a:pt x="3073" y="34"/>
                    <a:pt x="3013" y="114"/>
                  </a:cubicBezTo>
                  <a:lnTo>
                    <a:pt x="263" y="2840"/>
                  </a:lnTo>
                  <a:cubicBezTo>
                    <a:pt x="1" y="3102"/>
                    <a:pt x="191" y="3554"/>
                    <a:pt x="560" y="3566"/>
                  </a:cubicBezTo>
                  <a:cubicBezTo>
                    <a:pt x="679" y="3554"/>
                    <a:pt x="775" y="3519"/>
                    <a:pt x="858" y="3435"/>
                  </a:cubicBezTo>
                  <a:lnTo>
                    <a:pt x="3608" y="709"/>
                  </a:lnTo>
                  <a:cubicBezTo>
                    <a:pt x="3900" y="474"/>
                    <a:pt x="3537" y="0"/>
                    <a:pt x="3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8"/>
            <p:cNvSpPr/>
            <p:nvPr/>
          </p:nvSpPr>
          <p:spPr>
            <a:xfrm>
              <a:off x="8640476" y="2707402"/>
              <a:ext cx="149775" cy="148736"/>
            </a:xfrm>
            <a:custGeom>
              <a:avLst/>
              <a:gdLst/>
              <a:ahLst/>
              <a:cxnLst/>
              <a:rect l="l" t="t" r="r" b="b"/>
              <a:pathLst>
                <a:path w="3851" h="3550" extrusionOk="0">
                  <a:moveTo>
                    <a:pt x="574" y="0"/>
                  </a:moveTo>
                  <a:cubicBezTo>
                    <a:pt x="261" y="0"/>
                    <a:pt x="1" y="375"/>
                    <a:pt x="243" y="692"/>
                  </a:cubicBezTo>
                  <a:lnTo>
                    <a:pt x="2993" y="3418"/>
                  </a:lnTo>
                  <a:cubicBezTo>
                    <a:pt x="3064" y="3502"/>
                    <a:pt x="3172" y="3549"/>
                    <a:pt x="3291" y="3549"/>
                  </a:cubicBezTo>
                  <a:cubicBezTo>
                    <a:pt x="3660" y="3537"/>
                    <a:pt x="3850" y="3085"/>
                    <a:pt x="3588" y="2823"/>
                  </a:cubicBezTo>
                  <a:lnTo>
                    <a:pt x="838" y="97"/>
                  </a:lnTo>
                  <a:cubicBezTo>
                    <a:pt x="753" y="29"/>
                    <a:pt x="661" y="0"/>
                    <a:pt x="5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18"/>
          <p:cNvGrpSpPr/>
          <p:nvPr/>
        </p:nvGrpSpPr>
        <p:grpSpPr>
          <a:xfrm rot="1575454" flipH="1">
            <a:off x="8277060" y="4331492"/>
            <a:ext cx="142655" cy="149446"/>
            <a:chOff x="1160468" y="31374"/>
            <a:chExt cx="142658" cy="149448"/>
          </a:xfrm>
        </p:grpSpPr>
        <p:sp>
          <p:nvSpPr>
            <p:cNvPr id="473" name="Google Shape;473;p18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8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5" name="Google Shape;475;p18"/>
          <p:cNvSpPr/>
          <p:nvPr/>
        </p:nvSpPr>
        <p:spPr>
          <a:xfrm flipH="1">
            <a:off x="1501028" y="1359300"/>
            <a:ext cx="83386" cy="133737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53" y="1144"/>
                  <a:pt x="1" y="1596"/>
                </a:cubicBezTo>
                <a:cubicBezTo>
                  <a:pt x="453" y="2060"/>
                  <a:pt x="822" y="2596"/>
                  <a:pt x="1072" y="3191"/>
                </a:cubicBezTo>
                <a:cubicBezTo>
                  <a:pt x="1322" y="2596"/>
                  <a:pt x="1679" y="2060"/>
                  <a:pt x="2144" y="1596"/>
                </a:cubicBezTo>
                <a:cubicBezTo>
                  <a:pt x="1679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8"/>
          <p:cNvSpPr/>
          <p:nvPr/>
        </p:nvSpPr>
        <p:spPr>
          <a:xfrm rot="-2035561" flipH="1">
            <a:off x="1259179" y="3844883"/>
            <a:ext cx="82922" cy="134238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8"/>
          <p:cNvSpPr/>
          <p:nvPr/>
        </p:nvSpPr>
        <p:spPr>
          <a:xfrm rot="-1649642" flipH="1">
            <a:off x="8141727" y="1303082"/>
            <a:ext cx="83386" cy="134197"/>
          </a:xfrm>
          <a:custGeom>
            <a:avLst/>
            <a:gdLst/>
            <a:ahLst/>
            <a:cxnLst/>
            <a:rect l="l" t="t" r="r" b="b"/>
            <a:pathLst>
              <a:path w="2144" h="3203" extrusionOk="0">
                <a:moveTo>
                  <a:pt x="1072" y="0"/>
                </a:moveTo>
                <a:cubicBezTo>
                  <a:pt x="822" y="595"/>
                  <a:pt x="465" y="1143"/>
                  <a:pt x="0" y="1596"/>
                </a:cubicBezTo>
                <a:cubicBezTo>
                  <a:pt x="465" y="2060"/>
                  <a:pt x="822" y="2596"/>
                  <a:pt x="1072" y="3203"/>
                </a:cubicBezTo>
                <a:cubicBezTo>
                  <a:pt x="1322" y="2596"/>
                  <a:pt x="1691" y="2060"/>
                  <a:pt x="2143" y="1596"/>
                </a:cubicBezTo>
                <a:cubicBezTo>
                  <a:pt x="1691" y="1143"/>
                  <a:pt x="1322" y="595"/>
                  <a:pt x="10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8"/>
          <p:cNvSpPr/>
          <p:nvPr/>
        </p:nvSpPr>
        <p:spPr>
          <a:xfrm rot="1008325" flipH="1">
            <a:off x="8505321" y="3476126"/>
            <a:ext cx="83388" cy="133734"/>
          </a:xfrm>
          <a:custGeom>
            <a:avLst/>
            <a:gdLst/>
            <a:ahLst/>
            <a:cxnLst/>
            <a:rect l="l" t="t" r="r" b="b"/>
            <a:pathLst>
              <a:path w="2144" h="3192" extrusionOk="0">
                <a:moveTo>
                  <a:pt x="1072" y="1"/>
                </a:moveTo>
                <a:cubicBezTo>
                  <a:pt x="822" y="596"/>
                  <a:pt x="464" y="1144"/>
                  <a:pt x="0" y="1596"/>
                </a:cubicBezTo>
                <a:cubicBezTo>
                  <a:pt x="464" y="2061"/>
                  <a:pt x="822" y="2596"/>
                  <a:pt x="1072" y="3192"/>
                </a:cubicBezTo>
                <a:cubicBezTo>
                  <a:pt x="1322" y="2596"/>
                  <a:pt x="1691" y="2061"/>
                  <a:pt x="2143" y="1596"/>
                </a:cubicBezTo>
                <a:cubicBezTo>
                  <a:pt x="1691" y="1144"/>
                  <a:pt x="1322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8"/>
          <p:cNvSpPr/>
          <p:nvPr/>
        </p:nvSpPr>
        <p:spPr>
          <a:xfrm flipH="1">
            <a:off x="6990983" y="4163368"/>
            <a:ext cx="949949" cy="77427"/>
          </a:xfrm>
          <a:custGeom>
            <a:avLst/>
            <a:gdLst/>
            <a:ahLst/>
            <a:cxnLst/>
            <a:rect l="l" t="t" r="r" b="b"/>
            <a:pathLst>
              <a:path w="24425" h="1848" extrusionOk="0">
                <a:moveTo>
                  <a:pt x="2727" y="1"/>
                </a:moveTo>
                <a:cubicBezTo>
                  <a:pt x="2000" y="1"/>
                  <a:pt x="1608" y="417"/>
                  <a:pt x="1334" y="727"/>
                </a:cubicBezTo>
                <a:cubicBezTo>
                  <a:pt x="1048" y="1037"/>
                  <a:pt x="822" y="1275"/>
                  <a:pt x="357" y="1275"/>
                </a:cubicBezTo>
                <a:cubicBezTo>
                  <a:pt x="0" y="1298"/>
                  <a:pt x="0" y="1822"/>
                  <a:pt x="357" y="1846"/>
                </a:cubicBezTo>
                <a:cubicBezTo>
                  <a:pt x="1072" y="1846"/>
                  <a:pt x="1465" y="1418"/>
                  <a:pt x="1750" y="1120"/>
                </a:cubicBezTo>
                <a:cubicBezTo>
                  <a:pt x="2036" y="810"/>
                  <a:pt x="2250" y="572"/>
                  <a:pt x="2727" y="572"/>
                </a:cubicBezTo>
                <a:cubicBezTo>
                  <a:pt x="3191" y="572"/>
                  <a:pt x="3393" y="787"/>
                  <a:pt x="3703" y="1120"/>
                </a:cubicBezTo>
                <a:cubicBezTo>
                  <a:pt x="4001" y="1441"/>
                  <a:pt x="4370" y="1846"/>
                  <a:pt x="5096" y="1846"/>
                </a:cubicBezTo>
                <a:cubicBezTo>
                  <a:pt x="5810" y="1846"/>
                  <a:pt x="6203" y="1418"/>
                  <a:pt x="6489" y="1120"/>
                </a:cubicBezTo>
                <a:cubicBezTo>
                  <a:pt x="6763" y="810"/>
                  <a:pt x="6989" y="572"/>
                  <a:pt x="7454" y="572"/>
                </a:cubicBezTo>
                <a:cubicBezTo>
                  <a:pt x="7930" y="572"/>
                  <a:pt x="8132" y="787"/>
                  <a:pt x="8430" y="1120"/>
                </a:cubicBezTo>
                <a:cubicBezTo>
                  <a:pt x="8727" y="1441"/>
                  <a:pt x="9108" y="1846"/>
                  <a:pt x="9823" y="1846"/>
                </a:cubicBezTo>
                <a:cubicBezTo>
                  <a:pt x="10537" y="1846"/>
                  <a:pt x="10930" y="1429"/>
                  <a:pt x="11216" y="1120"/>
                </a:cubicBezTo>
                <a:cubicBezTo>
                  <a:pt x="11502" y="810"/>
                  <a:pt x="11728" y="572"/>
                  <a:pt x="12192" y="572"/>
                </a:cubicBezTo>
                <a:cubicBezTo>
                  <a:pt x="12657" y="572"/>
                  <a:pt x="12859" y="787"/>
                  <a:pt x="13169" y="1120"/>
                </a:cubicBezTo>
                <a:cubicBezTo>
                  <a:pt x="13466" y="1441"/>
                  <a:pt x="13835" y="1846"/>
                  <a:pt x="14562" y="1846"/>
                </a:cubicBezTo>
                <a:cubicBezTo>
                  <a:pt x="15276" y="1846"/>
                  <a:pt x="15669" y="1429"/>
                  <a:pt x="15955" y="1120"/>
                </a:cubicBezTo>
                <a:cubicBezTo>
                  <a:pt x="16228" y="810"/>
                  <a:pt x="16455" y="572"/>
                  <a:pt x="16919" y="572"/>
                </a:cubicBezTo>
                <a:cubicBezTo>
                  <a:pt x="17395" y="572"/>
                  <a:pt x="17598" y="787"/>
                  <a:pt x="17895" y="1120"/>
                </a:cubicBezTo>
                <a:cubicBezTo>
                  <a:pt x="18193" y="1441"/>
                  <a:pt x="18574" y="1846"/>
                  <a:pt x="19288" y="1846"/>
                </a:cubicBezTo>
                <a:cubicBezTo>
                  <a:pt x="20003" y="1846"/>
                  <a:pt x="20396" y="1429"/>
                  <a:pt x="20681" y="1120"/>
                </a:cubicBezTo>
                <a:cubicBezTo>
                  <a:pt x="20967" y="810"/>
                  <a:pt x="21193" y="572"/>
                  <a:pt x="21658" y="572"/>
                </a:cubicBezTo>
                <a:cubicBezTo>
                  <a:pt x="22122" y="572"/>
                  <a:pt x="22336" y="787"/>
                  <a:pt x="22634" y="1120"/>
                </a:cubicBezTo>
                <a:cubicBezTo>
                  <a:pt x="22932" y="1441"/>
                  <a:pt x="23313" y="1846"/>
                  <a:pt x="24027" y="1846"/>
                </a:cubicBezTo>
                <a:cubicBezTo>
                  <a:pt x="24038" y="1847"/>
                  <a:pt x="24049" y="1848"/>
                  <a:pt x="24060" y="1848"/>
                </a:cubicBezTo>
                <a:cubicBezTo>
                  <a:pt x="24424" y="1848"/>
                  <a:pt x="24421" y="1274"/>
                  <a:pt x="24049" y="1274"/>
                </a:cubicBezTo>
                <a:cubicBezTo>
                  <a:pt x="24042" y="1274"/>
                  <a:pt x="24035" y="1274"/>
                  <a:pt x="24027" y="1275"/>
                </a:cubicBezTo>
                <a:cubicBezTo>
                  <a:pt x="23563" y="1275"/>
                  <a:pt x="23348" y="1048"/>
                  <a:pt x="23051" y="727"/>
                </a:cubicBezTo>
                <a:cubicBezTo>
                  <a:pt x="22753" y="406"/>
                  <a:pt x="22372" y="1"/>
                  <a:pt x="21658" y="1"/>
                </a:cubicBezTo>
                <a:cubicBezTo>
                  <a:pt x="20943" y="1"/>
                  <a:pt x="20550" y="417"/>
                  <a:pt x="20265" y="727"/>
                </a:cubicBezTo>
                <a:cubicBezTo>
                  <a:pt x="19979" y="1037"/>
                  <a:pt x="19765" y="1275"/>
                  <a:pt x="19288" y="1275"/>
                </a:cubicBezTo>
                <a:cubicBezTo>
                  <a:pt x="18824" y="1275"/>
                  <a:pt x="18622" y="1048"/>
                  <a:pt x="18312" y="727"/>
                </a:cubicBezTo>
                <a:cubicBezTo>
                  <a:pt x="18014" y="406"/>
                  <a:pt x="17645" y="1"/>
                  <a:pt x="16919" y="1"/>
                </a:cubicBezTo>
                <a:cubicBezTo>
                  <a:pt x="16205" y="1"/>
                  <a:pt x="15812" y="417"/>
                  <a:pt x="15538" y="727"/>
                </a:cubicBezTo>
                <a:cubicBezTo>
                  <a:pt x="15252" y="1037"/>
                  <a:pt x="15026" y="1275"/>
                  <a:pt x="14562" y="1275"/>
                </a:cubicBezTo>
                <a:cubicBezTo>
                  <a:pt x="14097" y="1275"/>
                  <a:pt x="13883" y="1048"/>
                  <a:pt x="13585" y="727"/>
                </a:cubicBezTo>
                <a:cubicBezTo>
                  <a:pt x="13288" y="406"/>
                  <a:pt x="12907" y="1"/>
                  <a:pt x="12192" y="1"/>
                </a:cubicBezTo>
                <a:cubicBezTo>
                  <a:pt x="11478" y="1"/>
                  <a:pt x="11085" y="417"/>
                  <a:pt x="10799" y="727"/>
                </a:cubicBezTo>
                <a:cubicBezTo>
                  <a:pt x="10513" y="1037"/>
                  <a:pt x="10287" y="1275"/>
                  <a:pt x="9823" y="1275"/>
                </a:cubicBezTo>
                <a:cubicBezTo>
                  <a:pt x="9359" y="1275"/>
                  <a:pt x="9156" y="1048"/>
                  <a:pt x="8847" y="727"/>
                </a:cubicBezTo>
                <a:cubicBezTo>
                  <a:pt x="8549" y="406"/>
                  <a:pt x="8168" y="1"/>
                  <a:pt x="7454" y="1"/>
                </a:cubicBezTo>
                <a:cubicBezTo>
                  <a:pt x="6739" y="1"/>
                  <a:pt x="6346" y="417"/>
                  <a:pt x="6060" y="727"/>
                </a:cubicBezTo>
                <a:cubicBezTo>
                  <a:pt x="5787" y="1037"/>
                  <a:pt x="5560" y="1275"/>
                  <a:pt x="5096" y="1275"/>
                </a:cubicBezTo>
                <a:cubicBezTo>
                  <a:pt x="4620" y="1275"/>
                  <a:pt x="4417" y="1048"/>
                  <a:pt x="4120" y="727"/>
                </a:cubicBezTo>
                <a:cubicBezTo>
                  <a:pt x="3810" y="406"/>
                  <a:pt x="3441" y="1"/>
                  <a:pt x="272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8"/>
          <p:cNvSpPr/>
          <p:nvPr/>
        </p:nvSpPr>
        <p:spPr>
          <a:xfrm flipH="1">
            <a:off x="3041430" y="4374233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8"/>
          <p:cNvSpPr/>
          <p:nvPr/>
        </p:nvSpPr>
        <p:spPr>
          <a:xfrm flipH="1">
            <a:off x="5249725" y="2924975"/>
            <a:ext cx="785395" cy="63894"/>
          </a:xfrm>
          <a:custGeom>
            <a:avLst/>
            <a:gdLst/>
            <a:ahLst/>
            <a:cxnLst/>
            <a:rect l="l" t="t" r="r" b="b"/>
            <a:pathLst>
              <a:path w="20194" h="1525" extrusionOk="0">
                <a:moveTo>
                  <a:pt x="2263" y="0"/>
                </a:moveTo>
                <a:cubicBezTo>
                  <a:pt x="1680" y="0"/>
                  <a:pt x="1346" y="357"/>
                  <a:pt x="1120" y="607"/>
                </a:cubicBezTo>
                <a:cubicBezTo>
                  <a:pt x="882" y="858"/>
                  <a:pt x="691" y="1048"/>
                  <a:pt x="310" y="1048"/>
                </a:cubicBezTo>
                <a:cubicBezTo>
                  <a:pt x="1" y="1048"/>
                  <a:pt x="1" y="1524"/>
                  <a:pt x="310" y="1524"/>
                </a:cubicBezTo>
                <a:cubicBezTo>
                  <a:pt x="906" y="1524"/>
                  <a:pt x="1227" y="1167"/>
                  <a:pt x="1465" y="917"/>
                </a:cubicBezTo>
                <a:cubicBezTo>
                  <a:pt x="1692" y="667"/>
                  <a:pt x="1882" y="465"/>
                  <a:pt x="2263" y="465"/>
                </a:cubicBezTo>
                <a:cubicBezTo>
                  <a:pt x="2656" y="465"/>
                  <a:pt x="2823" y="643"/>
                  <a:pt x="3073" y="917"/>
                </a:cubicBezTo>
                <a:cubicBezTo>
                  <a:pt x="3323" y="1191"/>
                  <a:pt x="3632" y="1524"/>
                  <a:pt x="4228" y="1524"/>
                </a:cubicBezTo>
                <a:cubicBezTo>
                  <a:pt x="4823" y="1524"/>
                  <a:pt x="5144" y="1167"/>
                  <a:pt x="5382" y="917"/>
                </a:cubicBezTo>
                <a:cubicBezTo>
                  <a:pt x="5609" y="667"/>
                  <a:pt x="5799" y="465"/>
                  <a:pt x="6180" y="465"/>
                </a:cubicBezTo>
                <a:cubicBezTo>
                  <a:pt x="6573" y="465"/>
                  <a:pt x="6740" y="643"/>
                  <a:pt x="6990" y="917"/>
                </a:cubicBezTo>
                <a:cubicBezTo>
                  <a:pt x="7240" y="1191"/>
                  <a:pt x="7549" y="1524"/>
                  <a:pt x="8145" y="1524"/>
                </a:cubicBezTo>
                <a:cubicBezTo>
                  <a:pt x="8740" y="1524"/>
                  <a:pt x="9061" y="1167"/>
                  <a:pt x="9300" y="917"/>
                </a:cubicBezTo>
                <a:cubicBezTo>
                  <a:pt x="9526" y="667"/>
                  <a:pt x="9716" y="465"/>
                  <a:pt x="10097" y="465"/>
                </a:cubicBezTo>
                <a:cubicBezTo>
                  <a:pt x="10490" y="465"/>
                  <a:pt x="10657" y="643"/>
                  <a:pt x="10907" y="917"/>
                </a:cubicBezTo>
                <a:cubicBezTo>
                  <a:pt x="11157" y="1191"/>
                  <a:pt x="11467" y="1524"/>
                  <a:pt x="12062" y="1524"/>
                </a:cubicBezTo>
                <a:cubicBezTo>
                  <a:pt x="12645" y="1524"/>
                  <a:pt x="12979" y="1167"/>
                  <a:pt x="13205" y="917"/>
                </a:cubicBezTo>
                <a:cubicBezTo>
                  <a:pt x="13443" y="667"/>
                  <a:pt x="13633" y="465"/>
                  <a:pt x="14014" y="465"/>
                </a:cubicBezTo>
                <a:cubicBezTo>
                  <a:pt x="14395" y="465"/>
                  <a:pt x="14562" y="643"/>
                  <a:pt x="14812" y="917"/>
                </a:cubicBezTo>
                <a:cubicBezTo>
                  <a:pt x="15062" y="1191"/>
                  <a:pt x="15372" y="1524"/>
                  <a:pt x="15967" y="1524"/>
                </a:cubicBezTo>
                <a:cubicBezTo>
                  <a:pt x="16562" y="1524"/>
                  <a:pt x="16884" y="1167"/>
                  <a:pt x="17122" y="917"/>
                </a:cubicBezTo>
                <a:cubicBezTo>
                  <a:pt x="17360" y="667"/>
                  <a:pt x="17539" y="465"/>
                  <a:pt x="17932" y="465"/>
                </a:cubicBezTo>
                <a:cubicBezTo>
                  <a:pt x="18313" y="465"/>
                  <a:pt x="18479" y="643"/>
                  <a:pt x="18729" y="917"/>
                </a:cubicBezTo>
                <a:cubicBezTo>
                  <a:pt x="18979" y="1191"/>
                  <a:pt x="19289" y="1524"/>
                  <a:pt x="19884" y="1524"/>
                </a:cubicBezTo>
                <a:cubicBezTo>
                  <a:pt x="20194" y="1524"/>
                  <a:pt x="20194" y="1048"/>
                  <a:pt x="19884" y="1048"/>
                </a:cubicBezTo>
                <a:cubicBezTo>
                  <a:pt x="19491" y="1048"/>
                  <a:pt x="19325" y="881"/>
                  <a:pt x="19075" y="607"/>
                </a:cubicBezTo>
                <a:cubicBezTo>
                  <a:pt x="18825" y="334"/>
                  <a:pt x="18515" y="0"/>
                  <a:pt x="17920" y="0"/>
                </a:cubicBezTo>
                <a:cubicBezTo>
                  <a:pt x="17336" y="0"/>
                  <a:pt x="17003" y="357"/>
                  <a:pt x="16777" y="607"/>
                </a:cubicBezTo>
                <a:cubicBezTo>
                  <a:pt x="16539" y="858"/>
                  <a:pt x="16348" y="1048"/>
                  <a:pt x="15967" y="1048"/>
                </a:cubicBezTo>
                <a:cubicBezTo>
                  <a:pt x="15586" y="1048"/>
                  <a:pt x="15419" y="881"/>
                  <a:pt x="15157" y="607"/>
                </a:cubicBezTo>
                <a:cubicBezTo>
                  <a:pt x="14907" y="334"/>
                  <a:pt x="14598" y="0"/>
                  <a:pt x="14014" y="0"/>
                </a:cubicBezTo>
                <a:cubicBezTo>
                  <a:pt x="13419" y="0"/>
                  <a:pt x="13098" y="357"/>
                  <a:pt x="12860" y="607"/>
                </a:cubicBezTo>
                <a:cubicBezTo>
                  <a:pt x="12621" y="858"/>
                  <a:pt x="12443" y="1048"/>
                  <a:pt x="12050" y="1048"/>
                </a:cubicBezTo>
                <a:cubicBezTo>
                  <a:pt x="11669" y="1048"/>
                  <a:pt x="11502" y="881"/>
                  <a:pt x="11252" y="607"/>
                </a:cubicBezTo>
                <a:cubicBezTo>
                  <a:pt x="11002" y="334"/>
                  <a:pt x="10693" y="0"/>
                  <a:pt x="10097" y="0"/>
                </a:cubicBezTo>
                <a:cubicBezTo>
                  <a:pt x="9502" y="0"/>
                  <a:pt x="9181" y="357"/>
                  <a:pt x="8942" y="607"/>
                </a:cubicBezTo>
                <a:cubicBezTo>
                  <a:pt x="8716" y="858"/>
                  <a:pt x="8526" y="1048"/>
                  <a:pt x="8145" y="1048"/>
                </a:cubicBezTo>
                <a:cubicBezTo>
                  <a:pt x="7752" y="1048"/>
                  <a:pt x="7585" y="881"/>
                  <a:pt x="7335" y="607"/>
                </a:cubicBezTo>
                <a:cubicBezTo>
                  <a:pt x="7085" y="334"/>
                  <a:pt x="6775" y="0"/>
                  <a:pt x="6180" y="0"/>
                </a:cubicBezTo>
                <a:cubicBezTo>
                  <a:pt x="5597" y="0"/>
                  <a:pt x="5263" y="357"/>
                  <a:pt x="5037" y="607"/>
                </a:cubicBezTo>
                <a:cubicBezTo>
                  <a:pt x="4799" y="858"/>
                  <a:pt x="4609" y="1048"/>
                  <a:pt x="4228" y="1048"/>
                </a:cubicBezTo>
                <a:cubicBezTo>
                  <a:pt x="3835" y="1048"/>
                  <a:pt x="3668" y="881"/>
                  <a:pt x="3418" y="607"/>
                </a:cubicBezTo>
                <a:cubicBezTo>
                  <a:pt x="3168" y="334"/>
                  <a:pt x="2858" y="0"/>
                  <a:pt x="22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8"/>
          <p:cNvSpPr/>
          <p:nvPr/>
        </p:nvSpPr>
        <p:spPr>
          <a:xfrm rot="-5400000" flipH="1">
            <a:off x="619398" y="1230068"/>
            <a:ext cx="783995" cy="63894"/>
          </a:xfrm>
          <a:custGeom>
            <a:avLst/>
            <a:gdLst/>
            <a:ahLst/>
            <a:cxnLst/>
            <a:rect l="l" t="t" r="r" b="b"/>
            <a:pathLst>
              <a:path w="20158" h="1525" extrusionOk="0">
                <a:moveTo>
                  <a:pt x="2251" y="0"/>
                </a:moveTo>
                <a:cubicBezTo>
                  <a:pt x="1656" y="0"/>
                  <a:pt x="1334" y="346"/>
                  <a:pt x="1096" y="596"/>
                </a:cubicBezTo>
                <a:cubicBezTo>
                  <a:pt x="858" y="858"/>
                  <a:pt x="679" y="1060"/>
                  <a:pt x="286" y="1060"/>
                </a:cubicBezTo>
                <a:cubicBezTo>
                  <a:pt x="1" y="1084"/>
                  <a:pt x="1" y="1501"/>
                  <a:pt x="286" y="1524"/>
                </a:cubicBezTo>
                <a:cubicBezTo>
                  <a:pt x="882" y="1524"/>
                  <a:pt x="1203" y="1179"/>
                  <a:pt x="1441" y="917"/>
                </a:cubicBezTo>
                <a:cubicBezTo>
                  <a:pt x="1679" y="667"/>
                  <a:pt x="1858" y="465"/>
                  <a:pt x="2251" y="465"/>
                </a:cubicBezTo>
                <a:cubicBezTo>
                  <a:pt x="2632" y="465"/>
                  <a:pt x="2811" y="655"/>
                  <a:pt x="3061" y="917"/>
                </a:cubicBezTo>
                <a:cubicBezTo>
                  <a:pt x="3311" y="1191"/>
                  <a:pt x="3620" y="1524"/>
                  <a:pt x="4204" y="1524"/>
                </a:cubicBezTo>
                <a:cubicBezTo>
                  <a:pt x="4799" y="1524"/>
                  <a:pt x="5120" y="1179"/>
                  <a:pt x="5359" y="917"/>
                </a:cubicBezTo>
                <a:cubicBezTo>
                  <a:pt x="5597" y="667"/>
                  <a:pt x="5775" y="465"/>
                  <a:pt x="6168" y="465"/>
                </a:cubicBezTo>
                <a:cubicBezTo>
                  <a:pt x="6549" y="465"/>
                  <a:pt x="6728" y="655"/>
                  <a:pt x="6966" y="917"/>
                </a:cubicBezTo>
                <a:cubicBezTo>
                  <a:pt x="7216" y="1191"/>
                  <a:pt x="7525" y="1524"/>
                  <a:pt x="8121" y="1524"/>
                </a:cubicBezTo>
                <a:cubicBezTo>
                  <a:pt x="8716" y="1524"/>
                  <a:pt x="9038" y="1179"/>
                  <a:pt x="9276" y="917"/>
                </a:cubicBezTo>
                <a:cubicBezTo>
                  <a:pt x="9514" y="667"/>
                  <a:pt x="9692" y="465"/>
                  <a:pt x="10085" y="465"/>
                </a:cubicBezTo>
                <a:cubicBezTo>
                  <a:pt x="10466" y="465"/>
                  <a:pt x="10633" y="655"/>
                  <a:pt x="10883" y="917"/>
                </a:cubicBezTo>
                <a:cubicBezTo>
                  <a:pt x="11133" y="1191"/>
                  <a:pt x="11443" y="1524"/>
                  <a:pt x="12038" y="1524"/>
                </a:cubicBezTo>
                <a:cubicBezTo>
                  <a:pt x="12633" y="1524"/>
                  <a:pt x="12955" y="1179"/>
                  <a:pt x="13193" y="917"/>
                </a:cubicBezTo>
                <a:cubicBezTo>
                  <a:pt x="13419" y="667"/>
                  <a:pt x="13610" y="465"/>
                  <a:pt x="13991" y="465"/>
                </a:cubicBezTo>
                <a:cubicBezTo>
                  <a:pt x="14383" y="465"/>
                  <a:pt x="14550" y="655"/>
                  <a:pt x="14800" y="917"/>
                </a:cubicBezTo>
                <a:cubicBezTo>
                  <a:pt x="15050" y="1191"/>
                  <a:pt x="15360" y="1524"/>
                  <a:pt x="15955" y="1524"/>
                </a:cubicBezTo>
                <a:cubicBezTo>
                  <a:pt x="16538" y="1524"/>
                  <a:pt x="16872" y="1179"/>
                  <a:pt x="17098" y="917"/>
                </a:cubicBezTo>
                <a:cubicBezTo>
                  <a:pt x="17336" y="667"/>
                  <a:pt x="17527" y="465"/>
                  <a:pt x="17908" y="465"/>
                </a:cubicBezTo>
                <a:cubicBezTo>
                  <a:pt x="18301" y="465"/>
                  <a:pt x="18467" y="655"/>
                  <a:pt x="18717" y="917"/>
                </a:cubicBezTo>
                <a:cubicBezTo>
                  <a:pt x="18967" y="1191"/>
                  <a:pt x="19277" y="1524"/>
                  <a:pt x="19872" y="1524"/>
                </a:cubicBezTo>
                <a:cubicBezTo>
                  <a:pt x="20158" y="1501"/>
                  <a:pt x="20158" y="1084"/>
                  <a:pt x="19872" y="1060"/>
                </a:cubicBezTo>
                <a:cubicBezTo>
                  <a:pt x="19479" y="1060"/>
                  <a:pt x="19313" y="870"/>
                  <a:pt x="19063" y="596"/>
                </a:cubicBezTo>
                <a:cubicBezTo>
                  <a:pt x="18813" y="334"/>
                  <a:pt x="18503" y="0"/>
                  <a:pt x="17908" y="0"/>
                </a:cubicBezTo>
                <a:cubicBezTo>
                  <a:pt x="17312" y="0"/>
                  <a:pt x="16991" y="346"/>
                  <a:pt x="16753" y="596"/>
                </a:cubicBezTo>
                <a:cubicBezTo>
                  <a:pt x="16527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596"/>
                </a:cubicBezTo>
                <a:cubicBezTo>
                  <a:pt x="14895" y="334"/>
                  <a:pt x="14586" y="0"/>
                  <a:pt x="13991" y="0"/>
                </a:cubicBezTo>
                <a:cubicBezTo>
                  <a:pt x="13407" y="0"/>
                  <a:pt x="13074" y="346"/>
                  <a:pt x="12848" y="596"/>
                </a:cubicBezTo>
                <a:cubicBezTo>
                  <a:pt x="12609" y="858"/>
                  <a:pt x="12419" y="1060"/>
                  <a:pt x="12038" y="1060"/>
                </a:cubicBezTo>
                <a:cubicBezTo>
                  <a:pt x="11645" y="1060"/>
                  <a:pt x="11478" y="870"/>
                  <a:pt x="11228" y="596"/>
                </a:cubicBezTo>
                <a:cubicBezTo>
                  <a:pt x="10978" y="334"/>
                  <a:pt x="10669" y="0"/>
                  <a:pt x="10085" y="0"/>
                </a:cubicBezTo>
                <a:cubicBezTo>
                  <a:pt x="9490" y="0"/>
                  <a:pt x="9157" y="346"/>
                  <a:pt x="8930" y="596"/>
                </a:cubicBezTo>
                <a:cubicBezTo>
                  <a:pt x="8692" y="858"/>
                  <a:pt x="8514" y="1060"/>
                  <a:pt x="8121" y="1060"/>
                </a:cubicBezTo>
                <a:cubicBezTo>
                  <a:pt x="7740" y="1060"/>
                  <a:pt x="7561" y="870"/>
                  <a:pt x="7311" y="596"/>
                </a:cubicBezTo>
                <a:cubicBezTo>
                  <a:pt x="7073" y="334"/>
                  <a:pt x="6752" y="0"/>
                  <a:pt x="6168" y="0"/>
                </a:cubicBezTo>
                <a:cubicBezTo>
                  <a:pt x="5573" y="0"/>
                  <a:pt x="5251" y="346"/>
                  <a:pt x="5013" y="596"/>
                </a:cubicBezTo>
                <a:cubicBezTo>
                  <a:pt x="4775" y="858"/>
                  <a:pt x="4597" y="1060"/>
                  <a:pt x="4204" y="1060"/>
                </a:cubicBezTo>
                <a:cubicBezTo>
                  <a:pt x="3823" y="1060"/>
                  <a:pt x="3644" y="870"/>
                  <a:pt x="3406" y="596"/>
                </a:cubicBezTo>
                <a:cubicBezTo>
                  <a:pt x="3156" y="334"/>
                  <a:pt x="2846" y="0"/>
                  <a:pt x="225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8"/>
          <p:cNvSpPr/>
          <p:nvPr/>
        </p:nvSpPr>
        <p:spPr>
          <a:xfrm rot="-1537472" flipH="1">
            <a:off x="3997084" y="2246956"/>
            <a:ext cx="82919" cy="134242"/>
          </a:xfrm>
          <a:custGeom>
            <a:avLst/>
            <a:gdLst/>
            <a:ahLst/>
            <a:cxnLst/>
            <a:rect l="l" t="t" r="r" b="b"/>
            <a:pathLst>
              <a:path w="2132" h="3204" extrusionOk="0">
                <a:moveTo>
                  <a:pt x="1072" y="1"/>
                </a:moveTo>
                <a:cubicBezTo>
                  <a:pt x="810" y="596"/>
                  <a:pt x="453" y="1144"/>
                  <a:pt x="0" y="1608"/>
                </a:cubicBezTo>
                <a:cubicBezTo>
                  <a:pt x="453" y="2060"/>
                  <a:pt x="810" y="2608"/>
                  <a:pt x="1072" y="3203"/>
                </a:cubicBezTo>
                <a:cubicBezTo>
                  <a:pt x="1310" y="2608"/>
                  <a:pt x="1679" y="2060"/>
                  <a:pt x="2132" y="1608"/>
                </a:cubicBezTo>
                <a:cubicBezTo>
                  <a:pt x="1679" y="1144"/>
                  <a:pt x="1310" y="596"/>
                  <a:pt x="10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8"/>
          <p:cNvSpPr/>
          <p:nvPr/>
        </p:nvSpPr>
        <p:spPr>
          <a:xfrm flipH="1">
            <a:off x="448778" y="4401933"/>
            <a:ext cx="1125277" cy="196122"/>
          </a:xfrm>
          <a:custGeom>
            <a:avLst/>
            <a:gdLst/>
            <a:ahLst/>
            <a:cxnLst/>
            <a:rect l="l" t="t" r="r" b="b"/>
            <a:pathLst>
              <a:path w="28933" h="4681" extrusionOk="0">
                <a:moveTo>
                  <a:pt x="2334" y="1"/>
                </a:moveTo>
                <a:cubicBezTo>
                  <a:pt x="1048" y="1"/>
                  <a:pt x="0" y="1049"/>
                  <a:pt x="0" y="2335"/>
                </a:cubicBezTo>
                <a:cubicBezTo>
                  <a:pt x="0" y="3632"/>
                  <a:pt x="1048" y="4680"/>
                  <a:pt x="2334" y="4680"/>
                </a:cubicBezTo>
                <a:lnTo>
                  <a:pt x="26599" y="4680"/>
                </a:lnTo>
                <a:cubicBezTo>
                  <a:pt x="27885" y="4680"/>
                  <a:pt x="28933" y="3632"/>
                  <a:pt x="28933" y="2335"/>
                </a:cubicBezTo>
                <a:cubicBezTo>
                  <a:pt x="28933" y="1049"/>
                  <a:pt x="27885" y="1"/>
                  <a:pt x="2659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8"/>
          <p:cNvSpPr/>
          <p:nvPr/>
        </p:nvSpPr>
        <p:spPr>
          <a:xfrm flipH="1">
            <a:off x="6991005" y="987620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6" name="Google Shape;486;p18"/>
          <p:cNvGrpSpPr/>
          <p:nvPr/>
        </p:nvGrpSpPr>
        <p:grpSpPr>
          <a:xfrm rot="-1307765" flipH="1">
            <a:off x="2898762" y="626827"/>
            <a:ext cx="142656" cy="149447"/>
            <a:chOff x="1160468" y="31374"/>
            <a:chExt cx="142658" cy="149448"/>
          </a:xfrm>
        </p:grpSpPr>
        <p:sp>
          <p:nvSpPr>
            <p:cNvPr id="487" name="Google Shape;487;p18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8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" name="Google Shape;489;p18"/>
          <p:cNvSpPr/>
          <p:nvPr/>
        </p:nvSpPr>
        <p:spPr>
          <a:xfrm rot="-5400000" flipH="1">
            <a:off x="1969631" y="755907"/>
            <a:ext cx="520498" cy="220046"/>
          </a:xfrm>
          <a:custGeom>
            <a:avLst/>
            <a:gdLst/>
            <a:ahLst/>
            <a:cxnLst/>
            <a:rect l="l" t="t" r="r" b="b"/>
            <a:pathLst>
              <a:path w="13383" h="5252" extrusionOk="0">
                <a:moveTo>
                  <a:pt x="10871" y="572"/>
                </a:moveTo>
                <a:cubicBezTo>
                  <a:pt x="11954" y="572"/>
                  <a:pt x="12847" y="1501"/>
                  <a:pt x="12847" y="2632"/>
                </a:cubicBezTo>
                <a:cubicBezTo>
                  <a:pt x="12847" y="3763"/>
                  <a:pt x="11954" y="4680"/>
                  <a:pt x="10871" y="4680"/>
                </a:cubicBezTo>
                <a:lnTo>
                  <a:pt x="2524" y="4680"/>
                </a:lnTo>
                <a:cubicBezTo>
                  <a:pt x="1441" y="4680"/>
                  <a:pt x="548" y="3763"/>
                  <a:pt x="548" y="2632"/>
                </a:cubicBezTo>
                <a:cubicBezTo>
                  <a:pt x="548" y="1501"/>
                  <a:pt x="1441" y="572"/>
                  <a:pt x="2524" y="572"/>
                </a:cubicBezTo>
                <a:close/>
                <a:moveTo>
                  <a:pt x="2512" y="0"/>
                </a:moveTo>
                <a:cubicBezTo>
                  <a:pt x="1131" y="0"/>
                  <a:pt x="0" y="1179"/>
                  <a:pt x="0" y="2632"/>
                </a:cubicBezTo>
                <a:cubicBezTo>
                  <a:pt x="0" y="4072"/>
                  <a:pt x="1131" y="5251"/>
                  <a:pt x="2512" y="5251"/>
                </a:cubicBezTo>
                <a:lnTo>
                  <a:pt x="10871" y="5251"/>
                </a:lnTo>
                <a:cubicBezTo>
                  <a:pt x="12252" y="5251"/>
                  <a:pt x="13383" y="4072"/>
                  <a:pt x="13383" y="2632"/>
                </a:cubicBezTo>
                <a:cubicBezTo>
                  <a:pt x="13383" y="1179"/>
                  <a:pt x="12264" y="0"/>
                  <a:pt x="1087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8"/>
          <p:cNvSpPr/>
          <p:nvPr/>
        </p:nvSpPr>
        <p:spPr>
          <a:xfrm flipH="1">
            <a:off x="7569940" y="540008"/>
            <a:ext cx="1125277" cy="196122"/>
          </a:xfrm>
          <a:custGeom>
            <a:avLst/>
            <a:gdLst/>
            <a:ahLst/>
            <a:cxnLst/>
            <a:rect l="l" t="t" r="r" b="b"/>
            <a:pathLst>
              <a:path w="28933" h="4681" extrusionOk="0">
                <a:moveTo>
                  <a:pt x="2334" y="1"/>
                </a:moveTo>
                <a:cubicBezTo>
                  <a:pt x="1048" y="1"/>
                  <a:pt x="0" y="1049"/>
                  <a:pt x="0" y="2335"/>
                </a:cubicBezTo>
                <a:cubicBezTo>
                  <a:pt x="0" y="3632"/>
                  <a:pt x="1048" y="4680"/>
                  <a:pt x="2334" y="4680"/>
                </a:cubicBezTo>
                <a:lnTo>
                  <a:pt x="26599" y="4680"/>
                </a:lnTo>
                <a:cubicBezTo>
                  <a:pt x="27885" y="4680"/>
                  <a:pt x="28933" y="3632"/>
                  <a:pt x="28933" y="2335"/>
                </a:cubicBezTo>
                <a:cubicBezTo>
                  <a:pt x="28933" y="1049"/>
                  <a:pt x="27885" y="1"/>
                  <a:pt x="2659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8"/>
          <p:cNvSpPr/>
          <p:nvPr/>
        </p:nvSpPr>
        <p:spPr>
          <a:xfrm flipH="1">
            <a:off x="672486" y="2476444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8"/>
          <p:cNvSpPr/>
          <p:nvPr/>
        </p:nvSpPr>
        <p:spPr>
          <a:xfrm flipH="1">
            <a:off x="4227830" y="1448958"/>
            <a:ext cx="785434" cy="63977"/>
          </a:xfrm>
          <a:custGeom>
            <a:avLst/>
            <a:gdLst/>
            <a:ahLst/>
            <a:cxnLst/>
            <a:rect l="l" t="t" r="r" b="b"/>
            <a:pathLst>
              <a:path w="20195" h="1527" extrusionOk="0">
                <a:moveTo>
                  <a:pt x="2250" y="1"/>
                </a:moveTo>
                <a:cubicBezTo>
                  <a:pt x="1655" y="1"/>
                  <a:pt x="1334" y="346"/>
                  <a:pt x="1096" y="608"/>
                </a:cubicBezTo>
                <a:cubicBezTo>
                  <a:pt x="857" y="858"/>
                  <a:pt x="679" y="1060"/>
                  <a:pt x="286" y="1060"/>
                </a:cubicBezTo>
                <a:cubicBezTo>
                  <a:pt x="0" y="1084"/>
                  <a:pt x="0" y="1501"/>
                  <a:pt x="286" y="1525"/>
                </a:cubicBezTo>
                <a:cubicBezTo>
                  <a:pt x="881" y="1525"/>
                  <a:pt x="1203" y="1179"/>
                  <a:pt x="1441" y="929"/>
                </a:cubicBezTo>
                <a:cubicBezTo>
                  <a:pt x="1679" y="667"/>
                  <a:pt x="1858" y="465"/>
                  <a:pt x="2250" y="465"/>
                </a:cubicBezTo>
                <a:cubicBezTo>
                  <a:pt x="2631" y="465"/>
                  <a:pt x="2810" y="655"/>
                  <a:pt x="3060" y="929"/>
                </a:cubicBezTo>
                <a:cubicBezTo>
                  <a:pt x="3310" y="1191"/>
                  <a:pt x="3620" y="1525"/>
                  <a:pt x="4203" y="1525"/>
                </a:cubicBezTo>
                <a:cubicBezTo>
                  <a:pt x="4798" y="1525"/>
                  <a:pt x="5132" y="1179"/>
                  <a:pt x="5358" y="929"/>
                </a:cubicBezTo>
                <a:cubicBezTo>
                  <a:pt x="5596" y="667"/>
                  <a:pt x="5775" y="465"/>
                  <a:pt x="6168" y="465"/>
                </a:cubicBezTo>
                <a:cubicBezTo>
                  <a:pt x="6549" y="465"/>
                  <a:pt x="6727" y="655"/>
                  <a:pt x="6977" y="929"/>
                </a:cubicBezTo>
                <a:cubicBezTo>
                  <a:pt x="7215" y="1191"/>
                  <a:pt x="7537" y="1525"/>
                  <a:pt x="8120" y="1525"/>
                </a:cubicBezTo>
                <a:cubicBezTo>
                  <a:pt x="8716" y="1525"/>
                  <a:pt x="9037" y="1179"/>
                  <a:pt x="9275" y="929"/>
                </a:cubicBezTo>
                <a:cubicBezTo>
                  <a:pt x="9513" y="667"/>
                  <a:pt x="9692" y="465"/>
                  <a:pt x="10085" y="465"/>
                </a:cubicBezTo>
                <a:cubicBezTo>
                  <a:pt x="10466" y="465"/>
                  <a:pt x="10632" y="655"/>
                  <a:pt x="10882" y="929"/>
                </a:cubicBezTo>
                <a:cubicBezTo>
                  <a:pt x="11133" y="1191"/>
                  <a:pt x="11442" y="1525"/>
                  <a:pt x="12037" y="1525"/>
                </a:cubicBezTo>
                <a:cubicBezTo>
                  <a:pt x="12633" y="1525"/>
                  <a:pt x="12954" y="1179"/>
                  <a:pt x="13192" y="929"/>
                </a:cubicBezTo>
                <a:cubicBezTo>
                  <a:pt x="13419" y="667"/>
                  <a:pt x="13609" y="465"/>
                  <a:pt x="13990" y="465"/>
                </a:cubicBezTo>
                <a:cubicBezTo>
                  <a:pt x="14383" y="465"/>
                  <a:pt x="14550" y="655"/>
                  <a:pt x="14800" y="929"/>
                </a:cubicBezTo>
                <a:cubicBezTo>
                  <a:pt x="15050" y="1191"/>
                  <a:pt x="15359" y="1525"/>
                  <a:pt x="15955" y="1525"/>
                </a:cubicBezTo>
                <a:cubicBezTo>
                  <a:pt x="16538" y="1525"/>
                  <a:pt x="16871" y="1179"/>
                  <a:pt x="17098" y="929"/>
                </a:cubicBezTo>
                <a:cubicBezTo>
                  <a:pt x="17336" y="667"/>
                  <a:pt x="17526" y="465"/>
                  <a:pt x="17907" y="465"/>
                </a:cubicBezTo>
                <a:cubicBezTo>
                  <a:pt x="18300" y="465"/>
                  <a:pt x="18467" y="655"/>
                  <a:pt x="18717" y="929"/>
                </a:cubicBezTo>
                <a:cubicBezTo>
                  <a:pt x="18967" y="1191"/>
                  <a:pt x="19264" y="1525"/>
                  <a:pt x="19860" y="1525"/>
                </a:cubicBezTo>
                <a:cubicBezTo>
                  <a:pt x="19871" y="1526"/>
                  <a:pt x="19882" y="1526"/>
                  <a:pt x="19892" y="1526"/>
                </a:cubicBezTo>
                <a:cubicBezTo>
                  <a:pt x="20194" y="1526"/>
                  <a:pt x="20194" y="1059"/>
                  <a:pt x="19892" y="1059"/>
                </a:cubicBezTo>
                <a:cubicBezTo>
                  <a:pt x="19882" y="1059"/>
                  <a:pt x="19871" y="1059"/>
                  <a:pt x="19860" y="1060"/>
                </a:cubicBezTo>
                <a:cubicBezTo>
                  <a:pt x="19479" y="1060"/>
                  <a:pt x="19312" y="870"/>
                  <a:pt x="19062" y="608"/>
                </a:cubicBezTo>
                <a:cubicBezTo>
                  <a:pt x="18812" y="334"/>
                  <a:pt x="18502" y="1"/>
                  <a:pt x="17907" y="1"/>
                </a:cubicBezTo>
                <a:cubicBezTo>
                  <a:pt x="17312" y="1"/>
                  <a:pt x="16990" y="346"/>
                  <a:pt x="16752" y="608"/>
                </a:cubicBezTo>
                <a:cubicBezTo>
                  <a:pt x="16526" y="858"/>
                  <a:pt x="16336" y="1060"/>
                  <a:pt x="15955" y="1060"/>
                </a:cubicBezTo>
                <a:cubicBezTo>
                  <a:pt x="15562" y="1060"/>
                  <a:pt x="15395" y="870"/>
                  <a:pt x="15145" y="608"/>
                </a:cubicBezTo>
                <a:cubicBezTo>
                  <a:pt x="14895" y="334"/>
                  <a:pt x="14585" y="1"/>
                  <a:pt x="13990" y="1"/>
                </a:cubicBezTo>
                <a:cubicBezTo>
                  <a:pt x="13407" y="1"/>
                  <a:pt x="13073" y="346"/>
                  <a:pt x="12847" y="608"/>
                </a:cubicBezTo>
                <a:cubicBezTo>
                  <a:pt x="12609" y="858"/>
                  <a:pt x="12418" y="1060"/>
                  <a:pt x="12037" y="1060"/>
                </a:cubicBezTo>
                <a:cubicBezTo>
                  <a:pt x="11656" y="1060"/>
                  <a:pt x="11478" y="870"/>
                  <a:pt x="11228" y="608"/>
                </a:cubicBezTo>
                <a:cubicBezTo>
                  <a:pt x="10978" y="334"/>
                  <a:pt x="10668" y="1"/>
                  <a:pt x="10085" y="1"/>
                </a:cubicBezTo>
                <a:cubicBezTo>
                  <a:pt x="9489" y="1"/>
                  <a:pt x="9168" y="346"/>
                  <a:pt x="8930" y="608"/>
                </a:cubicBezTo>
                <a:cubicBezTo>
                  <a:pt x="8692" y="858"/>
                  <a:pt x="8513" y="1060"/>
                  <a:pt x="8120" y="1060"/>
                </a:cubicBezTo>
                <a:cubicBezTo>
                  <a:pt x="7739" y="1060"/>
                  <a:pt x="7561" y="870"/>
                  <a:pt x="7323" y="608"/>
                </a:cubicBezTo>
                <a:cubicBezTo>
                  <a:pt x="7072" y="334"/>
                  <a:pt x="6763" y="1"/>
                  <a:pt x="6168" y="1"/>
                </a:cubicBezTo>
                <a:cubicBezTo>
                  <a:pt x="5572" y="1"/>
                  <a:pt x="5251" y="346"/>
                  <a:pt x="5013" y="608"/>
                </a:cubicBezTo>
                <a:cubicBezTo>
                  <a:pt x="4775" y="858"/>
                  <a:pt x="4596" y="1060"/>
                  <a:pt x="4203" y="1060"/>
                </a:cubicBezTo>
                <a:cubicBezTo>
                  <a:pt x="3822" y="1060"/>
                  <a:pt x="3655" y="870"/>
                  <a:pt x="3405" y="608"/>
                </a:cubicBezTo>
                <a:cubicBezTo>
                  <a:pt x="3155" y="334"/>
                  <a:pt x="2846" y="1"/>
                  <a:pt x="22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8"/>
          <p:cNvSpPr/>
          <p:nvPr/>
        </p:nvSpPr>
        <p:spPr>
          <a:xfrm flipH="1">
            <a:off x="6152374" y="2197369"/>
            <a:ext cx="1256306" cy="95317"/>
          </a:xfrm>
          <a:custGeom>
            <a:avLst/>
            <a:gdLst/>
            <a:ahLst/>
            <a:cxnLst/>
            <a:rect l="l" t="t" r="r" b="b"/>
            <a:pathLst>
              <a:path w="32302" h="2275" extrusionOk="0">
                <a:moveTo>
                  <a:pt x="3536" y="1"/>
                </a:moveTo>
                <a:cubicBezTo>
                  <a:pt x="2620" y="1"/>
                  <a:pt x="2155" y="501"/>
                  <a:pt x="1750" y="941"/>
                </a:cubicBezTo>
                <a:cubicBezTo>
                  <a:pt x="1369" y="1358"/>
                  <a:pt x="1048" y="1703"/>
                  <a:pt x="381" y="1703"/>
                </a:cubicBezTo>
                <a:cubicBezTo>
                  <a:pt x="0" y="1715"/>
                  <a:pt x="0" y="2275"/>
                  <a:pt x="381" y="2275"/>
                </a:cubicBezTo>
                <a:cubicBezTo>
                  <a:pt x="1298" y="2275"/>
                  <a:pt x="1762" y="1775"/>
                  <a:pt x="2167" y="1334"/>
                </a:cubicBezTo>
                <a:cubicBezTo>
                  <a:pt x="2548" y="929"/>
                  <a:pt x="2870" y="572"/>
                  <a:pt x="3536" y="572"/>
                </a:cubicBezTo>
                <a:cubicBezTo>
                  <a:pt x="4203" y="572"/>
                  <a:pt x="4525" y="929"/>
                  <a:pt x="4906" y="1334"/>
                </a:cubicBezTo>
                <a:cubicBezTo>
                  <a:pt x="5310" y="1775"/>
                  <a:pt x="5775" y="2275"/>
                  <a:pt x="6692" y="2275"/>
                </a:cubicBezTo>
                <a:cubicBezTo>
                  <a:pt x="7608" y="2275"/>
                  <a:pt x="8073" y="1775"/>
                  <a:pt x="8477" y="1334"/>
                </a:cubicBezTo>
                <a:cubicBezTo>
                  <a:pt x="8858" y="929"/>
                  <a:pt x="9180" y="572"/>
                  <a:pt x="9847" y="572"/>
                </a:cubicBezTo>
                <a:cubicBezTo>
                  <a:pt x="10513" y="572"/>
                  <a:pt x="10835" y="929"/>
                  <a:pt x="11216" y="1334"/>
                </a:cubicBezTo>
                <a:cubicBezTo>
                  <a:pt x="11621" y="1775"/>
                  <a:pt x="12085" y="2275"/>
                  <a:pt x="13002" y="2275"/>
                </a:cubicBezTo>
                <a:cubicBezTo>
                  <a:pt x="13919" y="2275"/>
                  <a:pt x="14383" y="1775"/>
                  <a:pt x="14788" y="1334"/>
                </a:cubicBezTo>
                <a:cubicBezTo>
                  <a:pt x="15169" y="929"/>
                  <a:pt x="15490" y="572"/>
                  <a:pt x="16157" y="572"/>
                </a:cubicBezTo>
                <a:cubicBezTo>
                  <a:pt x="16824" y="572"/>
                  <a:pt x="17145" y="929"/>
                  <a:pt x="17526" y="1334"/>
                </a:cubicBezTo>
                <a:cubicBezTo>
                  <a:pt x="17931" y="1775"/>
                  <a:pt x="18395" y="2275"/>
                  <a:pt x="19312" y="2275"/>
                </a:cubicBezTo>
                <a:cubicBezTo>
                  <a:pt x="20229" y="2275"/>
                  <a:pt x="20693" y="1775"/>
                  <a:pt x="21098" y="1334"/>
                </a:cubicBezTo>
                <a:cubicBezTo>
                  <a:pt x="21479" y="929"/>
                  <a:pt x="21801" y="572"/>
                  <a:pt x="22467" y="572"/>
                </a:cubicBezTo>
                <a:cubicBezTo>
                  <a:pt x="23134" y="572"/>
                  <a:pt x="23456" y="929"/>
                  <a:pt x="23837" y="1334"/>
                </a:cubicBezTo>
                <a:cubicBezTo>
                  <a:pt x="24241" y="1775"/>
                  <a:pt x="24706" y="2275"/>
                  <a:pt x="25622" y="2275"/>
                </a:cubicBezTo>
                <a:cubicBezTo>
                  <a:pt x="26539" y="2275"/>
                  <a:pt x="26992" y="1775"/>
                  <a:pt x="27408" y="1334"/>
                </a:cubicBezTo>
                <a:cubicBezTo>
                  <a:pt x="27789" y="929"/>
                  <a:pt x="28111" y="572"/>
                  <a:pt x="28778" y="572"/>
                </a:cubicBezTo>
                <a:cubicBezTo>
                  <a:pt x="29444" y="572"/>
                  <a:pt x="29766" y="929"/>
                  <a:pt x="30147" y="1334"/>
                </a:cubicBezTo>
                <a:cubicBezTo>
                  <a:pt x="30552" y="1775"/>
                  <a:pt x="31016" y="2275"/>
                  <a:pt x="31933" y="2275"/>
                </a:cubicBezTo>
                <a:cubicBezTo>
                  <a:pt x="32302" y="2275"/>
                  <a:pt x="32302" y="1703"/>
                  <a:pt x="31933" y="1703"/>
                </a:cubicBezTo>
                <a:cubicBezTo>
                  <a:pt x="31266" y="1703"/>
                  <a:pt x="30933" y="1358"/>
                  <a:pt x="30564" y="941"/>
                </a:cubicBezTo>
                <a:cubicBezTo>
                  <a:pt x="30147" y="501"/>
                  <a:pt x="29683" y="1"/>
                  <a:pt x="28778" y="1"/>
                </a:cubicBezTo>
                <a:cubicBezTo>
                  <a:pt x="27861" y="1"/>
                  <a:pt x="27397" y="501"/>
                  <a:pt x="26992" y="941"/>
                </a:cubicBezTo>
                <a:cubicBezTo>
                  <a:pt x="26611" y="1358"/>
                  <a:pt x="26289" y="1703"/>
                  <a:pt x="25622" y="1703"/>
                </a:cubicBezTo>
                <a:cubicBezTo>
                  <a:pt x="24956" y="1703"/>
                  <a:pt x="24622" y="1358"/>
                  <a:pt x="24253" y="941"/>
                </a:cubicBezTo>
                <a:cubicBezTo>
                  <a:pt x="23837" y="501"/>
                  <a:pt x="23372" y="1"/>
                  <a:pt x="22467" y="1"/>
                </a:cubicBezTo>
                <a:cubicBezTo>
                  <a:pt x="21551" y="1"/>
                  <a:pt x="21086" y="501"/>
                  <a:pt x="20681" y="941"/>
                </a:cubicBezTo>
                <a:cubicBezTo>
                  <a:pt x="20300" y="1358"/>
                  <a:pt x="19979" y="1703"/>
                  <a:pt x="19312" y="1703"/>
                </a:cubicBezTo>
                <a:cubicBezTo>
                  <a:pt x="18645" y="1703"/>
                  <a:pt x="18324" y="1358"/>
                  <a:pt x="17943" y="941"/>
                </a:cubicBezTo>
                <a:cubicBezTo>
                  <a:pt x="17526" y="501"/>
                  <a:pt x="17062" y="1"/>
                  <a:pt x="16157" y="1"/>
                </a:cubicBezTo>
                <a:cubicBezTo>
                  <a:pt x="15240" y="1"/>
                  <a:pt x="14776" y="501"/>
                  <a:pt x="14371" y="941"/>
                </a:cubicBezTo>
                <a:cubicBezTo>
                  <a:pt x="13990" y="1358"/>
                  <a:pt x="13669" y="1703"/>
                  <a:pt x="13002" y="1703"/>
                </a:cubicBezTo>
                <a:cubicBezTo>
                  <a:pt x="12335" y="1703"/>
                  <a:pt x="12014" y="1358"/>
                  <a:pt x="11633" y="941"/>
                </a:cubicBezTo>
                <a:cubicBezTo>
                  <a:pt x="11228" y="501"/>
                  <a:pt x="10763" y="1"/>
                  <a:pt x="9847" y="1"/>
                </a:cubicBezTo>
                <a:cubicBezTo>
                  <a:pt x="8930" y="1"/>
                  <a:pt x="8466" y="501"/>
                  <a:pt x="8061" y="941"/>
                </a:cubicBezTo>
                <a:cubicBezTo>
                  <a:pt x="7680" y="1358"/>
                  <a:pt x="7358" y="1703"/>
                  <a:pt x="6692" y="1703"/>
                </a:cubicBezTo>
                <a:cubicBezTo>
                  <a:pt x="6025" y="1703"/>
                  <a:pt x="5703" y="1358"/>
                  <a:pt x="5322" y="941"/>
                </a:cubicBezTo>
                <a:cubicBezTo>
                  <a:pt x="4918" y="501"/>
                  <a:pt x="4453" y="1"/>
                  <a:pt x="35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4" name="Google Shape;494;p18"/>
          <p:cNvGrpSpPr/>
          <p:nvPr/>
        </p:nvGrpSpPr>
        <p:grpSpPr>
          <a:xfrm rot="-1575454">
            <a:off x="5761910" y="1888992"/>
            <a:ext cx="142655" cy="149446"/>
            <a:chOff x="1160468" y="31374"/>
            <a:chExt cx="142658" cy="149448"/>
          </a:xfrm>
        </p:grpSpPr>
        <p:sp>
          <p:nvSpPr>
            <p:cNvPr id="495" name="Google Shape;495;p18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3205" y="0"/>
                  </a:moveTo>
                  <a:cubicBezTo>
                    <a:pt x="3096" y="0"/>
                    <a:pt x="2989" y="42"/>
                    <a:pt x="2906" y="125"/>
                  </a:cubicBezTo>
                  <a:lnTo>
                    <a:pt x="155" y="2852"/>
                  </a:lnTo>
                  <a:cubicBezTo>
                    <a:pt x="1" y="3018"/>
                    <a:pt x="1" y="3280"/>
                    <a:pt x="155" y="3447"/>
                  </a:cubicBezTo>
                  <a:cubicBezTo>
                    <a:pt x="239" y="3518"/>
                    <a:pt x="346" y="3566"/>
                    <a:pt x="453" y="3566"/>
                  </a:cubicBezTo>
                  <a:cubicBezTo>
                    <a:pt x="572" y="3566"/>
                    <a:pt x="679" y="3530"/>
                    <a:pt x="763" y="3447"/>
                  </a:cubicBezTo>
                  <a:lnTo>
                    <a:pt x="3513" y="720"/>
                  </a:lnTo>
                  <a:cubicBezTo>
                    <a:pt x="3668" y="554"/>
                    <a:pt x="3668" y="280"/>
                    <a:pt x="3513" y="125"/>
                  </a:cubicBezTo>
                  <a:cubicBezTo>
                    <a:pt x="3424" y="42"/>
                    <a:pt x="3314" y="0"/>
                    <a:pt x="3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8"/>
            <p:cNvSpPr/>
            <p:nvPr/>
          </p:nvSpPr>
          <p:spPr>
            <a:xfrm>
              <a:off x="1160468" y="31374"/>
              <a:ext cx="142658" cy="149448"/>
            </a:xfrm>
            <a:custGeom>
              <a:avLst/>
              <a:gdLst/>
              <a:ahLst/>
              <a:cxnLst/>
              <a:rect l="l" t="t" r="r" b="b"/>
              <a:pathLst>
                <a:path w="3668" h="3567" extrusionOk="0">
                  <a:moveTo>
                    <a:pt x="461" y="0"/>
                  </a:moveTo>
                  <a:cubicBezTo>
                    <a:pt x="352" y="0"/>
                    <a:pt x="245" y="42"/>
                    <a:pt x="167" y="125"/>
                  </a:cubicBezTo>
                  <a:cubicBezTo>
                    <a:pt x="1" y="280"/>
                    <a:pt x="1" y="554"/>
                    <a:pt x="167" y="720"/>
                  </a:cubicBezTo>
                  <a:lnTo>
                    <a:pt x="2906" y="3447"/>
                  </a:lnTo>
                  <a:cubicBezTo>
                    <a:pt x="2989" y="3518"/>
                    <a:pt x="3096" y="3566"/>
                    <a:pt x="3203" y="3566"/>
                  </a:cubicBezTo>
                  <a:cubicBezTo>
                    <a:pt x="3311" y="3566"/>
                    <a:pt x="3418" y="3518"/>
                    <a:pt x="3501" y="3447"/>
                  </a:cubicBezTo>
                  <a:cubicBezTo>
                    <a:pt x="3668" y="3280"/>
                    <a:pt x="3668" y="3018"/>
                    <a:pt x="3501" y="2852"/>
                  </a:cubicBezTo>
                  <a:lnTo>
                    <a:pt x="763" y="125"/>
                  </a:lnTo>
                  <a:cubicBezTo>
                    <a:pt x="679" y="42"/>
                    <a:pt x="569" y="0"/>
                    <a:pt x="4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7" name="Google Shape;497;p18"/>
          <p:cNvSpPr txBox="1">
            <a:spLocks noGrp="1"/>
          </p:cNvSpPr>
          <p:nvPr>
            <p:ph type="title"/>
          </p:nvPr>
        </p:nvSpPr>
        <p:spPr>
          <a:xfrm>
            <a:off x="977400" y="1252625"/>
            <a:ext cx="3337200" cy="15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8"/>
          <p:cNvSpPr txBox="1">
            <a:spLocks noGrp="1"/>
          </p:cNvSpPr>
          <p:nvPr>
            <p:ph type="subTitle" idx="1"/>
          </p:nvPr>
        </p:nvSpPr>
        <p:spPr>
          <a:xfrm>
            <a:off x="924000" y="2934200"/>
            <a:ext cx="33906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>
                <a:latin typeface="Spartan"/>
                <a:ea typeface="Spartan"/>
                <a:cs typeface="Spartan"/>
                <a:sym typeface="Spart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7_1"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6_1">
    <p:bg>
      <p:bgPr>
        <a:solidFill>
          <a:schemeClr val="accent4"/>
        </a:solidFill>
        <a:effectLst/>
      </p:bgPr>
    </p:bg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">
    <p:bg>
      <p:bgPr>
        <a:solidFill>
          <a:schemeClr val="accent3"/>
        </a:solidFill>
        <a:effectLst/>
      </p:bgPr>
    </p:bg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3" hasCustomPrompt="1"/>
          </p:nvPr>
        </p:nvSpPr>
        <p:spPr>
          <a:xfrm>
            <a:off x="828675" y="1"/>
            <a:ext cx="5687775" cy="5143501"/>
          </a:xfrm>
          <a:custGeom>
            <a:avLst/>
            <a:gdLst>
              <a:gd name="connsiteX0" fmla="*/ 0 w 7583700"/>
              <a:gd name="connsiteY0" fmla="*/ 0 h 6858001"/>
              <a:gd name="connsiteX1" fmla="*/ 2537926 w 7583700"/>
              <a:gd name="connsiteY1" fmla="*/ 0 h 6858001"/>
              <a:gd name="connsiteX2" fmla="*/ 2847001 w 7583700"/>
              <a:gd name="connsiteY2" fmla="*/ 138995 h 6858001"/>
              <a:gd name="connsiteX3" fmla="*/ 7582790 w 7583700"/>
              <a:gd name="connsiteY3" fmla="*/ 6846094 h 6858001"/>
              <a:gd name="connsiteX4" fmla="*/ 7583700 w 7583700"/>
              <a:gd name="connsiteY4" fmla="*/ 6858001 h 6858001"/>
              <a:gd name="connsiteX5" fmla="*/ 0 w 7583700"/>
              <a:gd name="connsiteY5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83700" h="6858001">
                <a:moveTo>
                  <a:pt x="0" y="0"/>
                </a:moveTo>
                <a:lnTo>
                  <a:pt x="2537926" y="0"/>
                </a:lnTo>
                <a:lnTo>
                  <a:pt x="2847001" y="138995"/>
                </a:lnTo>
                <a:cubicBezTo>
                  <a:pt x="5428994" y="1376579"/>
                  <a:pt x="7280340" y="3883594"/>
                  <a:pt x="7582790" y="6846094"/>
                </a:cubicBezTo>
                <a:lnTo>
                  <a:pt x="7583700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8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7" name="Freeform 27">
            <a:extLst>
              <a:ext uri="{FF2B5EF4-FFF2-40B4-BE49-F238E27FC236}">
                <a16:creationId xmlns:a16="http://schemas.microsoft.com/office/drawing/2014/main" xmlns="" id="{1F9BD45B-C63D-416A-B4BE-874469C7A33E}"/>
              </a:ext>
            </a:extLst>
          </p:cNvPr>
          <p:cNvSpPr/>
          <p:nvPr userDrawn="1"/>
        </p:nvSpPr>
        <p:spPr>
          <a:xfrm rot="10800000" flipH="1">
            <a:off x="828675" y="396"/>
            <a:ext cx="3514726" cy="2799953"/>
          </a:xfrm>
          <a:custGeom>
            <a:avLst/>
            <a:gdLst>
              <a:gd name="connsiteX0" fmla="*/ 683 w 2374769"/>
              <a:gd name="connsiteY0" fmla="*/ 0 h 2362237"/>
              <a:gd name="connsiteX1" fmla="*/ 242807 w 2374769"/>
              <a:gd name="connsiteY1" fmla="*/ 12161 h 2362237"/>
              <a:gd name="connsiteX2" fmla="*/ 2374769 w 2374769"/>
              <a:gd name="connsiteY2" fmla="*/ 2362237 h 2362237"/>
              <a:gd name="connsiteX3" fmla="*/ 1543208 w 2374769"/>
              <a:gd name="connsiteY3" fmla="*/ 2362237 h 2362237"/>
              <a:gd name="connsiteX4" fmla="*/ 0 w 2374769"/>
              <a:gd name="connsiteY4" fmla="*/ 827150 h 2362237"/>
              <a:gd name="connsiteX5" fmla="*/ 0 w 2374769"/>
              <a:gd name="connsiteY5" fmla="*/ 34 h 2362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74769" h="2362237">
                <a:moveTo>
                  <a:pt x="683" y="0"/>
                </a:moveTo>
                <a:lnTo>
                  <a:pt x="242807" y="12161"/>
                </a:lnTo>
                <a:cubicBezTo>
                  <a:pt x="1440298" y="133133"/>
                  <a:pt x="2374769" y="1139131"/>
                  <a:pt x="2374769" y="2362237"/>
                </a:cubicBezTo>
                <a:lnTo>
                  <a:pt x="1543208" y="2362237"/>
                </a:lnTo>
                <a:cubicBezTo>
                  <a:pt x="1543208" y="1514432"/>
                  <a:pt x="852291" y="827150"/>
                  <a:pt x="0" y="827150"/>
                </a:cubicBezTo>
                <a:lnTo>
                  <a:pt x="0" y="34"/>
                </a:lnTo>
                <a:close/>
              </a:path>
            </a:pathLst>
          </a:cu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20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94EBA745-0612-4E63-904D-28C1814173B3}"/>
              </a:ext>
            </a:extLst>
          </p:cNvPr>
          <p:cNvSpPr/>
          <p:nvPr userDrawn="1"/>
        </p:nvSpPr>
        <p:spPr>
          <a:xfrm rot="10800000">
            <a:off x="7260640" y="4628479"/>
            <a:ext cx="1883360" cy="515021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D4A07D89-63CD-43EE-B1E4-7D0647743842}"/>
              </a:ext>
            </a:extLst>
          </p:cNvPr>
          <p:cNvSpPr/>
          <p:nvPr userDrawn="1"/>
        </p:nvSpPr>
        <p:spPr>
          <a:xfrm>
            <a:off x="8218401" y="3523205"/>
            <a:ext cx="79548" cy="791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20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3341AF09-FA4B-42FD-B2E1-9CE324444D10}"/>
              </a:ext>
            </a:extLst>
          </p:cNvPr>
          <p:cNvSpPr/>
          <p:nvPr userDrawn="1"/>
        </p:nvSpPr>
        <p:spPr>
          <a:xfrm>
            <a:off x="6625827" y="899323"/>
            <a:ext cx="183383" cy="1824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20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EDF14A51-F696-4A12-9467-1EE825414B5E}"/>
              </a:ext>
            </a:extLst>
          </p:cNvPr>
          <p:cNvSpPr>
            <a:spLocks noGrp="1"/>
          </p:cNvSpPr>
          <p:nvPr>
            <p:ph type="body" idx="71" hasCustomPrompt="1"/>
          </p:nvPr>
        </p:nvSpPr>
        <p:spPr>
          <a:xfrm>
            <a:off x="5429251" y="1710430"/>
            <a:ext cx="3294971" cy="349498"/>
          </a:xfrm>
        </p:spPr>
        <p:txBody>
          <a:bodyPr>
            <a:noAutofit/>
          </a:bodyPr>
          <a:lstStyle>
            <a:lvl1pPr marL="0" indent="0" algn="ctr">
              <a:buNone/>
              <a:defRPr sz="1400" spc="4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6A57A924-A6D5-4ACD-B1F0-01BED4BF9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0" y="698377"/>
            <a:ext cx="3294972" cy="1003546"/>
          </a:xfrm>
        </p:spPr>
        <p:txBody>
          <a:bodyPr vert="horz" lIns="68580" tIns="0" rIns="68580" bIns="0" rtlCol="0" anchor="b" anchorCtr="0">
            <a:noAutofit/>
          </a:bodyPr>
          <a:lstStyle>
            <a:lvl1pPr algn="ctr">
              <a:defRPr lang="en-US" sz="2700" b="0" baseline="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93520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67075" y="718350"/>
            <a:ext cx="54096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rtan"/>
              <a:buNone/>
              <a:defRPr sz="3000" b="1">
                <a:solidFill>
                  <a:schemeClr val="dk1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7925" y="1454725"/>
            <a:ext cx="7708200" cy="3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Semi Condensed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Barlow Semi Condensed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4" r:id="rId14"/>
    <p:sldLayoutId id="2147483671" r:id="rId15"/>
    <p:sldLayoutId id="2147483672" r:id="rId16"/>
    <p:sldLayoutId id="2147483673" r:id="rId17"/>
    <p:sldLayoutId id="2147483683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xmlns="" id="{28AB8982-707E-4EEC-83D2-0727C4013D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498" y="149288"/>
            <a:ext cx="3948888" cy="394888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xmlns="" id="{E4312565-5F29-4C96-B5A2-E1EAE5CB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3261573"/>
            <a:ext cx="4571999" cy="1291377"/>
          </a:xfrm>
        </p:spPr>
        <p:txBody>
          <a:bodyPr/>
          <a:lstStyle/>
          <a:p>
            <a:r>
              <a:rPr lang="en-US" sz="4000" dirty="0" smtClean="0"/>
              <a:t>WELCOME TO </a:t>
            </a:r>
            <a:br>
              <a:rPr lang="en-US" sz="4000" dirty="0" smtClean="0"/>
            </a:br>
            <a:r>
              <a:rPr lang="en-US" sz="4000" dirty="0" smtClean="0"/>
              <a:t>ATEN ENGLISH</a:t>
            </a:r>
            <a:endParaRPr lang="en-US" sz="4000" dirty="0"/>
          </a:p>
        </p:txBody>
      </p:sp>
      <p:sp>
        <p:nvSpPr>
          <p:cNvPr id="14" name="Freeform 27">
            <a:extLst>
              <a:ext uri="{FF2B5EF4-FFF2-40B4-BE49-F238E27FC236}">
                <a16:creationId xmlns:a16="http://schemas.microsoft.com/office/drawing/2014/main" xmlns="" id="{944C982A-D694-43A6-9330-50F554BC24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0800000" flipH="1">
            <a:off x="5654352" y="2343150"/>
            <a:ext cx="3510060" cy="2800350"/>
          </a:xfrm>
          <a:custGeom>
            <a:avLst/>
            <a:gdLst>
              <a:gd name="connsiteX0" fmla="*/ 683 w 2374769"/>
              <a:gd name="connsiteY0" fmla="*/ 0 h 2362237"/>
              <a:gd name="connsiteX1" fmla="*/ 242807 w 2374769"/>
              <a:gd name="connsiteY1" fmla="*/ 12161 h 2362237"/>
              <a:gd name="connsiteX2" fmla="*/ 2374769 w 2374769"/>
              <a:gd name="connsiteY2" fmla="*/ 2362237 h 2362237"/>
              <a:gd name="connsiteX3" fmla="*/ 1543208 w 2374769"/>
              <a:gd name="connsiteY3" fmla="*/ 2362237 h 2362237"/>
              <a:gd name="connsiteX4" fmla="*/ 0 w 2374769"/>
              <a:gd name="connsiteY4" fmla="*/ 827150 h 2362237"/>
              <a:gd name="connsiteX5" fmla="*/ 0 w 2374769"/>
              <a:gd name="connsiteY5" fmla="*/ 34 h 2362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74769" h="2362237">
                <a:moveTo>
                  <a:pt x="683" y="0"/>
                </a:moveTo>
                <a:lnTo>
                  <a:pt x="242807" y="12161"/>
                </a:lnTo>
                <a:cubicBezTo>
                  <a:pt x="1440298" y="133133"/>
                  <a:pt x="2374769" y="1139131"/>
                  <a:pt x="2374769" y="2362237"/>
                </a:cubicBezTo>
                <a:lnTo>
                  <a:pt x="1543208" y="2362237"/>
                </a:lnTo>
                <a:cubicBezTo>
                  <a:pt x="1543208" y="1514432"/>
                  <a:pt x="852291" y="827150"/>
                  <a:pt x="0" y="827150"/>
                </a:cubicBezTo>
                <a:lnTo>
                  <a:pt x="0" y="34"/>
                </a:lnTo>
                <a:close/>
              </a:path>
            </a:pathLst>
          </a:cu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2000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xmlns="" id="{E4312565-5F29-4C96-B5A2-E1EAE5CB5138}"/>
              </a:ext>
            </a:extLst>
          </p:cNvPr>
          <p:cNvSpPr txBox="1">
            <a:spLocks/>
          </p:cNvSpPr>
          <p:nvPr/>
        </p:nvSpPr>
        <p:spPr>
          <a:xfrm>
            <a:off x="93310" y="525258"/>
            <a:ext cx="4245428" cy="2733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80" tIns="0" rIns="68580" bIns="0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lang="en-US" sz="2700" b="0" i="0" u="none" strike="noStrike" cap="non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Hammersmith One"/>
                <a:ea typeface="+mn-ea"/>
                <a:cs typeface="+mn-cs"/>
                <a:sym typeface="Hammersmith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pPr algn="l"/>
            <a:r>
              <a:rPr lang="en-US" sz="1600" dirty="0" smtClean="0">
                <a:latin typeface="Century Gothic" pitchFamily="34" charset="0"/>
              </a:rPr>
              <a:t>INSTRUCTOR: HAO NGUYEN</a:t>
            </a:r>
            <a:endParaRPr lang="en-US" sz="1600" dirty="0">
              <a:latin typeface="Century Gothic" pitchFamily="34" charset="0"/>
            </a:endParaRP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xmlns="" id="{E4312565-5F29-4C96-B5A2-E1EAE5CB5138}"/>
              </a:ext>
            </a:extLst>
          </p:cNvPr>
          <p:cNvSpPr txBox="1">
            <a:spLocks/>
          </p:cNvSpPr>
          <p:nvPr/>
        </p:nvSpPr>
        <p:spPr>
          <a:xfrm>
            <a:off x="87083" y="183115"/>
            <a:ext cx="4245428" cy="2733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80" tIns="0" rIns="68580" bIns="0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lang="en-US" sz="2700" b="0" i="0" u="none" strike="noStrike" cap="non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Hammersmith One"/>
                <a:ea typeface="+mn-ea"/>
                <a:cs typeface="+mn-cs"/>
                <a:sym typeface="Hammersmith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pPr algn="l"/>
            <a:r>
              <a:rPr lang="en-US" sz="1600" dirty="0" smtClean="0">
                <a:latin typeface="Century Gothic" pitchFamily="34" charset="0"/>
              </a:rPr>
              <a:t>CLASS: COM1.11</a:t>
            </a:r>
            <a:endParaRPr lang="en-US" sz="1600" dirty="0">
              <a:latin typeface="Century Gothic" pitchFamily="34" charset="0"/>
            </a:endParaRPr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xmlns="" id="{E4312565-5F29-4C96-B5A2-E1EAE5CB5138}"/>
              </a:ext>
            </a:extLst>
          </p:cNvPr>
          <p:cNvSpPr txBox="1">
            <a:spLocks/>
          </p:cNvSpPr>
          <p:nvPr/>
        </p:nvSpPr>
        <p:spPr>
          <a:xfrm>
            <a:off x="77752" y="845616"/>
            <a:ext cx="4245428" cy="2733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80" tIns="0" rIns="68580" bIns="0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lang="en-US" sz="2700" b="0" i="0" u="none" strike="noStrike" cap="non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Hammersmith One"/>
                <a:ea typeface="+mn-ea"/>
                <a:cs typeface="+mn-cs"/>
                <a:sym typeface="Hammersmith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mmersmith One"/>
              <a:buNone/>
              <a:defRPr sz="28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pPr algn="l"/>
            <a:r>
              <a:rPr lang="en-US" sz="1600" dirty="0" smtClean="0">
                <a:latin typeface="Century Gothic" pitchFamily="34" charset="0"/>
              </a:rPr>
              <a:t>DATE: </a:t>
            </a:r>
            <a:endParaRPr lang="en-US" sz="1600" dirty="0">
              <a:latin typeface="Century Gothic" pitchFamily="34" charset="0"/>
            </a:endParaRPr>
          </a:p>
        </p:txBody>
      </p:sp>
      <p:pic>
        <p:nvPicPr>
          <p:cNvPr id="3" name="✅ Happy Background Music No Copyright - Fun Royalty Free Music (mp3cut.net) (1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924800" y="-45409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44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3667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5" grpId="0"/>
      <p:bldP spid="9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7" name="Google Shape;707;p36"/>
          <p:cNvGrpSpPr/>
          <p:nvPr/>
        </p:nvGrpSpPr>
        <p:grpSpPr>
          <a:xfrm>
            <a:off x="3608791" y="2601118"/>
            <a:ext cx="2634182" cy="909600"/>
            <a:chOff x="3608791" y="2601118"/>
            <a:chExt cx="2634182" cy="909600"/>
          </a:xfrm>
        </p:grpSpPr>
        <p:sp>
          <p:nvSpPr>
            <p:cNvPr id="708" name="Google Shape;708;p36"/>
            <p:cNvSpPr/>
            <p:nvPr/>
          </p:nvSpPr>
          <p:spPr>
            <a:xfrm>
              <a:off x="3699573" y="2601118"/>
              <a:ext cx="2543400" cy="909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09" name="Google Shape;709;p36"/>
            <p:cNvSpPr/>
            <p:nvPr/>
          </p:nvSpPr>
          <p:spPr>
            <a:xfrm rot="-3763029" flipH="1">
              <a:off x="3630636" y="2657216"/>
              <a:ext cx="235611" cy="1977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0" name="Google Shape;710;p36"/>
          <p:cNvGrpSpPr/>
          <p:nvPr/>
        </p:nvGrpSpPr>
        <p:grpSpPr>
          <a:xfrm>
            <a:off x="2012200" y="666710"/>
            <a:ext cx="5119800" cy="1920789"/>
            <a:chOff x="2012200" y="666710"/>
            <a:chExt cx="5119800" cy="1920789"/>
          </a:xfrm>
        </p:grpSpPr>
        <p:sp>
          <p:nvSpPr>
            <p:cNvPr id="711" name="Google Shape;711;p36"/>
            <p:cNvSpPr/>
            <p:nvPr/>
          </p:nvSpPr>
          <p:spPr>
            <a:xfrm>
              <a:off x="2012200" y="666710"/>
              <a:ext cx="5119800" cy="1763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12" name="Google Shape;712;p36"/>
            <p:cNvSpPr/>
            <p:nvPr/>
          </p:nvSpPr>
          <p:spPr>
            <a:xfrm rot="-1797253" flipH="1">
              <a:off x="2392918" y="2147074"/>
              <a:ext cx="417578" cy="36035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3" name="Google Shape;713;p36"/>
          <p:cNvSpPr txBox="1">
            <a:spLocks noGrp="1"/>
          </p:cNvSpPr>
          <p:nvPr>
            <p:ph type="ctrTitle"/>
          </p:nvPr>
        </p:nvSpPr>
        <p:spPr>
          <a:xfrm>
            <a:off x="2267250" y="870680"/>
            <a:ext cx="4609500" cy="13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JOBS AND CAREER</a:t>
            </a:r>
            <a:endParaRPr dirty="0"/>
          </a:p>
        </p:txBody>
      </p:sp>
      <p:sp>
        <p:nvSpPr>
          <p:cNvPr id="714" name="Google Shape;714;p36"/>
          <p:cNvSpPr txBox="1">
            <a:spLocks noGrp="1"/>
          </p:cNvSpPr>
          <p:nvPr>
            <p:ph type="subTitle" idx="1"/>
          </p:nvPr>
        </p:nvSpPr>
        <p:spPr>
          <a:xfrm>
            <a:off x="3831650" y="2675076"/>
            <a:ext cx="22845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Lesson 4</a:t>
            </a:r>
            <a:endParaRPr dirty="0"/>
          </a:p>
        </p:txBody>
      </p:sp>
      <p:grpSp>
        <p:nvGrpSpPr>
          <p:cNvPr id="715" name="Google Shape;715;p36"/>
          <p:cNvGrpSpPr/>
          <p:nvPr/>
        </p:nvGrpSpPr>
        <p:grpSpPr>
          <a:xfrm>
            <a:off x="841101" y="2299450"/>
            <a:ext cx="3722286" cy="2310600"/>
            <a:chOff x="841101" y="2299450"/>
            <a:chExt cx="3722286" cy="2310600"/>
          </a:xfrm>
        </p:grpSpPr>
        <p:cxnSp>
          <p:nvCxnSpPr>
            <p:cNvPr id="716" name="Google Shape;716;p36"/>
            <p:cNvCxnSpPr/>
            <p:nvPr/>
          </p:nvCxnSpPr>
          <p:spPr>
            <a:xfrm>
              <a:off x="1119388" y="4610050"/>
              <a:ext cx="34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17" name="Google Shape;717;p36"/>
            <p:cNvGrpSpPr/>
            <p:nvPr/>
          </p:nvGrpSpPr>
          <p:grpSpPr>
            <a:xfrm>
              <a:off x="841101" y="2299450"/>
              <a:ext cx="3192968" cy="2304043"/>
              <a:chOff x="238125" y="256450"/>
              <a:chExt cx="7135125" cy="5148700"/>
            </a:xfrm>
          </p:grpSpPr>
          <p:sp>
            <p:nvSpPr>
              <p:cNvPr id="718" name="Google Shape;718;p36"/>
              <p:cNvSpPr/>
              <p:nvPr/>
            </p:nvSpPr>
            <p:spPr>
              <a:xfrm>
                <a:off x="238125" y="464675"/>
                <a:ext cx="6076300" cy="4940475"/>
              </a:xfrm>
              <a:custGeom>
                <a:avLst/>
                <a:gdLst/>
                <a:ahLst/>
                <a:cxnLst/>
                <a:rect l="l" t="t" r="r" b="b"/>
                <a:pathLst>
                  <a:path w="243052" h="197619" extrusionOk="0">
                    <a:moveTo>
                      <a:pt x="72790" y="1"/>
                    </a:moveTo>
                    <a:cubicBezTo>
                      <a:pt x="51865" y="1"/>
                      <a:pt x="33710" y="17542"/>
                      <a:pt x="22559" y="35382"/>
                    </a:cubicBezTo>
                    <a:cubicBezTo>
                      <a:pt x="5272" y="63041"/>
                      <a:pt x="0" y="90700"/>
                      <a:pt x="0" y="123199"/>
                    </a:cubicBezTo>
                    <a:cubicBezTo>
                      <a:pt x="0" y="149475"/>
                      <a:pt x="6742" y="197618"/>
                      <a:pt x="89805" y="197618"/>
                    </a:cubicBezTo>
                    <a:lnTo>
                      <a:pt x="188512" y="197618"/>
                    </a:lnTo>
                    <a:cubicBezTo>
                      <a:pt x="243052" y="197618"/>
                      <a:pt x="234495" y="164946"/>
                      <a:pt x="200267" y="154574"/>
                    </a:cubicBezTo>
                    <a:cubicBezTo>
                      <a:pt x="176411" y="147314"/>
                      <a:pt x="160594" y="139189"/>
                      <a:pt x="147542" y="126224"/>
                    </a:cubicBezTo>
                    <a:cubicBezTo>
                      <a:pt x="133627" y="112395"/>
                      <a:pt x="128786" y="98997"/>
                      <a:pt x="124983" y="80241"/>
                    </a:cubicBezTo>
                    <a:cubicBezTo>
                      <a:pt x="119797" y="54052"/>
                      <a:pt x="114093" y="12305"/>
                      <a:pt x="85742" y="2278"/>
                    </a:cubicBezTo>
                    <a:cubicBezTo>
                      <a:pt x="81336" y="713"/>
                      <a:pt x="77007" y="1"/>
                      <a:pt x="727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6"/>
              <p:cNvSpPr/>
              <p:nvPr/>
            </p:nvSpPr>
            <p:spPr>
              <a:xfrm>
                <a:off x="763200" y="768450"/>
                <a:ext cx="4550750" cy="4169625"/>
              </a:xfrm>
              <a:custGeom>
                <a:avLst/>
                <a:gdLst/>
                <a:ahLst/>
                <a:cxnLst/>
                <a:rect l="l" t="t" r="r" b="b"/>
                <a:pathLst>
                  <a:path w="182030" h="166785" extrusionOk="0">
                    <a:moveTo>
                      <a:pt x="61320" y="1"/>
                    </a:moveTo>
                    <a:cubicBezTo>
                      <a:pt x="54609" y="1"/>
                      <a:pt x="47965" y="1315"/>
                      <a:pt x="42094" y="4562"/>
                    </a:cubicBezTo>
                    <a:cubicBezTo>
                      <a:pt x="31981" y="10093"/>
                      <a:pt x="24029" y="19255"/>
                      <a:pt x="18411" y="29455"/>
                    </a:cubicBezTo>
                    <a:cubicBezTo>
                      <a:pt x="12793" y="39567"/>
                      <a:pt x="9422" y="50804"/>
                      <a:pt x="6569" y="62040"/>
                    </a:cubicBezTo>
                    <a:cubicBezTo>
                      <a:pt x="2766" y="77685"/>
                      <a:pt x="0" y="88748"/>
                      <a:pt x="1988" y="104825"/>
                    </a:cubicBezTo>
                    <a:cubicBezTo>
                      <a:pt x="5273" y="131965"/>
                      <a:pt x="22387" y="155993"/>
                      <a:pt x="48922" y="162303"/>
                    </a:cubicBezTo>
                    <a:cubicBezTo>
                      <a:pt x="64129" y="165945"/>
                      <a:pt x="78523" y="166784"/>
                      <a:pt x="93940" y="166784"/>
                    </a:cubicBezTo>
                    <a:cubicBezTo>
                      <a:pt x="105599" y="166784"/>
                      <a:pt x="117843" y="166304"/>
                      <a:pt x="131466" y="166192"/>
                    </a:cubicBezTo>
                    <a:cubicBezTo>
                      <a:pt x="143567" y="166020"/>
                      <a:pt x="182030" y="161352"/>
                      <a:pt x="171917" y="140608"/>
                    </a:cubicBezTo>
                    <a:cubicBezTo>
                      <a:pt x="166990" y="130582"/>
                      <a:pt x="146246" y="133607"/>
                      <a:pt x="123860" y="110097"/>
                    </a:cubicBezTo>
                    <a:cubicBezTo>
                      <a:pt x="110895" y="96527"/>
                      <a:pt x="105450" y="84772"/>
                      <a:pt x="101819" y="67140"/>
                    </a:cubicBezTo>
                    <a:cubicBezTo>
                      <a:pt x="98708" y="52187"/>
                      <a:pt x="87039" y="2228"/>
                      <a:pt x="66382" y="240"/>
                    </a:cubicBezTo>
                    <a:cubicBezTo>
                      <a:pt x="64698" y="84"/>
                      <a:pt x="63007" y="1"/>
                      <a:pt x="6132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6"/>
              <p:cNvSpPr/>
              <p:nvPr/>
            </p:nvSpPr>
            <p:spPr>
              <a:xfrm>
                <a:off x="2083475" y="450300"/>
                <a:ext cx="693650" cy="647500"/>
              </a:xfrm>
              <a:custGeom>
                <a:avLst/>
                <a:gdLst/>
                <a:ahLst/>
                <a:cxnLst/>
                <a:rect l="l" t="t" r="r" b="b"/>
                <a:pathLst>
                  <a:path w="27746" h="25900" extrusionOk="0">
                    <a:moveTo>
                      <a:pt x="18104" y="1"/>
                    </a:moveTo>
                    <a:cubicBezTo>
                      <a:pt x="17227" y="1"/>
                      <a:pt x="4453" y="162"/>
                      <a:pt x="865" y="9509"/>
                    </a:cubicBezTo>
                    <a:cubicBezTo>
                      <a:pt x="0" y="12015"/>
                      <a:pt x="6569" y="23684"/>
                      <a:pt x="9508" y="25153"/>
                    </a:cubicBezTo>
                    <a:cubicBezTo>
                      <a:pt x="10562" y="25669"/>
                      <a:pt x="11872" y="25900"/>
                      <a:pt x="13271" y="25900"/>
                    </a:cubicBezTo>
                    <a:cubicBezTo>
                      <a:pt x="17267" y="25900"/>
                      <a:pt x="21997" y="24019"/>
                      <a:pt x="23597" y="21523"/>
                    </a:cubicBezTo>
                    <a:cubicBezTo>
                      <a:pt x="27746" y="15040"/>
                      <a:pt x="18152" y="1"/>
                      <a:pt x="18152" y="1"/>
                    </a:cubicBezTo>
                    <a:cubicBezTo>
                      <a:pt x="18152" y="1"/>
                      <a:pt x="18135" y="1"/>
                      <a:pt x="18104" y="1"/>
                    </a:cubicBezTo>
                    <a:close/>
                  </a:path>
                </a:pathLst>
              </a:custGeom>
              <a:solidFill>
                <a:srgbClr val="9950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6"/>
              <p:cNvSpPr/>
              <p:nvPr/>
            </p:nvSpPr>
            <p:spPr>
              <a:xfrm>
                <a:off x="2066175" y="977550"/>
                <a:ext cx="520800" cy="511400"/>
              </a:xfrm>
              <a:custGeom>
                <a:avLst/>
                <a:gdLst/>
                <a:ahLst/>
                <a:cxnLst/>
                <a:rect l="l" t="t" r="r" b="b"/>
                <a:pathLst>
                  <a:path w="20832" h="20456" extrusionOk="0">
                    <a:moveTo>
                      <a:pt x="865" y="1"/>
                    </a:moveTo>
                    <a:lnTo>
                      <a:pt x="1" y="11669"/>
                    </a:lnTo>
                    <a:cubicBezTo>
                      <a:pt x="1" y="11669"/>
                      <a:pt x="3491" y="20456"/>
                      <a:pt x="10074" y="20456"/>
                    </a:cubicBezTo>
                    <a:cubicBezTo>
                      <a:pt x="13043" y="20456"/>
                      <a:pt x="16641" y="18669"/>
                      <a:pt x="20831" y="13484"/>
                    </a:cubicBezTo>
                    <a:lnTo>
                      <a:pt x="20226" y="606"/>
                    </a:lnTo>
                    <a:lnTo>
                      <a:pt x="865" y="1"/>
                    </a:lnTo>
                    <a:close/>
                  </a:path>
                </a:pathLst>
              </a:custGeom>
              <a:solidFill>
                <a:srgbClr val="9950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6"/>
              <p:cNvSpPr/>
              <p:nvPr/>
            </p:nvSpPr>
            <p:spPr>
              <a:xfrm>
                <a:off x="1895550" y="256450"/>
                <a:ext cx="790825" cy="819125"/>
              </a:xfrm>
              <a:custGeom>
                <a:avLst/>
                <a:gdLst/>
                <a:ahLst/>
                <a:cxnLst/>
                <a:rect l="l" t="t" r="r" b="b"/>
                <a:pathLst>
                  <a:path w="31633" h="32765" extrusionOk="0">
                    <a:moveTo>
                      <a:pt x="28515" y="1"/>
                    </a:moveTo>
                    <a:cubicBezTo>
                      <a:pt x="25168" y="1"/>
                      <a:pt x="19800" y="2884"/>
                      <a:pt x="15988" y="3520"/>
                    </a:cubicBezTo>
                    <a:cubicBezTo>
                      <a:pt x="12358" y="4038"/>
                      <a:pt x="6394" y="3952"/>
                      <a:pt x="4665" y="7409"/>
                    </a:cubicBezTo>
                    <a:cubicBezTo>
                      <a:pt x="3122" y="10425"/>
                      <a:pt x="3230" y="10709"/>
                      <a:pt x="3325" y="10709"/>
                    </a:cubicBezTo>
                    <a:cubicBezTo>
                      <a:pt x="3327" y="10709"/>
                      <a:pt x="3329" y="10709"/>
                      <a:pt x="3332" y="10709"/>
                    </a:cubicBezTo>
                    <a:lnTo>
                      <a:pt x="3332" y="10709"/>
                    </a:lnTo>
                    <a:cubicBezTo>
                      <a:pt x="1194" y="11585"/>
                      <a:pt x="1" y="13905"/>
                      <a:pt x="516" y="16226"/>
                    </a:cubicBezTo>
                    <a:cubicBezTo>
                      <a:pt x="1035" y="20288"/>
                      <a:pt x="2245" y="22017"/>
                      <a:pt x="3628" y="25387"/>
                    </a:cubicBezTo>
                    <a:cubicBezTo>
                      <a:pt x="5097" y="29018"/>
                      <a:pt x="6394" y="31438"/>
                      <a:pt x="8209" y="32302"/>
                    </a:cubicBezTo>
                    <a:cubicBezTo>
                      <a:pt x="8912" y="32622"/>
                      <a:pt x="9639" y="32764"/>
                      <a:pt x="10284" y="32764"/>
                    </a:cubicBezTo>
                    <a:cubicBezTo>
                      <a:pt x="11385" y="32764"/>
                      <a:pt x="12249" y="32351"/>
                      <a:pt x="12358" y="31697"/>
                    </a:cubicBezTo>
                    <a:cubicBezTo>
                      <a:pt x="12790" y="29623"/>
                      <a:pt x="7604" y="25474"/>
                      <a:pt x="9938" y="23832"/>
                    </a:cubicBezTo>
                    <a:lnTo>
                      <a:pt x="11839" y="22535"/>
                    </a:lnTo>
                    <a:cubicBezTo>
                      <a:pt x="11753" y="22017"/>
                      <a:pt x="11580" y="21584"/>
                      <a:pt x="11407" y="21152"/>
                    </a:cubicBezTo>
                    <a:cubicBezTo>
                      <a:pt x="9678" y="17695"/>
                      <a:pt x="12790" y="18041"/>
                      <a:pt x="13049" y="16312"/>
                    </a:cubicBezTo>
                    <a:cubicBezTo>
                      <a:pt x="13654" y="13287"/>
                      <a:pt x="14778" y="12336"/>
                      <a:pt x="19445" y="11558"/>
                    </a:cubicBezTo>
                    <a:cubicBezTo>
                      <a:pt x="20186" y="11459"/>
                      <a:pt x="21012" y="11445"/>
                      <a:pt x="21863" y="11445"/>
                    </a:cubicBezTo>
                    <a:cubicBezTo>
                      <a:pt x="22204" y="11445"/>
                      <a:pt x="22549" y="11447"/>
                      <a:pt x="22894" y="11447"/>
                    </a:cubicBezTo>
                    <a:cubicBezTo>
                      <a:pt x="24707" y="11447"/>
                      <a:pt x="26533" y="11385"/>
                      <a:pt x="27829" y="10607"/>
                    </a:cubicBezTo>
                    <a:cubicBezTo>
                      <a:pt x="31632" y="8533"/>
                      <a:pt x="31632" y="1273"/>
                      <a:pt x="30422" y="495"/>
                    </a:cubicBezTo>
                    <a:cubicBezTo>
                      <a:pt x="29915" y="146"/>
                      <a:pt x="29266" y="1"/>
                      <a:pt x="285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36"/>
              <p:cNvSpPr/>
              <p:nvPr/>
            </p:nvSpPr>
            <p:spPr>
              <a:xfrm>
                <a:off x="2044575" y="822200"/>
                <a:ext cx="188025" cy="188900"/>
              </a:xfrm>
              <a:custGeom>
                <a:avLst/>
                <a:gdLst/>
                <a:ahLst/>
                <a:cxnLst/>
                <a:rect l="l" t="t" r="r" b="b"/>
                <a:pathLst>
                  <a:path w="7521" h="7556" extrusionOk="0">
                    <a:moveTo>
                      <a:pt x="2585" y="1"/>
                    </a:moveTo>
                    <a:cubicBezTo>
                      <a:pt x="1833" y="1"/>
                      <a:pt x="1268" y="485"/>
                      <a:pt x="865" y="1202"/>
                    </a:cubicBezTo>
                    <a:cubicBezTo>
                      <a:pt x="1" y="3017"/>
                      <a:pt x="2594" y="6388"/>
                      <a:pt x="3631" y="6906"/>
                    </a:cubicBezTo>
                    <a:cubicBezTo>
                      <a:pt x="4500" y="7341"/>
                      <a:pt x="5279" y="7556"/>
                      <a:pt x="5907" y="7556"/>
                    </a:cubicBezTo>
                    <a:cubicBezTo>
                      <a:pt x="6903" y="7556"/>
                      <a:pt x="7520" y="7016"/>
                      <a:pt x="7520" y="5956"/>
                    </a:cubicBezTo>
                    <a:lnTo>
                      <a:pt x="5187" y="1461"/>
                    </a:lnTo>
                    <a:cubicBezTo>
                      <a:pt x="4145" y="420"/>
                      <a:pt x="3285" y="1"/>
                      <a:pt x="2585" y="1"/>
                    </a:cubicBezTo>
                    <a:close/>
                  </a:path>
                </a:pathLst>
              </a:custGeom>
              <a:solidFill>
                <a:srgbClr val="9950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6"/>
              <p:cNvSpPr/>
              <p:nvPr/>
            </p:nvSpPr>
            <p:spPr>
              <a:xfrm>
                <a:off x="2303875" y="1066150"/>
                <a:ext cx="272300" cy="54050"/>
              </a:xfrm>
              <a:custGeom>
                <a:avLst/>
                <a:gdLst/>
                <a:ahLst/>
                <a:cxnLst/>
                <a:rect l="l" t="t" r="r" b="b"/>
                <a:pathLst>
                  <a:path w="10892" h="2162" fill="none" extrusionOk="0">
                    <a:moveTo>
                      <a:pt x="10891" y="519"/>
                    </a:moveTo>
                    <a:cubicBezTo>
                      <a:pt x="3631" y="2161"/>
                      <a:pt x="1" y="1"/>
                      <a:pt x="1" y="1"/>
                    </a:cubicBezTo>
                  </a:path>
                </a:pathLst>
              </a:custGeom>
              <a:noFill/>
              <a:ln w="19450" cap="flat" cmpd="sng">
                <a:solidFill>
                  <a:srgbClr val="6D221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6"/>
              <p:cNvSpPr/>
              <p:nvPr/>
            </p:nvSpPr>
            <p:spPr>
              <a:xfrm>
                <a:off x="2513475" y="677200"/>
                <a:ext cx="86475" cy="168575"/>
              </a:xfrm>
              <a:custGeom>
                <a:avLst/>
                <a:gdLst/>
                <a:ahLst/>
                <a:cxnLst/>
                <a:rect l="l" t="t" r="r" b="b"/>
                <a:pathLst>
                  <a:path w="3459" h="6743" fill="none" extrusionOk="0">
                    <a:moveTo>
                      <a:pt x="1" y="1"/>
                    </a:moveTo>
                    <a:cubicBezTo>
                      <a:pt x="1" y="1"/>
                      <a:pt x="3458" y="3717"/>
                      <a:pt x="3458" y="4927"/>
                    </a:cubicBezTo>
                    <a:cubicBezTo>
                      <a:pt x="3372" y="6137"/>
                      <a:pt x="606" y="6742"/>
                      <a:pt x="606" y="6742"/>
                    </a:cubicBezTo>
                  </a:path>
                </a:pathLst>
              </a:custGeom>
              <a:noFill/>
              <a:ln w="19450" cap="flat" cmpd="sng">
                <a:solidFill>
                  <a:srgbClr val="6D221D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6"/>
              <p:cNvSpPr/>
              <p:nvPr/>
            </p:nvSpPr>
            <p:spPr>
              <a:xfrm>
                <a:off x="2448650" y="856550"/>
                <a:ext cx="222600" cy="119825"/>
              </a:xfrm>
              <a:custGeom>
                <a:avLst/>
                <a:gdLst/>
                <a:ahLst/>
                <a:cxnLst/>
                <a:rect l="l" t="t" r="r" b="b"/>
                <a:pathLst>
                  <a:path w="8904" h="4793" extrusionOk="0">
                    <a:moveTo>
                      <a:pt x="7348" y="1"/>
                    </a:moveTo>
                    <a:lnTo>
                      <a:pt x="1" y="2334"/>
                    </a:lnTo>
                    <a:cubicBezTo>
                      <a:pt x="881" y="3906"/>
                      <a:pt x="2493" y="4792"/>
                      <a:pt x="4172" y="4792"/>
                    </a:cubicBezTo>
                    <a:cubicBezTo>
                      <a:pt x="4801" y="4792"/>
                      <a:pt x="5439" y="4668"/>
                      <a:pt x="6051" y="4409"/>
                    </a:cubicBezTo>
                    <a:cubicBezTo>
                      <a:pt x="8903" y="3285"/>
                      <a:pt x="7348" y="1"/>
                      <a:pt x="73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36"/>
              <p:cNvSpPr/>
              <p:nvPr/>
            </p:nvSpPr>
            <p:spPr>
              <a:xfrm>
                <a:off x="2567500" y="626075"/>
                <a:ext cx="30275" cy="44125"/>
              </a:xfrm>
              <a:custGeom>
                <a:avLst/>
                <a:gdLst/>
                <a:ahLst/>
                <a:cxnLst/>
                <a:rect l="l" t="t" r="r" b="b"/>
                <a:pathLst>
                  <a:path w="1211" h="1765" extrusionOk="0">
                    <a:moveTo>
                      <a:pt x="414" y="1"/>
                    </a:moveTo>
                    <a:cubicBezTo>
                      <a:pt x="331" y="1"/>
                      <a:pt x="245" y="22"/>
                      <a:pt x="173" y="58"/>
                    </a:cubicBezTo>
                    <a:cubicBezTo>
                      <a:pt x="87" y="58"/>
                      <a:pt x="1" y="317"/>
                      <a:pt x="1" y="490"/>
                    </a:cubicBezTo>
                    <a:cubicBezTo>
                      <a:pt x="1" y="663"/>
                      <a:pt x="87" y="749"/>
                      <a:pt x="173" y="922"/>
                    </a:cubicBezTo>
                    <a:cubicBezTo>
                      <a:pt x="260" y="1095"/>
                      <a:pt x="346" y="1354"/>
                      <a:pt x="433" y="1527"/>
                    </a:cubicBezTo>
                    <a:cubicBezTo>
                      <a:pt x="433" y="1613"/>
                      <a:pt x="519" y="1700"/>
                      <a:pt x="606" y="1700"/>
                    </a:cubicBezTo>
                    <a:cubicBezTo>
                      <a:pt x="692" y="1743"/>
                      <a:pt x="757" y="1765"/>
                      <a:pt x="811" y="1765"/>
                    </a:cubicBezTo>
                    <a:cubicBezTo>
                      <a:pt x="865" y="1765"/>
                      <a:pt x="908" y="1743"/>
                      <a:pt x="951" y="1700"/>
                    </a:cubicBezTo>
                    <a:cubicBezTo>
                      <a:pt x="1038" y="1613"/>
                      <a:pt x="1124" y="1527"/>
                      <a:pt x="1211" y="1441"/>
                    </a:cubicBezTo>
                    <a:lnTo>
                      <a:pt x="1211" y="1268"/>
                    </a:lnTo>
                    <a:cubicBezTo>
                      <a:pt x="1211" y="1181"/>
                      <a:pt x="1211" y="1181"/>
                      <a:pt x="1211" y="1095"/>
                    </a:cubicBezTo>
                    <a:lnTo>
                      <a:pt x="951" y="663"/>
                    </a:lnTo>
                    <a:cubicBezTo>
                      <a:pt x="865" y="490"/>
                      <a:pt x="778" y="317"/>
                      <a:pt x="692" y="144"/>
                    </a:cubicBezTo>
                    <a:cubicBezTo>
                      <a:pt x="641" y="43"/>
                      <a:pt x="531" y="1"/>
                      <a:pt x="41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36"/>
              <p:cNvSpPr/>
              <p:nvPr/>
            </p:nvSpPr>
            <p:spPr>
              <a:xfrm>
                <a:off x="2517800" y="560525"/>
                <a:ext cx="71325" cy="34600"/>
              </a:xfrm>
              <a:custGeom>
                <a:avLst/>
                <a:gdLst/>
                <a:ahLst/>
                <a:cxnLst/>
                <a:rect l="l" t="t" r="r" b="b"/>
                <a:pathLst>
                  <a:path w="2853" h="1384" fill="none" extrusionOk="0">
                    <a:moveTo>
                      <a:pt x="1" y="1383"/>
                    </a:moveTo>
                    <a:cubicBezTo>
                      <a:pt x="519" y="346"/>
                      <a:pt x="1816" y="0"/>
                      <a:pt x="2853" y="605"/>
                    </a:cubicBezTo>
                  </a:path>
                </a:pathLst>
              </a:custGeom>
              <a:solidFill>
                <a:schemeClr val="dk2"/>
              </a:solidFill>
              <a:ln w="12975" cap="rnd" cmpd="sng">
                <a:solidFill>
                  <a:srgbClr val="2122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36"/>
              <p:cNvSpPr/>
              <p:nvPr/>
            </p:nvSpPr>
            <p:spPr>
              <a:xfrm>
                <a:off x="2357900" y="713100"/>
                <a:ext cx="30275" cy="44075"/>
              </a:xfrm>
              <a:custGeom>
                <a:avLst/>
                <a:gdLst/>
                <a:ahLst/>
                <a:cxnLst/>
                <a:rect l="l" t="t" r="r" b="b"/>
                <a:pathLst>
                  <a:path w="1211" h="1763" extrusionOk="0">
                    <a:moveTo>
                      <a:pt x="397" y="0"/>
                    </a:moveTo>
                    <a:cubicBezTo>
                      <a:pt x="352" y="0"/>
                      <a:pt x="306" y="11"/>
                      <a:pt x="260" y="34"/>
                    </a:cubicBezTo>
                    <a:cubicBezTo>
                      <a:pt x="87" y="120"/>
                      <a:pt x="1" y="293"/>
                      <a:pt x="1" y="466"/>
                    </a:cubicBezTo>
                    <a:lnTo>
                      <a:pt x="87" y="466"/>
                    </a:lnTo>
                    <a:cubicBezTo>
                      <a:pt x="173" y="812"/>
                      <a:pt x="346" y="1158"/>
                      <a:pt x="433" y="1590"/>
                    </a:cubicBezTo>
                    <a:cubicBezTo>
                      <a:pt x="519" y="1676"/>
                      <a:pt x="606" y="1676"/>
                      <a:pt x="692" y="1763"/>
                    </a:cubicBezTo>
                    <a:lnTo>
                      <a:pt x="951" y="1763"/>
                    </a:lnTo>
                    <a:cubicBezTo>
                      <a:pt x="1038" y="1676"/>
                      <a:pt x="1124" y="1676"/>
                      <a:pt x="1211" y="1590"/>
                    </a:cubicBezTo>
                    <a:cubicBezTo>
                      <a:pt x="1211" y="1503"/>
                      <a:pt x="1211" y="1330"/>
                      <a:pt x="1211" y="1244"/>
                    </a:cubicBezTo>
                    <a:cubicBezTo>
                      <a:pt x="1124" y="1071"/>
                      <a:pt x="1038" y="812"/>
                      <a:pt x="951" y="639"/>
                    </a:cubicBezTo>
                    <a:cubicBezTo>
                      <a:pt x="865" y="553"/>
                      <a:pt x="778" y="380"/>
                      <a:pt x="692" y="207"/>
                    </a:cubicBezTo>
                    <a:cubicBezTo>
                      <a:pt x="629" y="80"/>
                      <a:pt x="519" y="0"/>
                      <a:pt x="3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36"/>
              <p:cNvSpPr/>
              <p:nvPr/>
            </p:nvSpPr>
            <p:spPr>
              <a:xfrm>
                <a:off x="2288750" y="633975"/>
                <a:ext cx="86450" cy="62700"/>
              </a:xfrm>
              <a:custGeom>
                <a:avLst/>
                <a:gdLst/>
                <a:ahLst/>
                <a:cxnLst/>
                <a:rect l="l" t="t" r="r" b="b"/>
                <a:pathLst>
                  <a:path w="3458" h="2508" fill="none" extrusionOk="0">
                    <a:moveTo>
                      <a:pt x="3458" y="347"/>
                    </a:moveTo>
                    <a:cubicBezTo>
                      <a:pt x="3458" y="347"/>
                      <a:pt x="1556" y="1"/>
                      <a:pt x="1" y="2507"/>
                    </a:cubicBezTo>
                  </a:path>
                </a:pathLst>
              </a:custGeom>
              <a:solidFill>
                <a:schemeClr val="dk2"/>
              </a:solidFill>
              <a:ln w="12975" cap="rnd" cmpd="sng">
                <a:solidFill>
                  <a:srgbClr val="2122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36"/>
              <p:cNvSpPr/>
              <p:nvPr/>
            </p:nvSpPr>
            <p:spPr>
              <a:xfrm>
                <a:off x="2828975" y="1893750"/>
                <a:ext cx="2195425" cy="1285725"/>
              </a:xfrm>
              <a:custGeom>
                <a:avLst/>
                <a:gdLst/>
                <a:ahLst/>
                <a:cxnLst/>
                <a:rect l="l" t="t" r="r" b="b"/>
                <a:pathLst>
                  <a:path w="87817" h="51429" extrusionOk="0">
                    <a:moveTo>
                      <a:pt x="75111" y="1"/>
                    </a:moveTo>
                    <a:cubicBezTo>
                      <a:pt x="75111" y="1"/>
                      <a:pt x="44168" y="22828"/>
                      <a:pt x="39641" y="22828"/>
                    </a:cubicBezTo>
                    <a:cubicBezTo>
                      <a:pt x="39591" y="22828"/>
                      <a:pt x="39544" y="22825"/>
                      <a:pt x="39500" y="22819"/>
                    </a:cubicBezTo>
                    <a:cubicBezTo>
                      <a:pt x="36216" y="22387"/>
                      <a:pt x="24807" y="433"/>
                      <a:pt x="24807" y="433"/>
                    </a:cubicBezTo>
                    <a:lnTo>
                      <a:pt x="0" y="15559"/>
                    </a:lnTo>
                    <a:cubicBezTo>
                      <a:pt x="0" y="15559"/>
                      <a:pt x="18497" y="51429"/>
                      <a:pt x="38377" y="51429"/>
                    </a:cubicBezTo>
                    <a:cubicBezTo>
                      <a:pt x="58256" y="51429"/>
                      <a:pt x="87817" y="15559"/>
                      <a:pt x="87817" y="15559"/>
                    </a:cubicBezTo>
                    <a:lnTo>
                      <a:pt x="75111" y="1"/>
                    </a:lnTo>
                    <a:close/>
                  </a:path>
                </a:pathLst>
              </a:custGeom>
              <a:solidFill>
                <a:srgbClr val="9950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36"/>
              <p:cNvSpPr/>
              <p:nvPr/>
            </p:nvSpPr>
            <p:spPr>
              <a:xfrm>
                <a:off x="1495725" y="1269275"/>
                <a:ext cx="1869150" cy="2549800"/>
              </a:xfrm>
              <a:custGeom>
                <a:avLst/>
                <a:gdLst/>
                <a:ahLst/>
                <a:cxnLst/>
                <a:rect l="l" t="t" r="r" b="b"/>
                <a:pathLst>
                  <a:path w="74766" h="101992" extrusionOk="0">
                    <a:moveTo>
                      <a:pt x="22819" y="0"/>
                    </a:moveTo>
                    <a:cubicBezTo>
                      <a:pt x="22819" y="0"/>
                      <a:pt x="3976" y="20831"/>
                      <a:pt x="1902" y="44081"/>
                    </a:cubicBezTo>
                    <a:cubicBezTo>
                      <a:pt x="260" y="63356"/>
                      <a:pt x="0" y="82717"/>
                      <a:pt x="951" y="101992"/>
                    </a:cubicBezTo>
                    <a:lnTo>
                      <a:pt x="74766" y="97065"/>
                    </a:lnTo>
                    <a:cubicBezTo>
                      <a:pt x="74766" y="97065"/>
                      <a:pt x="70358" y="56355"/>
                      <a:pt x="66814" y="32499"/>
                    </a:cubicBezTo>
                    <a:cubicBezTo>
                      <a:pt x="63011" y="6915"/>
                      <a:pt x="43563" y="1815"/>
                      <a:pt x="43563" y="1815"/>
                    </a:cubicBezTo>
                    <a:cubicBezTo>
                      <a:pt x="43563" y="1815"/>
                      <a:pt x="40711" y="4581"/>
                      <a:pt x="34228" y="4841"/>
                    </a:cubicBezTo>
                    <a:cubicBezTo>
                      <a:pt x="33952" y="4852"/>
                      <a:pt x="33682" y="4857"/>
                      <a:pt x="33418" y="4857"/>
                    </a:cubicBezTo>
                    <a:cubicBezTo>
                      <a:pt x="25490" y="4857"/>
                      <a:pt x="22819" y="0"/>
                      <a:pt x="228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36"/>
              <p:cNvSpPr/>
              <p:nvPr/>
            </p:nvSpPr>
            <p:spPr>
              <a:xfrm>
                <a:off x="1966800" y="3281000"/>
                <a:ext cx="1048025" cy="75675"/>
              </a:xfrm>
              <a:custGeom>
                <a:avLst/>
                <a:gdLst/>
                <a:ahLst/>
                <a:cxnLst/>
                <a:rect l="l" t="t" r="r" b="b"/>
                <a:pathLst>
                  <a:path w="41921" h="3027" extrusionOk="0">
                    <a:moveTo>
                      <a:pt x="2161" y="1"/>
                    </a:moveTo>
                    <a:cubicBezTo>
                      <a:pt x="951" y="87"/>
                      <a:pt x="0" y="1125"/>
                      <a:pt x="0" y="2421"/>
                    </a:cubicBezTo>
                    <a:lnTo>
                      <a:pt x="41920" y="3026"/>
                    </a:lnTo>
                    <a:lnTo>
                      <a:pt x="41920" y="606"/>
                    </a:lnTo>
                    <a:lnTo>
                      <a:pt x="2161" y="1"/>
                    </a:lnTo>
                    <a:close/>
                  </a:path>
                </a:pathLst>
              </a:custGeom>
              <a:solidFill>
                <a:srgbClr val="DCDD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36"/>
              <p:cNvSpPr/>
              <p:nvPr/>
            </p:nvSpPr>
            <p:spPr>
              <a:xfrm>
                <a:off x="2828975" y="2341050"/>
                <a:ext cx="1689800" cy="1030750"/>
              </a:xfrm>
              <a:custGeom>
                <a:avLst/>
                <a:gdLst/>
                <a:ahLst/>
                <a:cxnLst/>
                <a:rect l="l" t="t" r="r" b="b"/>
                <a:pathLst>
                  <a:path w="67592" h="41230" extrusionOk="0">
                    <a:moveTo>
                      <a:pt x="15212" y="0"/>
                    </a:moveTo>
                    <a:cubicBezTo>
                      <a:pt x="13311" y="87"/>
                      <a:pt x="11669" y="1383"/>
                      <a:pt x="11150" y="3198"/>
                    </a:cubicBezTo>
                    <a:lnTo>
                      <a:pt x="0" y="40451"/>
                    </a:lnTo>
                    <a:lnTo>
                      <a:pt x="55836" y="41229"/>
                    </a:lnTo>
                    <a:lnTo>
                      <a:pt x="67246" y="3112"/>
                    </a:lnTo>
                    <a:cubicBezTo>
                      <a:pt x="67591" y="1988"/>
                      <a:pt x="66813" y="778"/>
                      <a:pt x="65690" y="692"/>
                    </a:cubicBezTo>
                    <a:lnTo>
                      <a:pt x="1521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36"/>
              <p:cNvSpPr/>
              <p:nvPr/>
            </p:nvSpPr>
            <p:spPr>
              <a:xfrm>
                <a:off x="2891625" y="2343200"/>
                <a:ext cx="1691975" cy="1030750"/>
              </a:xfrm>
              <a:custGeom>
                <a:avLst/>
                <a:gdLst/>
                <a:ahLst/>
                <a:cxnLst/>
                <a:rect l="l" t="t" r="r" b="b"/>
                <a:pathLst>
                  <a:path w="67679" h="41230" extrusionOk="0">
                    <a:moveTo>
                      <a:pt x="15299" y="1"/>
                    </a:moveTo>
                    <a:cubicBezTo>
                      <a:pt x="13311" y="1"/>
                      <a:pt x="11669" y="1297"/>
                      <a:pt x="11237" y="3112"/>
                    </a:cubicBezTo>
                    <a:lnTo>
                      <a:pt x="1" y="40452"/>
                    </a:lnTo>
                    <a:lnTo>
                      <a:pt x="55837" y="41230"/>
                    </a:lnTo>
                    <a:lnTo>
                      <a:pt x="67246" y="3026"/>
                    </a:lnTo>
                    <a:cubicBezTo>
                      <a:pt x="67678" y="1902"/>
                      <a:pt x="66900" y="779"/>
                      <a:pt x="65690" y="692"/>
                    </a:cubicBezTo>
                    <a:lnTo>
                      <a:pt x="1529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36"/>
              <p:cNvSpPr/>
              <p:nvPr/>
            </p:nvSpPr>
            <p:spPr>
              <a:xfrm>
                <a:off x="3686825" y="2734325"/>
                <a:ext cx="203150" cy="159925"/>
              </a:xfrm>
              <a:custGeom>
                <a:avLst/>
                <a:gdLst/>
                <a:ahLst/>
                <a:cxnLst/>
                <a:rect l="l" t="t" r="r" b="b"/>
                <a:pathLst>
                  <a:path w="8126" h="6397" extrusionOk="0">
                    <a:moveTo>
                      <a:pt x="4754" y="0"/>
                    </a:moveTo>
                    <a:cubicBezTo>
                      <a:pt x="2766" y="0"/>
                      <a:pt x="951" y="1210"/>
                      <a:pt x="432" y="3112"/>
                    </a:cubicBezTo>
                    <a:cubicBezTo>
                      <a:pt x="0" y="4927"/>
                      <a:pt x="1470" y="6396"/>
                      <a:pt x="3458" y="6396"/>
                    </a:cubicBezTo>
                    <a:cubicBezTo>
                      <a:pt x="5446" y="6396"/>
                      <a:pt x="7261" y="5186"/>
                      <a:pt x="7779" y="3285"/>
                    </a:cubicBezTo>
                    <a:cubicBezTo>
                      <a:pt x="8125" y="1556"/>
                      <a:pt x="6829" y="87"/>
                      <a:pt x="475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36"/>
              <p:cNvSpPr/>
              <p:nvPr/>
            </p:nvSpPr>
            <p:spPr>
              <a:xfrm>
                <a:off x="2586950" y="1313075"/>
                <a:ext cx="1039400" cy="945875"/>
              </a:xfrm>
              <a:custGeom>
                <a:avLst/>
                <a:gdLst/>
                <a:ahLst/>
                <a:cxnLst/>
                <a:rect l="l" t="t" r="r" b="b"/>
                <a:pathLst>
                  <a:path w="41576" h="37835" extrusionOk="0">
                    <a:moveTo>
                      <a:pt x="2206" y="0"/>
                    </a:moveTo>
                    <a:cubicBezTo>
                      <a:pt x="1455" y="0"/>
                      <a:pt x="718" y="21"/>
                      <a:pt x="0" y="63"/>
                    </a:cubicBezTo>
                    <a:lnTo>
                      <a:pt x="22560" y="37835"/>
                    </a:lnTo>
                    <a:lnTo>
                      <a:pt x="41575" y="32995"/>
                    </a:lnTo>
                    <a:cubicBezTo>
                      <a:pt x="41575" y="32995"/>
                      <a:pt x="35784" y="13806"/>
                      <a:pt x="21955" y="4817"/>
                    </a:cubicBezTo>
                    <a:cubicBezTo>
                      <a:pt x="17275" y="1775"/>
                      <a:pt x="9146" y="0"/>
                      <a:pt x="22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36"/>
              <p:cNvSpPr/>
              <p:nvPr/>
            </p:nvSpPr>
            <p:spPr>
              <a:xfrm>
                <a:off x="886375" y="2215725"/>
                <a:ext cx="1672500" cy="1404075"/>
              </a:xfrm>
              <a:custGeom>
                <a:avLst/>
                <a:gdLst/>
                <a:ahLst/>
                <a:cxnLst/>
                <a:rect l="l" t="t" r="r" b="b"/>
                <a:pathLst>
                  <a:path w="66900" h="56163" extrusionOk="0">
                    <a:moveTo>
                      <a:pt x="11237" y="0"/>
                    </a:moveTo>
                    <a:cubicBezTo>
                      <a:pt x="11237" y="0"/>
                      <a:pt x="0" y="37512"/>
                      <a:pt x="9854" y="49872"/>
                    </a:cubicBezTo>
                    <a:cubicBezTo>
                      <a:pt x="14048" y="55066"/>
                      <a:pt x="32440" y="56163"/>
                      <a:pt x="47222" y="56163"/>
                    </a:cubicBezTo>
                    <a:cubicBezTo>
                      <a:pt x="58024" y="56163"/>
                      <a:pt x="66900" y="55577"/>
                      <a:pt x="66900" y="55577"/>
                    </a:cubicBezTo>
                    <a:lnTo>
                      <a:pt x="65430" y="36907"/>
                    </a:lnTo>
                    <a:cubicBezTo>
                      <a:pt x="65430" y="36907"/>
                      <a:pt x="37253" y="32931"/>
                      <a:pt x="36302" y="29647"/>
                    </a:cubicBezTo>
                    <a:cubicBezTo>
                      <a:pt x="35006" y="25325"/>
                      <a:pt x="40538" y="5705"/>
                      <a:pt x="40538" y="5705"/>
                    </a:cubicBezTo>
                    <a:lnTo>
                      <a:pt x="11237" y="0"/>
                    </a:lnTo>
                    <a:close/>
                  </a:path>
                </a:pathLst>
              </a:custGeom>
              <a:solidFill>
                <a:srgbClr val="9950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36"/>
              <p:cNvSpPr/>
              <p:nvPr/>
            </p:nvSpPr>
            <p:spPr>
              <a:xfrm>
                <a:off x="2375175" y="3131925"/>
                <a:ext cx="900575" cy="472625"/>
              </a:xfrm>
              <a:custGeom>
                <a:avLst/>
                <a:gdLst/>
                <a:ahLst/>
                <a:cxnLst/>
                <a:rect l="l" t="t" r="r" b="b"/>
                <a:pathLst>
                  <a:path w="36023" h="18905" extrusionOk="0">
                    <a:moveTo>
                      <a:pt x="21319" y="13187"/>
                    </a:moveTo>
                    <a:lnTo>
                      <a:pt x="21319" y="13187"/>
                    </a:lnTo>
                    <a:cubicBezTo>
                      <a:pt x="21008" y="13320"/>
                      <a:pt x="20832" y="13397"/>
                      <a:pt x="20832" y="13397"/>
                    </a:cubicBezTo>
                    <a:cubicBezTo>
                      <a:pt x="20872" y="13340"/>
                      <a:pt x="21043" y="13270"/>
                      <a:pt x="21319" y="13187"/>
                    </a:cubicBezTo>
                    <a:close/>
                    <a:moveTo>
                      <a:pt x="1" y="0"/>
                    </a:moveTo>
                    <a:lnTo>
                      <a:pt x="2594" y="18756"/>
                    </a:lnTo>
                    <a:cubicBezTo>
                      <a:pt x="4142" y="18855"/>
                      <a:pt x="5695" y="18905"/>
                      <a:pt x="7249" y="18905"/>
                    </a:cubicBezTo>
                    <a:cubicBezTo>
                      <a:pt x="12459" y="18905"/>
                      <a:pt x="17673" y="18352"/>
                      <a:pt x="22733" y="17287"/>
                    </a:cubicBezTo>
                    <a:cubicBezTo>
                      <a:pt x="23951" y="16962"/>
                      <a:pt x="30665" y="13889"/>
                      <a:pt x="31255" y="12157"/>
                    </a:cubicBezTo>
                    <a:lnTo>
                      <a:pt x="31255" y="12157"/>
                    </a:lnTo>
                    <a:cubicBezTo>
                      <a:pt x="32582" y="11346"/>
                      <a:pt x="33549" y="10579"/>
                      <a:pt x="33819" y="10001"/>
                    </a:cubicBezTo>
                    <a:lnTo>
                      <a:pt x="33819" y="10001"/>
                    </a:lnTo>
                    <a:cubicBezTo>
                      <a:pt x="35177" y="9459"/>
                      <a:pt x="36023" y="8884"/>
                      <a:pt x="35871" y="8298"/>
                    </a:cubicBezTo>
                    <a:cubicBezTo>
                      <a:pt x="35797" y="7944"/>
                      <a:pt x="35076" y="7783"/>
                      <a:pt x="33992" y="7747"/>
                    </a:cubicBezTo>
                    <a:lnTo>
                      <a:pt x="33992" y="7747"/>
                    </a:lnTo>
                    <a:cubicBezTo>
                      <a:pt x="34167" y="7601"/>
                      <a:pt x="34252" y="7439"/>
                      <a:pt x="34229" y="7260"/>
                    </a:cubicBezTo>
                    <a:cubicBezTo>
                      <a:pt x="34056" y="6223"/>
                      <a:pt x="30166" y="5878"/>
                      <a:pt x="27746" y="5878"/>
                    </a:cubicBezTo>
                    <a:cubicBezTo>
                      <a:pt x="25067" y="5878"/>
                      <a:pt x="20226" y="5445"/>
                      <a:pt x="19881" y="4667"/>
                    </a:cubicBezTo>
                    <a:cubicBezTo>
                      <a:pt x="19621" y="4062"/>
                      <a:pt x="25845" y="3371"/>
                      <a:pt x="25931" y="2247"/>
                    </a:cubicBezTo>
                    <a:cubicBezTo>
                      <a:pt x="26018" y="1210"/>
                      <a:pt x="4150" y="86"/>
                      <a:pt x="1" y="0"/>
                    </a:cubicBezTo>
                    <a:close/>
                  </a:path>
                </a:pathLst>
              </a:custGeom>
              <a:solidFill>
                <a:srgbClr val="9950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36"/>
              <p:cNvSpPr/>
              <p:nvPr/>
            </p:nvSpPr>
            <p:spPr>
              <a:xfrm>
                <a:off x="2941325" y="3339350"/>
                <a:ext cx="255000" cy="23800"/>
              </a:xfrm>
              <a:custGeom>
                <a:avLst/>
                <a:gdLst/>
                <a:ahLst/>
                <a:cxnLst/>
                <a:rect l="l" t="t" r="r" b="b"/>
                <a:pathLst>
                  <a:path w="10200" h="952" extrusionOk="0">
                    <a:moveTo>
                      <a:pt x="10200" y="1"/>
                    </a:moveTo>
                    <a:cubicBezTo>
                      <a:pt x="8471" y="1"/>
                      <a:pt x="6742" y="87"/>
                      <a:pt x="5100" y="260"/>
                    </a:cubicBezTo>
                    <a:cubicBezTo>
                      <a:pt x="3372" y="433"/>
                      <a:pt x="1643" y="606"/>
                      <a:pt x="1" y="951"/>
                    </a:cubicBezTo>
                    <a:lnTo>
                      <a:pt x="2507" y="951"/>
                    </a:lnTo>
                    <a:cubicBezTo>
                      <a:pt x="3372" y="865"/>
                      <a:pt x="4236" y="865"/>
                      <a:pt x="5100" y="779"/>
                    </a:cubicBezTo>
                    <a:cubicBezTo>
                      <a:pt x="6829" y="606"/>
                      <a:pt x="8558" y="346"/>
                      <a:pt x="10200" y="1"/>
                    </a:cubicBezTo>
                    <a:close/>
                  </a:path>
                </a:pathLst>
              </a:custGeom>
              <a:solidFill>
                <a:srgbClr val="6D221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36"/>
              <p:cNvSpPr/>
              <p:nvPr/>
            </p:nvSpPr>
            <p:spPr>
              <a:xfrm>
                <a:off x="2891625" y="3399850"/>
                <a:ext cx="274450" cy="54950"/>
              </a:xfrm>
              <a:custGeom>
                <a:avLst/>
                <a:gdLst/>
                <a:ahLst/>
                <a:cxnLst/>
                <a:rect l="l" t="t" r="r" b="b"/>
                <a:pathLst>
                  <a:path w="10978" h="2198" extrusionOk="0">
                    <a:moveTo>
                      <a:pt x="10978" y="1"/>
                    </a:moveTo>
                    <a:lnTo>
                      <a:pt x="10978" y="1"/>
                    </a:lnTo>
                    <a:cubicBezTo>
                      <a:pt x="9163" y="260"/>
                      <a:pt x="7175" y="779"/>
                      <a:pt x="5446" y="1124"/>
                    </a:cubicBezTo>
                    <a:cubicBezTo>
                      <a:pt x="3631" y="1470"/>
                      <a:pt x="1902" y="1902"/>
                      <a:pt x="1" y="2162"/>
                    </a:cubicBezTo>
                    <a:cubicBezTo>
                      <a:pt x="279" y="2187"/>
                      <a:pt x="558" y="2197"/>
                      <a:pt x="836" y="2197"/>
                    </a:cubicBezTo>
                    <a:cubicBezTo>
                      <a:pt x="1508" y="2197"/>
                      <a:pt x="2181" y="2136"/>
                      <a:pt x="2853" y="2075"/>
                    </a:cubicBezTo>
                    <a:cubicBezTo>
                      <a:pt x="3804" y="1989"/>
                      <a:pt x="4668" y="1816"/>
                      <a:pt x="5619" y="1643"/>
                    </a:cubicBezTo>
                    <a:cubicBezTo>
                      <a:pt x="7434" y="1211"/>
                      <a:pt x="9249" y="692"/>
                      <a:pt x="10978" y="1"/>
                    </a:cubicBezTo>
                    <a:close/>
                  </a:path>
                </a:pathLst>
              </a:custGeom>
              <a:solidFill>
                <a:srgbClr val="6D221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36"/>
              <p:cNvSpPr/>
              <p:nvPr/>
            </p:nvSpPr>
            <p:spPr>
              <a:xfrm>
                <a:off x="2876500" y="3460350"/>
                <a:ext cx="239875" cy="67025"/>
              </a:xfrm>
              <a:custGeom>
                <a:avLst/>
                <a:gdLst/>
                <a:ahLst/>
                <a:cxnLst/>
                <a:rect l="l" t="t" r="r" b="b"/>
                <a:pathLst>
                  <a:path w="9595" h="2681" extrusionOk="0">
                    <a:moveTo>
                      <a:pt x="9595" y="1"/>
                    </a:moveTo>
                    <a:lnTo>
                      <a:pt x="9595" y="1"/>
                    </a:lnTo>
                    <a:cubicBezTo>
                      <a:pt x="7953" y="433"/>
                      <a:pt x="6310" y="779"/>
                      <a:pt x="4754" y="1211"/>
                    </a:cubicBezTo>
                    <a:cubicBezTo>
                      <a:pt x="3112" y="1730"/>
                      <a:pt x="1556" y="2162"/>
                      <a:pt x="1" y="2680"/>
                    </a:cubicBezTo>
                    <a:cubicBezTo>
                      <a:pt x="779" y="2594"/>
                      <a:pt x="1643" y="2508"/>
                      <a:pt x="2421" y="2335"/>
                    </a:cubicBezTo>
                    <a:cubicBezTo>
                      <a:pt x="3285" y="2162"/>
                      <a:pt x="4063" y="1989"/>
                      <a:pt x="4927" y="1730"/>
                    </a:cubicBezTo>
                    <a:cubicBezTo>
                      <a:pt x="6483" y="1297"/>
                      <a:pt x="8039" y="779"/>
                      <a:pt x="9595" y="1"/>
                    </a:cubicBezTo>
                    <a:close/>
                  </a:path>
                </a:pathLst>
              </a:custGeom>
              <a:solidFill>
                <a:srgbClr val="6D221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36"/>
              <p:cNvSpPr/>
              <p:nvPr/>
            </p:nvSpPr>
            <p:spPr>
              <a:xfrm>
                <a:off x="1083000" y="1269275"/>
                <a:ext cx="983200" cy="1194975"/>
              </a:xfrm>
              <a:custGeom>
                <a:avLst/>
                <a:gdLst/>
                <a:ahLst/>
                <a:cxnLst/>
                <a:rect l="l" t="t" r="r" b="b"/>
                <a:pathLst>
                  <a:path w="39328" h="47799" extrusionOk="0">
                    <a:moveTo>
                      <a:pt x="39328" y="0"/>
                    </a:moveTo>
                    <a:cubicBezTo>
                      <a:pt x="39328" y="0"/>
                      <a:pt x="24375" y="1038"/>
                      <a:pt x="18670" y="5273"/>
                    </a:cubicBezTo>
                    <a:cubicBezTo>
                      <a:pt x="3458" y="16768"/>
                      <a:pt x="1" y="39155"/>
                      <a:pt x="1" y="39155"/>
                    </a:cubicBezTo>
                    <a:lnTo>
                      <a:pt x="33364" y="47798"/>
                    </a:lnTo>
                    <a:lnTo>
                      <a:pt x="39328" y="29388"/>
                    </a:lnTo>
                    <a:lnTo>
                      <a:pt x="393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36"/>
              <p:cNvSpPr/>
              <p:nvPr/>
            </p:nvSpPr>
            <p:spPr>
              <a:xfrm>
                <a:off x="1882525" y="2081750"/>
                <a:ext cx="114550" cy="38465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5386" fill="none" extrusionOk="0">
                    <a:moveTo>
                      <a:pt x="0" y="15386"/>
                    </a:moveTo>
                    <a:cubicBezTo>
                      <a:pt x="1124" y="10113"/>
                      <a:pt x="2593" y="5014"/>
                      <a:pt x="4581" y="0"/>
                    </a:cubicBezTo>
                  </a:path>
                </a:pathLst>
              </a:custGeom>
              <a:solidFill>
                <a:schemeClr val="dk2"/>
              </a:solidFill>
              <a:ln w="19450" cap="flat" cmpd="sng">
                <a:solidFill>
                  <a:schemeClr val="accent5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36"/>
              <p:cNvSpPr/>
              <p:nvPr/>
            </p:nvSpPr>
            <p:spPr>
              <a:xfrm>
                <a:off x="3055850" y="1727375"/>
                <a:ext cx="138325" cy="516450"/>
              </a:xfrm>
              <a:custGeom>
                <a:avLst/>
                <a:gdLst/>
                <a:ahLst/>
                <a:cxnLst/>
                <a:rect l="l" t="t" r="r" b="b"/>
                <a:pathLst>
                  <a:path w="5533" h="20658" fill="none" extrusionOk="0">
                    <a:moveTo>
                      <a:pt x="5532" y="20658"/>
                    </a:moveTo>
                    <a:cubicBezTo>
                      <a:pt x="4236" y="13657"/>
                      <a:pt x="2421" y="6742"/>
                      <a:pt x="1" y="0"/>
                    </a:cubicBezTo>
                  </a:path>
                </a:pathLst>
              </a:custGeom>
              <a:solidFill>
                <a:schemeClr val="dk2"/>
              </a:solidFill>
              <a:ln w="19450" cap="flat" cmpd="sng">
                <a:solidFill>
                  <a:schemeClr val="accent5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36"/>
              <p:cNvSpPr/>
              <p:nvPr/>
            </p:nvSpPr>
            <p:spPr>
              <a:xfrm>
                <a:off x="1111100" y="2116325"/>
                <a:ext cx="797375" cy="237700"/>
              </a:xfrm>
              <a:custGeom>
                <a:avLst/>
                <a:gdLst/>
                <a:ahLst/>
                <a:cxnLst/>
                <a:rect l="l" t="t" r="r" b="b"/>
                <a:pathLst>
                  <a:path w="31895" h="9508" fill="none" extrusionOk="0">
                    <a:moveTo>
                      <a:pt x="0" y="0"/>
                    </a:moveTo>
                    <a:lnTo>
                      <a:pt x="31894" y="9508"/>
                    </a:lnTo>
                  </a:path>
                </a:pathLst>
              </a:custGeom>
              <a:solidFill>
                <a:schemeClr val="dk2"/>
              </a:solidFill>
              <a:ln w="19450" cap="flat" cmpd="sng">
                <a:solidFill>
                  <a:schemeClr val="accent5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36"/>
              <p:cNvSpPr/>
              <p:nvPr/>
            </p:nvSpPr>
            <p:spPr>
              <a:xfrm>
                <a:off x="3170375" y="2023400"/>
                <a:ext cx="412750" cy="112400"/>
              </a:xfrm>
              <a:custGeom>
                <a:avLst/>
                <a:gdLst/>
                <a:ahLst/>
                <a:cxnLst/>
                <a:rect l="l" t="t" r="r" b="b"/>
                <a:pathLst>
                  <a:path w="16510" h="4496" fill="none" extrusionOk="0">
                    <a:moveTo>
                      <a:pt x="16509" y="1"/>
                    </a:moveTo>
                    <a:lnTo>
                      <a:pt x="1" y="4495"/>
                    </a:lnTo>
                  </a:path>
                </a:pathLst>
              </a:custGeom>
              <a:solidFill>
                <a:schemeClr val="dk2"/>
              </a:solidFill>
              <a:ln w="19450" cap="flat" cmpd="sng">
                <a:solidFill>
                  <a:schemeClr val="accent5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36"/>
              <p:cNvSpPr/>
              <p:nvPr/>
            </p:nvSpPr>
            <p:spPr>
              <a:xfrm>
                <a:off x="1986225" y="1275750"/>
                <a:ext cx="695825" cy="196675"/>
              </a:xfrm>
              <a:custGeom>
                <a:avLst/>
                <a:gdLst/>
                <a:ahLst/>
                <a:cxnLst/>
                <a:rect l="l" t="t" r="r" b="b"/>
                <a:pathLst>
                  <a:path w="27833" h="7867" fill="none" extrusionOk="0">
                    <a:moveTo>
                      <a:pt x="1" y="1"/>
                    </a:moveTo>
                    <a:cubicBezTo>
                      <a:pt x="1" y="1"/>
                      <a:pt x="3977" y="7866"/>
                      <a:pt x="15645" y="7088"/>
                    </a:cubicBezTo>
                    <a:cubicBezTo>
                      <a:pt x="27314" y="6397"/>
                      <a:pt x="27833" y="1470"/>
                      <a:pt x="27833" y="1470"/>
                    </a:cubicBezTo>
                  </a:path>
                </a:pathLst>
              </a:custGeom>
              <a:solidFill>
                <a:schemeClr val="dk2"/>
              </a:solidFill>
              <a:ln w="19450" cap="flat" cmpd="sng">
                <a:solidFill>
                  <a:schemeClr val="accent5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36"/>
              <p:cNvSpPr/>
              <p:nvPr/>
            </p:nvSpPr>
            <p:spPr>
              <a:xfrm>
                <a:off x="4494975" y="1568450"/>
                <a:ext cx="927025" cy="895800"/>
              </a:xfrm>
              <a:custGeom>
                <a:avLst/>
                <a:gdLst/>
                <a:ahLst/>
                <a:cxnLst/>
                <a:rect l="l" t="t" r="r" b="b"/>
                <a:pathLst>
                  <a:path w="37081" h="35832" extrusionOk="0">
                    <a:moveTo>
                      <a:pt x="30937" y="1"/>
                    </a:moveTo>
                    <a:cubicBezTo>
                      <a:pt x="29458" y="1"/>
                      <a:pt x="23115" y="6444"/>
                      <a:pt x="22145" y="6444"/>
                    </a:cubicBezTo>
                    <a:cubicBezTo>
                      <a:pt x="22139" y="6444"/>
                      <a:pt x="22133" y="6444"/>
                      <a:pt x="22128" y="6444"/>
                    </a:cubicBezTo>
                    <a:cubicBezTo>
                      <a:pt x="21177" y="6357"/>
                      <a:pt x="24202" y="3073"/>
                      <a:pt x="23165" y="2727"/>
                    </a:cubicBezTo>
                    <a:cubicBezTo>
                      <a:pt x="23154" y="2724"/>
                      <a:pt x="23140" y="2722"/>
                      <a:pt x="23125" y="2722"/>
                    </a:cubicBezTo>
                    <a:cubicBezTo>
                      <a:pt x="21603" y="2722"/>
                      <a:pt x="1" y="19495"/>
                      <a:pt x="1" y="19495"/>
                    </a:cubicBezTo>
                    <a:lnTo>
                      <a:pt x="14262" y="35831"/>
                    </a:lnTo>
                    <a:cubicBezTo>
                      <a:pt x="24893" y="25286"/>
                      <a:pt x="37081" y="9642"/>
                      <a:pt x="36130" y="8864"/>
                    </a:cubicBezTo>
                    <a:cubicBezTo>
                      <a:pt x="36054" y="8795"/>
                      <a:pt x="35949" y="8764"/>
                      <a:pt x="35819" y="8764"/>
                    </a:cubicBezTo>
                    <a:cubicBezTo>
                      <a:pt x="34309" y="8764"/>
                      <a:pt x="29474" y="13013"/>
                      <a:pt x="29474" y="13013"/>
                    </a:cubicBezTo>
                    <a:cubicBezTo>
                      <a:pt x="29474" y="13013"/>
                      <a:pt x="36821" y="6098"/>
                      <a:pt x="36130" y="5234"/>
                    </a:cubicBezTo>
                    <a:cubicBezTo>
                      <a:pt x="36088" y="5187"/>
                      <a:pt x="36019" y="5165"/>
                      <a:pt x="35925" y="5165"/>
                    </a:cubicBezTo>
                    <a:cubicBezTo>
                      <a:pt x="34466" y="5165"/>
                      <a:pt x="27141" y="10506"/>
                      <a:pt x="27141" y="10506"/>
                    </a:cubicBezTo>
                    <a:cubicBezTo>
                      <a:pt x="27141" y="10506"/>
                      <a:pt x="35265" y="2641"/>
                      <a:pt x="34660" y="1863"/>
                    </a:cubicBezTo>
                    <a:cubicBezTo>
                      <a:pt x="34583" y="1779"/>
                      <a:pt x="34466" y="1741"/>
                      <a:pt x="34315" y="1741"/>
                    </a:cubicBezTo>
                    <a:cubicBezTo>
                      <a:pt x="32436" y="1741"/>
                      <a:pt x="25326" y="7740"/>
                      <a:pt x="25326" y="7740"/>
                    </a:cubicBezTo>
                    <a:cubicBezTo>
                      <a:pt x="25326" y="7740"/>
                      <a:pt x="32500" y="912"/>
                      <a:pt x="31117" y="48"/>
                    </a:cubicBezTo>
                    <a:cubicBezTo>
                      <a:pt x="31069" y="16"/>
                      <a:pt x="31009" y="1"/>
                      <a:pt x="30937" y="1"/>
                    </a:cubicBezTo>
                    <a:close/>
                  </a:path>
                </a:pathLst>
              </a:custGeom>
              <a:solidFill>
                <a:srgbClr val="9950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6"/>
              <p:cNvSpPr/>
              <p:nvPr/>
            </p:nvSpPr>
            <p:spPr>
              <a:xfrm>
                <a:off x="4920650" y="1753300"/>
                <a:ext cx="90800" cy="177225"/>
              </a:xfrm>
              <a:custGeom>
                <a:avLst/>
                <a:gdLst/>
                <a:ahLst/>
                <a:cxnLst/>
                <a:rect l="l" t="t" r="r" b="b"/>
                <a:pathLst>
                  <a:path w="3632" h="7089" fill="none" extrusionOk="0">
                    <a:moveTo>
                      <a:pt x="3631" y="0"/>
                    </a:moveTo>
                    <a:cubicBezTo>
                      <a:pt x="2594" y="2421"/>
                      <a:pt x="1384" y="4841"/>
                      <a:pt x="1" y="7088"/>
                    </a:cubicBezTo>
                  </a:path>
                </a:pathLst>
              </a:custGeom>
              <a:noFill/>
              <a:ln w="19450" cap="flat" cmpd="sng">
                <a:solidFill>
                  <a:srgbClr val="6D221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6"/>
              <p:cNvSpPr/>
              <p:nvPr/>
            </p:nvSpPr>
            <p:spPr>
              <a:xfrm>
                <a:off x="4987650" y="1906725"/>
                <a:ext cx="209625" cy="69175"/>
              </a:xfrm>
              <a:custGeom>
                <a:avLst/>
                <a:gdLst/>
                <a:ahLst/>
                <a:cxnLst/>
                <a:rect l="l" t="t" r="r" b="b"/>
                <a:pathLst>
                  <a:path w="8385" h="2767" fill="none" extrusionOk="0">
                    <a:moveTo>
                      <a:pt x="0" y="2766"/>
                    </a:moveTo>
                    <a:cubicBezTo>
                      <a:pt x="2334" y="432"/>
                      <a:pt x="5446" y="0"/>
                      <a:pt x="8384" y="87"/>
                    </a:cubicBezTo>
                  </a:path>
                </a:pathLst>
              </a:custGeom>
              <a:noFill/>
              <a:ln w="19450" cap="flat" cmpd="sng">
                <a:solidFill>
                  <a:srgbClr val="6D221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36"/>
              <p:cNvSpPr/>
              <p:nvPr/>
            </p:nvSpPr>
            <p:spPr>
              <a:xfrm>
                <a:off x="5313925" y="3976800"/>
                <a:ext cx="1929675" cy="1307325"/>
              </a:xfrm>
              <a:custGeom>
                <a:avLst/>
                <a:gdLst/>
                <a:ahLst/>
                <a:cxnLst/>
                <a:rect l="l" t="t" r="r" b="b"/>
                <a:pathLst>
                  <a:path w="77187" h="52293" extrusionOk="0">
                    <a:moveTo>
                      <a:pt x="20659" y="1"/>
                    </a:moveTo>
                    <a:lnTo>
                      <a:pt x="1" y="17547"/>
                    </a:lnTo>
                    <a:lnTo>
                      <a:pt x="33624" y="42612"/>
                    </a:lnTo>
                    <a:lnTo>
                      <a:pt x="39933" y="52293"/>
                    </a:lnTo>
                    <a:lnTo>
                      <a:pt x="76063" y="27659"/>
                    </a:lnTo>
                    <a:cubicBezTo>
                      <a:pt x="76927" y="27054"/>
                      <a:pt x="77186" y="25844"/>
                      <a:pt x="76581" y="24980"/>
                    </a:cubicBezTo>
                    <a:cubicBezTo>
                      <a:pt x="76153" y="24480"/>
                      <a:pt x="75548" y="24157"/>
                      <a:pt x="74912" y="24157"/>
                    </a:cubicBezTo>
                    <a:cubicBezTo>
                      <a:pt x="74778" y="24157"/>
                      <a:pt x="74642" y="24172"/>
                      <a:pt x="74507" y="24202"/>
                    </a:cubicBezTo>
                    <a:lnTo>
                      <a:pt x="54022" y="27573"/>
                    </a:lnTo>
                    <a:lnTo>
                      <a:pt x="20659" y="1"/>
                    </a:lnTo>
                    <a:close/>
                  </a:path>
                </a:pathLst>
              </a:custGeom>
              <a:solidFill>
                <a:srgbClr val="9950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36"/>
              <p:cNvSpPr/>
              <p:nvPr/>
            </p:nvSpPr>
            <p:spPr>
              <a:xfrm>
                <a:off x="6154500" y="4564000"/>
                <a:ext cx="1218750" cy="833975"/>
              </a:xfrm>
              <a:custGeom>
                <a:avLst/>
                <a:gdLst/>
                <a:ahLst/>
                <a:cxnLst/>
                <a:rect l="l" t="t" r="r" b="b"/>
                <a:pathLst>
                  <a:path w="48750" h="33359" extrusionOk="0">
                    <a:moveTo>
                      <a:pt x="41988" y="0"/>
                    </a:moveTo>
                    <a:cubicBezTo>
                      <a:pt x="41903" y="0"/>
                      <a:pt x="41823" y="8"/>
                      <a:pt x="41748" y="23"/>
                    </a:cubicBezTo>
                    <a:lnTo>
                      <a:pt x="20313" y="4085"/>
                    </a:lnTo>
                    <a:cubicBezTo>
                      <a:pt x="13744" y="13938"/>
                      <a:pt x="1" y="19124"/>
                      <a:pt x="1" y="19124"/>
                    </a:cubicBezTo>
                    <a:lnTo>
                      <a:pt x="6310" y="32954"/>
                    </a:lnTo>
                    <a:cubicBezTo>
                      <a:pt x="6472" y="33224"/>
                      <a:pt x="6736" y="33359"/>
                      <a:pt x="7016" y="33359"/>
                    </a:cubicBezTo>
                    <a:cubicBezTo>
                      <a:pt x="7184" y="33359"/>
                      <a:pt x="7358" y="33310"/>
                      <a:pt x="7520" y="33213"/>
                    </a:cubicBezTo>
                    <a:lnTo>
                      <a:pt x="47885" y="5986"/>
                    </a:lnTo>
                    <a:cubicBezTo>
                      <a:pt x="48749" y="5468"/>
                      <a:pt x="45465" y="1665"/>
                      <a:pt x="45378" y="1665"/>
                    </a:cubicBezTo>
                    <a:cubicBezTo>
                      <a:pt x="44273" y="796"/>
                      <a:pt x="42880" y="0"/>
                      <a:pt x="419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36"/>
              <p:cNvSpPr/>
              <p:nvPr/>
            </p:nvSpPr>
            <p:spPr>
              <a:xfrm>
                <a:off x="6763850" y="4622900"/>
                <a:ext cx="10850" cy="1383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5532" fill="none" extrusionOk="0">
                    <a:moveTo>
                      <a:pt x="87" y="0"/>
                    </a:moveTo>
                    <a:cubicBezTo>
                      <a:pt x="1" y="1902"/>
                      <a:pt x="87" y="3717"/>
                      <a:pt x="433" y="5532"/>
                    </a:cubicBezTo>
                  </a:path>
                </a:pathLst>
              </a:custGeom>
              <a:noFill/>
              <a:ln w="19450" cap="flat" cmpd="sng">
                <a:solidFill>
                  <a:schemeClr val="accent3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36"/>
              <p:cNvSpPr/>
              <p:nvPr/>
            </p:nvSpPr>
            <p:spPr>
              <a:xfrm>
                <a:off x="6837325" y="4620725"/>
                <a:ext cx="10825" cy="1145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582" fill="none" extrusionOk="0">
                    <a:moveTo>
                      <a:pt x="87" y="1"/>
                    </a:moveTo>
                    <a:cubicBezTo>
                      <a:pt x="1" y="1470"/>
                      <a:pt x="87" y="3026"/>
                      <a:pt x="433" y="4582"/>
                    </a:cubicBezTo>
                  </a:path>
                </a:pathLst>
              </a:custGeom>
              <a:noFill/>
              <a:ln w="19450" cap="flat" cmpd="sng">
                <a:solidFill>
                  <a:schemeClr val="accent3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36"/>
              <p:cNvSpPr/>
              <p:nvPr/>
            </p:nvSpPr>
            <p:spPr>
              <a:xfrm>
                <a:off x="6897825" y="4612100"/>
                <a:ext cx="6525" cy="10805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4322" fill="none" extrusionOk="0">
                    <a:moveTo>
                      <a:pt x="1" y="0"/>
                    </a:moveTo>
                    <a:cubicBezTo>
                      <a:pt x="1" y="1469"/>
                      <a:pt x="87" y="2939"/>
                      <a:pt x="260" y="4322"/>
                    </a:cubicBezTo>
                  </a:path>
                </a:pathLst>
              </a:custGeom>
              <a:noFill/>
              <a:ln w="19450" cap="flat" cmpd="sng">
                <a:solidFill>
                  <a:schemeClr val="accent3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36"/>
              <p:cNvSpPr/>
              <p:nvPr/>
            </p:nvSpPr>
            <p:spPr>
              <a:xfrm>
                <a:off x="6284150" y="4633700"/>
                <a:ext cx="1030750" cy="702300"/>
              </a:xfrm>
              <a:custGeom>
                <a:avLst/>
                <a:gdLst/>
                <a:ahLst/>
                <a:cxnLst/>
                <a:rect l="l" t="t" r="r" b="b"/>
                <a:pathLst>
                  <a:path w="41230" h="28092" fill="none" extrusionOk="0">
                    <a:moveTo>
                      <a:pt x="1" y="28091"/>
                    </a:moveTo>
                    <a:lnTo>
                      <a:pt x="41230" y="0"/>
                    </a:lnTo>
                  </a:path>
                </a:pathLst>
              </a:custGeom>
              <a:noFill/>
              <a:ln w="19450" cap="flat" cmpd="sng">
                <a:solidFill>
                  <a:schemeClr val="accent3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6"/>
              <p:cNvSpPr/>
              <p:nvPr/>
            </p:nvSpPr>
            <p:spPr>
              <a:xfrm>
                <a:off x="6210675" y="5005350"/>
                <a:ext cx="365225" cy="159950"/>
              </a:xfrm>
              <a:custGeom>
                <a:avLst/>
                <a:gdLst/>
                <a:ahLst/>
                <a:cxnLst/>
                <a:rect l="l" t="t" r="r" b="b"/>
                <a:pathLst>
                  <a:path w="14609" h="6398" fill="none" extrusionOk="0">
                    <a:moveTo>
                      <a:pt x="1" y="6397"/>
                    </a:moveTo>
                    <a:cubicBezTo>
                      <a:pt x="1" y="6397"/>
                      <a:pt x="9854" y="1"/>
                      <a:pt x="14608" y="5273"/>
                    </a:cubicBezTo>
                  </a:path>
                </a:pathLst>
              </a:custGeom>
              <a:noFill/>
              <a:ln w="19450" cap="flat" cmpd="sng">
                <a:solidFill>
                  <a:schemeClr val="accent3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36"/>
              <p:cNvSpPr/>
              <p:nvPr/>
            </p:nvSpPr>
            <p:spPr>
              <a:xfrm>
                <a:off x="7085825" y="4586150"/>
                <a:ext cx="17325" cy="192350"/>
              </a:xfrm>
              <a:custGeom>
                <a:avLst/>
                <a:gdLst/>
                <a:ahLst/>
                <a:cxnLst/>
                <a:rect l="l" t="t" r="r" b="b"/>
                <a:pathLst>
                  <a:path w="693" h="7694" fill="none" extrusionOk="0">
                    <a:moveTo>
                      <a:pt x="173" y="1"/>
                    </a:moveTo>
                    <a:cubicBezTo>
                      <a:pt x="173" y="1"/>
                      <a:pt x="1" y="5619"/>
                      <a:pt x="692" y="7693"/>
                    </a:cubicBezTo>
                  </a:path>
                </a:pathLst>
              </a:custGeom>
              <a:noFill/>
              <a:ln w="19450" cap="flat" cmpd="sng">
                <a:solidFill>
                  <a:schemeClr val="accent3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36"/>
              <p:cNvSpPr/>
              <p:nvPr/>
            </p:nvSpPr>
            <p:spPr>
              <a:xfrm>
                <a:off x="4097375" y="4052425"/>
                <a:ext cx="1495325" cy="1238200"/>
              </a:xfrm>
              <a:custGeom>
                <a:avLst/>
                <a:gdLst/>
                <a:ahLst/>
                <a:cxnLst/>
                <a:rect l="l" t="t" r="r" b="b"/>
                <a:pathLst>
                  <a:path w="59813" h="49528" extrusionOk="0">
                    <a:moveTo>
                      <a:pt x="26968" y="1"/>
                    </a:moveTo>
                    <a:lnTo>
                      <a:pt x="1" y="2853"/>
                    </a:lnTo>
                    <a:lnTo>
                      <a:pt x="14349" y="37945"/>
                    </a:lnTo>
                    <a:lnTo>
                      <a:pt x="14176" y="49527"/>
                    </a:lnTo>
                    <a:lnTo>
                      <a:pt x="57911" y="49268"/>
                    </a:lnTo>
                    <a:cubicBezTo>
                      <a:pt x="58949" y="49268"/>
                      <a:pt x="59813" y="48404"/>
                      <a:pt x="59813" y="47366"/>
                    </a:cubicBezTo>
                    <a:cubicBezTo>
                      <a:pt x="59813" y="46502"/>
                      <a:pt x="59294" y="45811"/>
                      <a:pt x="58603" y="45551"/>
                    </a:cubicBezTo>
                    <a:lnTo>
                      <a:pt x="39760" y="36908"/>
                    </a:lnTo>
                    <a:lnTo>
                      <a:pt x="26968" y="1"/>
                    </a:lnTo>
                    <a:close/>
                  </a:path>
                </a:pathLst>
              </a:custGeom>
              <a:solidFill>
                <a:srgbClr val="9950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6"/>
              <p:cNvSpPr/>
              <p:nvPr/>
            </p:nvSpPr>
            <p:spPr>
              <a:xfrm>
                <a:off x="4391250" y="4972950"/>
                <a:ext cx="1266275" cy="425700"/>
              </a:xfrm>
              <a:custGeom>
                <a:avLst/>
                <a:gdLst/>
                <a:ahLst/>
                <a:cxnLst/>
                <a:rect l="l" t="t" r="r" b="b"/>
                <a:pathLst>
                  <a:path w="50651" h="17028" extrusionOk="0">
                    <a:moveTo>
                      <a:pt x="27832" y="0"/>
                    </a:moveTo>
                    <a:cubicBezTo>
                      <a:pt x="23442" y="1798"/>
                      <a:pt x="18525" y="2338"/>
                      <a:pt x="14206" y="2338"/>
                    </a:cubicBezTo>
                    <a:cubicBezTo>
                      <a:pt x="7728" y="2338"/>
                      <a:pt x="2594" y="1124"/>
                      <a:pt x="2594" y="1124"/>
                    </a:cubicBezTo>
                    <a:lnTo>
                      <a:pt x="1" y="16164"/>
                    </a:lnTo>
                    <a:cubicBezTo>
                      <a:pt x="1" y="16596"/>
                      <a:pt x="433" y="17028"/>
                      <a:pt x="951" y="17028"/>
                    </a:cubicBezTo>
                    <a:lnTo>
                      <a:pt x="49614" y="17028"/>
                    </a:lnTo>
                    <a:cubicBezTo>
                      <a:pt x="50651" y="17028"/>
                      <a:pt x="50046" y="12015"/>
                      <a:pt x="49959" y="12015"/>
                    </a:cubicBezTo>
                    <a:cubicBezTo>
                      <a:pt x="49527" y="10545"/>
                      <a:pt x="48663" y="8990"/>
                      <a:pt x="47885" y="8644"/>
                    </a:cubicBezTo>
                    <a:lnTo>
                      <a:pt x="278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36"/>
              <p:cNvSpPr/>
              <p:nvPr/>
            </p:nvSpPr>
            <p:spPr>
              <a:xfrm>
                <a:off x="5125950" y="4994550"/>
                <a:ext cx="71325" cy="118875"/>
              </a:xfrm>
              <a:custGeom>
                <a:avLst/>
                <a:gdLst/>
                <a:ahLst/>
                <a:cxnLst/>
                <a:rect l="l" t="t" r="r" b="b"/>
                <a:pathLst>
                  <a:path w="2853" h="4755" fill="none" extrusionOk="0">
                    <a:moveTo>
                      <a:pt x="2852" y="1"/>
                    </a:moveTo>
                    <a:cubicBezTo>
                      <a:pt x="1729" y="1470"/>
                      <a:pt x="778" y="3112"/>
                      <a:pt x="0" y="4755"/>
                    </a:cubicBezTo>
                  </a:path>
                </a:pathLst>
              </a:custGeom>
              <a:noFill/>
              <a:ln w="19450" cap="flat" cmpd="sng">
                <a:solidFill>
                  <a:schemeClr val="accent2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36"/>
              <p:cNvSpPr/>
              <p:nvPr/>
            </p:nvSpPr>
            <p:spPr>
              <a:xfrm>
                <a:off x="5201575" y="5033450"/>
                <a:ext cx="58375" cy="99425"/>
              </a:xfrm>
              <a:custGeom>
                <a:avLst/>
                <a:gdLst/>
                <a:ahLst/>
                <a:cxnLst/>
                <a:rect l="l" t="t" r="r" b="b"/>
                <a:pathLst>
                  <a:path w="2335" h="3977" fill="none" extrusionOk="0">
                    <a:moveTo>
                      <a:pt x="2334" y="1"/>
                    </a:moveTo>
                    <a:cubicBezTo>
                      <a:pt x="1470" y="1211"/>
                      <a:pt x="692" y="2594"/>
                      <a:pt x="0" y="3977"/>
                    </a:cubicBezTo>
                  </a:path>
                </a:pathLst>
              </a:custGeom>
              <a:noFill/>
              <a:ln w="19450" cap="flat" cmpd="sng">
                <a:solidFill>
                  <a:schemeClr val="accent2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36"/>
              <p:cNvSpPr/>
              <p:nvPr/>
            </p:nvSpPr>
            <p:spPr>
              <a:xfrm>
                <a:off x="5259925" y="5061550"/>
                <a:ext cx="54025" cy="90775"/>
              </a:xfrm>
              <a:custGeom>
                <a:avLst/>
                <a:gdLst/>
                <a:ahLst/>
                <a:cxnLst/>
                <a:rect l="l" t="t" r="r" b="b"/>
                <a:pathLst>
                  <a:path w="2161" h="3631" fill="none" extrusionOk="0">
                    <a:moveTo>
                      <a:pt x="2161" y="0"/>
                    </a:moveTo>
                    <a:cubicBezTo>
                      <a:pt x="1297" y="1124"/>
                      <a:pt x="605" y="2334"/>
                      <a:pt x="0" y="3630"/>
                    </a:cubicBezTo>
                  </a:path>
                </a:pathLst>
              </a:custGeom>
              <a:noFill/>
              <a:ln w="19450" cap="flat" cmpd="sng">
                <a:solidFill>
                  <a:schemeClr val="accent2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36"/>
              <p:cNvSpPr/>
              <p:nvPr/>
            </p:nvSpPr>
            <p:spPr>
              <a:xfrm>
                <a:off x="4399900" y="5312200"/>
                <a:ext cx="124682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49873" h="260" fill="none" extrusionOk="0">
                    <a:moveTo>
                      <a:pt x="0" y="260"/>
                    </a:moveTo>
                    <a:lnTo>
                      <a:pt x="49873" y="1"/>
                    </a:lnTo>
                  </a:path>
                </a:pathLst>
              </a:custGeom>
              <a:noFill/>
              <a:ln w="19450" cap="flat" cmpd="sng">
                <a:solidFill>
                  <a:schemeClr val="accent2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36"/>
              <p:cNvSpPr/>
              <p:nvPr/>
            </p:nvSpPr>
            <p:spPr>
              <a:xfrm>
                <a:off x="4434475" y="5132850"/>
                <a:ext cx="317675" cy="183700"/>
              </a:xfrm>
              <a:custGeom>
                <a:avLst/>
                <a:gdLst/>
                <a:ahLst/>
                <a:cxnLst/>
                <a:rect l="l" t="t" r="r" b="b"/>
                <a:pathLst>
                  <a:path w="12707" h="7348" fill="none" extrusionOk="0">
                    <a:moveTo>
                      <a:pt x="0" y="1"/>
                    </a:moveTo>
                    <a:cubicBezTo>
                      <a:pt x="0" y="1"/>
                      <a:pt x="11669" y="260"/>
                      <a:pt x="12706" y="7347"/>
                    </a:cubicBezTo>
                  </a:path>
                </a:pathLst>
              </a:custGeom>
              <a:noFill/>
              <a:ln w="19450" cap="flat" cmpd="sng">
                <a:solidFill>
                  <a:schemeClr val="accent2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6"/>
              <p:cNvSpPr/>
              <p:nvPr/>
            </p:nvSpPr>
            <p:spPr>
              <a:xfrm>
                <a:off x="5389575" y="5145825"/>
                <a:ext cx="97250" cy="166400"/>
              </a:xfrm>
              <a:custGeom>
                <a:avLst/>
                <a:gdLst/>
                <a:ahLst/>
                <a:cxnLst/>
                <a:rect l="l" t="t" r="r" b="b"/>
                <a:pathLst>
                  <a:path w="3890" h="6656" fill="none" extrusionOk="0">
                    <a:moveTo>
                      <a:pt x="3890" y="0"/>
                    </a:moveTo>
                    <a:cubicBezTo>
                      <a:pt x="3890" y="0"/>
                      <a:pt x="605" y="4581"/>
                      <a:pt x="0" y="6656"/>
                    </a:cubicBezTo>
                  </a:path>
                </a:pathLst>
              </a:custGeom>
              <a:noFill/>
              <a:ln w="19450" cap="flat" cmpd="sng">
                <a:solidFill>
                  <a:schemeClr val="accent2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36"/>
              <p:cNvSpPr/>
              <p:nvPr/>
            </p:nvSpPr>
            <p:spPr>
              <a:xfrm>
                <a:off x="2279175" y="3055250"/>
                <a:ext cx="4231900" cy="1932850"/>
              </a:xfrm>
              <a:custGeom>
                <a:avLst/>
                <a:gdLst/>
                <a:ahLst/>
                <a:cxnLst/>
                <a:rect l="l" t="t" r="r" b="b"/>
                <a:pathLst>
                  <a:path w="169276" h="77314" extrusionOk="0">
                    <a:moveTo>
                      <a:pt x="94959" y="1"/>
                    </a:moveTo>
                    <a:cubicBezTo>
                      <a:pt x="94523" y="1"/>
                      <a:pt x="94085" y="14"/>
                      <a:pt x="93646" y="42"/>
                    </a:cubicBezTo>
                    <a:cubicBezTo>
                      <a:pt x="82582" y="820"/>
                      <a:pt x="20350" y="25021"/>
                      <a:pt x="20350" y="25021"/>
                    </a:cubicBezTo>
                    <a:lnTo>
                      <a:pt x="1853" y="58990"/>
                    </a:lnTo>
                    <a:cubicBezTo>
                      <a:pt x="1853" y="58990"/>
                      <a:pt x="1" y="70184"/>
                      <a:pt x="10833" y="70184"/>
                    </a:cubicBezTo>
                    <a:cubicBezTo>
                      <a:pt x="11223" y="70184"/>
                      <a:pt x="11629" y="70170"/>
                      <a:pt x="12052" y="70140"/>
                    </a:cubicBezTo>
                    <a:cubicBezTo>
                      <a:pt x="41526" y="68152"/>
                      <a:pt x="88633" y="32973"/>
                      <a:pt x="88633" y="32973"/>
                    </a:cubicBezTo>
                    <a:lnTo>
                      <a:pt x="145765" y="77313"/>
                    </a:lnTo>
                    <a:lnTo>
                      <a:pt x="169275" y="52248"/>
                    </a:lnTo>
                    <a:cubicBezTo>
                      <a:pt x="169275" y="52248"/>
                      <a:pt x="130553" y="19835"/>
                      <a:pt x="119230" y="11192"/>
                    </a:cubicBezTo>
                    <a:cubicBezTo>
                      <a:pt x="114667" y="7707"/>
                      <a:pt x="105404" y="1"/>
                      <a:pt x="949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36"/>
              <p:cNvSpPr/>
              <p:nvPr/>
            </p:nvSpPr>
            <p:spPr>
              <a:xfrm>
                <a:off x="2569675" y="3734800"/>
                <a:ext cx="3431425" cy="1169025"/>
              </a:xfrm>
              <a:custGeom>
                <a:avLst/>
                <a:gdLst/>
                <a:ahLst/>
                <a:cxnLst/>
                <a:rect l="l" t="t" r="r" b="b"/>
                <a:pathLst>
                  <a:path w="137257" h="46761" fill="none" extrusionOk="0">
                    <a:moveTo>
                      <a:pt x="0" y="36561"/>
                    </a:moveTo>
                    <a:cubicBezTo>
                      <a:pt x="25412" y="34833"/>
                      <a:pt x="63875" y="7174"/>
                      <a:pt x="73987" y="951"/>
                    </a:cubicBezTo>
                    <a:cubicBezTo>
                      <a:pt x="75543" y="0"/>
                      <a:pt x="77531" y="173"/>
                      <a:pt x="78914" y="1297"/>
                    </a:cubicBezTo>
                    <a:lnTo>
                      <a:pt x="137257" y="46761"/>
                    </a:lnTo>
                  </a:path>
                </a:pathLst>
              </a:custGeom>
              <a:noFill/>
              <a:ln w="19450" cap="flat" cmpd="sng">
                <a:solidFill>
                  <a:schemeClr val="accent3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36"/>
              <p:cNvSpPr/>
              <p:nvPr/>
            </p:nvSpPr>
            <p:spPr>
              <a:xfrm>
                <a:off x="1467700" y="2798725"/>
                <a:ext cx="3686350" cy="2213150"/>
              </a:xfrm>
              <a:custGeom>
                <a:avLst/>
                <a:gdLst/>
                <a:ahLst/>
                <a:cxnLst/>
                <a:rect l="l" t="t" r="r" b="b"/>
                <a:pathLst>
                  <a:path w="147454" h="88526" extrusionOk="0">
                    <a:moveTo>
                      <a:pt x="99945" y="1"/>
                    </a:moveTo>
                    <a:cubicBezTo>
                      <a:pt x="92106" y="1"/>
                      <a:pt x="83820" y="3760"/>
                      <a:pt x="74244" y="9352"/>
                    </a:cubicBezTo>
                    <a:cubicBezTo>
                      <a:pt x="65428" y="14452"/>
                      <a:pt x="38202" y="38394"/>
                      <a:pt x="38202" y="38394"/>
                    </a:cubicBezTo>
                    <a:lnTo>
                      <a:pt x="4665" y="40641"/>
                    </a:lnTo>
                    <a:cubicBezTo>
                      <a:pt x="4665" y="40641"/>
                      <a:pt x="0" y="82053"/>
                      <a:pt x="33277" y="82053"/>
                    </a:cubicBezTo>
                    <a:cubicBezTo>
                      <a:pt x="34198" y="82053"/>
                      <a:pt x="35147" y="82021"/>
                      <a:pt x="36127" y="81956"/>
                    </a:cubicBezTo>
                    <a:cubicBezTo>
                      <a:pt x="61712" y="80228"/>
                      <a:pt x="93951" y="43753"/>
                      <a:pt x="93951" y="43753"/>
                    </a:cubicBezTo>
                    <a:lnTo>
                      <a:pt x="113745" y="88525"/>
                    </a:lnTo>
                    <a:lnTo>
                      <a:pt x="147454" y="78499"/>
                    </a:lnTo>
                    <a:cubicBezTo>
                      <a:pt x="147454" y="78499"/>
                      <a:pt x="130859" y="36924"/>
                      <a:pt x="125240" y="22836"/>
                    </a:cubicBezTo>
                    <a:cubicBezTo>
                      <a:pt x="120400" y="10821"/>
                      <a:pt x="111670" y="1314"/>
                      <a:pt x="102940" y="190"/>
                    </a:cubicBezTo>
                    <a:cubicBezTo>
                      <a:pt x="101948" y="62"/>
                      <a:pt x="100950" y="1"/>
                      <a:pt x="999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36"/>
              <p:cNvSpPr/>
              <p:nvPr/>
            </p:nvSpPr>
            <p:spPr>
              <a:xfrm>
                <a:off x="1772300" y="3646200"/>
                <a:ext cx="2675150" cy="1324625"/>
              </a:xfrm>
              <a:custGeom>
                <a:avLst/>
                <a:gdLst/>
                <a:ahLst/>
                <a:cxnLst/>
                <a:rect l="l" t="t" r="r" b="b"/>
                <a:pathLst>
                  <a:path w="107006" h="52985" fill="none" extrusionOk="0">
                    <a:moveTo>
                      <a:pt x="2162" y="6137"/>
                    </a:moveTo>
                    <a:cubicBezTo>
                      <a:pt x="2162" y="6137"/>
                      <a:pt x="1" y="42266"/>
                      <a:pt x="26018" y="40451"/>
                    </a:cubicBezTo>
                    <a:cubicBezTo>
                      <a:pt x="41576" y="39414"/>
                      <a:pt x="72260" y="8471"/>
                      <a:pt x="80903" y="951"/>
                    </a:cubicBezTo>
                    <a:cubicBezTo>
                      <a:pt x="82113" y="0"/>
                      <a:pt x="83842" y="346"/>
                      <a:pt x="84533" y="1729"/>
                    </a:cubicBezTo>
                    <a:lnTo>
                      <a:pt x="107006" y="52984"/>
                    </a:lnTo>
                  </a:path>
                </a:pathLst>
              </a:custGeom>
              <a:noFill/>
              <a:ln w="19450" cap="flat" cmpd="sng">
                <a:solidFill>
                  <a:schemeClr val="accent2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36"/>
              <p:cNvSpPr/>
              <p:nvPr/>
            </p:nvSpPr>
            <p:spPr>
              <a:xfrm>
                <a:off x="1832825" y="3780175"/>
                <a:ext cx="276600" cy="244200"/>
              </a:xfrm>
              <a:custGeom>
                <a:avLst/>
                <a:gdLst/>
                <a:ahLst/>
                <a:cxnLst/>
                <a:rect l="l" t="t" r="r" b="b"/>
                <a:pathLst>
                  <a:path w="11064" h="9768" fill="none" extrusionOk="0">
                    <a:moveTo>
                      <a:pt x="0" y="9767"/>
                    </a:moveTo>
                    <a:cubicBezTo>
                      <a:pt x="0" y="9767"/>
                      <a:pt x="10286" y="8471"/>
                      <a:pt x="11064" y="0"/>
                    </a:cubicBezTo>
                  </a:path>
                </a:pathLst>
              </a:custGeom>
              <a:noFill/>
              <a:ln w="19450" cap="flat" cmpd="sng">
                <a:solidFill>
                  <a:schemeClr val="accent2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36"/>
              <p:cNvSpPr/>
              <p:nvPr/>
            </p:nvSpPr>
            <p:spPr>
              <a:xfrm>
                <a:off x="4242150" y="4601275"/>
                <a:ext cx="847075" cy="255025"/>
              </a:xfrm>
              <a:custGeom>
                <a:avLst/>
                <a:gdLst/>
                <a:ahLst/>
                <a:cxnLst/>
                <a:rect l="l" t="t" r="r" b="b"/>
                <a:pathLst>
                  <a:path w="33883" h="10201" fill="none" extrusionOk="0">
                    <a:moveTo>
                      <a:pt x="1" y="10200"/>
                    </a:moveTo>
                    <a:lnTo>
                      <a:pt x="33883" y="1"/>
                    </a:lnTo>
                  </a:path>
                </a:pathLst>
              </a:custGeom>
              <a:noFill/>
              <a:ln w="19450" cap="flat" cmpd="sng">
                <a:solidFill>
                  <a:schemeClr val="accent2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36"/>
              <p:cNvSpPr/>
              <p:nvPr/>
            </p:nvSpPr>
            <p:spPr>
              <a:xfrm>
                <a:off x="5787150" y="4246900"/>
                <a:ext cx="589950" cy="633150"/>
              </a:xfrm>
              <a:custGeom>
                <a:avLst/>
                <a:gdLst/>
                <a:ahLst/>
                <a:cxnLst/>
                <a:rect l="l" t="t" r="r" b="b"/>
                <a:pathLst>
                  <a:path w="23598" h="25326" fill="none" extrusionOk="0">
                    <a:moveTo>
                      <a:pt x="1" y="25326"/>
                    </a:moveTo>
                    <a:lnTo>
                      <a:pt x="23597" y="1"/>
                    </a:lnTo>
                  </a:path>
                </a:pathLst>
              </a:custGeom>
              <a:noFill/>
              <a:ln w="19450" cap="flat" cmpd="sng">
                <a:solidFill>
                  <a:schemeClr val="accent3"/>
                </a:solidFill>
                <a:prstDash val="solid"/>
                <a:miter lim="8643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8" name="Google Shape;788;p38"/>
          <p:cNvGrpSpPr/>
          <p:nvPr/>
        </p:nvGrpSpPr>
        <p:grpSpPr>
          <a:xfrm>
            <a:off x="1833450" y="540000"/>
            <a:ext cx="5477100" cy="915507"/>
            <a:chOff x="1833450" y="540000"/>
            <a:chExt cx="5477100" cy="915507"/>
          </a:xfrm>
        </p:grpSpPr>
        <p:sp>
          <p:nvSpPr>
            <p:cNvPr id="789" name="Google Shape;789;p38"/>
            <p:cNvSpPr/>
            <p:nvPr/>
          </p:nvSpPr>
          <p:spPr>
            <a:xfrm>
              <a:off x="1833450" y="540000"/>
              <a:ext cx="5477100" cy="744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90" name="Google Shape;790;p38"/>
            <p:cNvSpPr/>
            <p:nvPr/>
          </p:nvSpPr>
          <p:spPr>
            <a:xfrm rot="3597242">
              <a:off x="4457341" y="1119052"/>
              <a:ext cx="311567" cy="268811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1" name="Google Shape;791;p38"/>
          <p:cNvSpPr txBox="1">
            <a:spLocks noGrp="1"/>
          </p:cNvSpPr>
          <p:nvPr>
            <p:ph type="subTitle" idx="1"/>
          </p:nvPr>
        </p:nvSpPr>
        <p:spPr>
          <a:xfrm>
            <a:off x="2059525" y="1896613"/>
            <a:ext cx="23592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V</a:t>
            </a:r>
            <a:r>
              <a:rPr lang="en" dirty="0" smtClean="0"/>
              <a:t>ocabulary </a:t>
            </a:r>
            <a:endParaRPr dirty="0"/>
          </a:p>
        </p:txBody>
      </p:sp>
      <p:sp>
        <p:nvSpPr>
          <p:cNvPr id="792" name="Google Shape;792;p38"/>
          <p:cNvSpPr txBox="1">
            <a:spLocks noGrp="1"/>
          </p:cNvSpPr>
          <p:nvPr>
            <p:ph type="subTitle" idx="2"/>
          </p:nvPr>
        </p:nvSpPr>
        <p:spPr>
          <a:xfrm>
            <a:off x="2059525" y="2205025"/>
            <a:ext cx="2359200" cy="7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J</a:t>
            </a:r>
            <a:r>
              <a:rPr lang="en" dirty="0" smtClean="0"/>
              <a:t>obs </a:t>
            </a:r>
            <a:endParaRPr dirty="0"/>
          </a:p>
        </p:txBody>
      </p:sp>
      <p:sp>
        <p:nvSpPr>
          <p:cNvPr id="793" name="Google Shape;793;p38"/>
          <p:cNvSpPr txBox="1">
            <a:spLocks noGrp="1"/>
          </p:cNvSpPr>
          <p:nvPr>
            <p:ph type="subTitle" idx="3"/>
          </p:nvPr>
        </p:nvSpPr>
        <p:spPr>
          <a:xfrm>
            <a:off x="2059525" y="3345200"/>
            <a:ext cx="23592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S</a:t>
            </a:r>
            <a:r>
              <a:rPr lang="en" dirty="0" smtClean="0"/>
              <a:t>peaking </a:t>
            </a:r>
            <a:endParaRPr dirty="0"/>
          </a:p>
        </p:txBody>
      </p:sp>
      <p:sp>
        <p:nvSpPr>
          <p:cNvPr id="794" name="Google Shape;794;p38"/>
          <p:cNvSpPr txBox="1">
            <a:spLocks noGrp="1"/>
          </p:cNvSpPr>
          <p:nvPr>
            <p:ph type="subTitle" idx="4"/>
          </p:nvPr>
        </p:nvSpPr>
        <p:spPr>
          <a:xfrm>
            <a:off x="2059525" y="3656125"/>
            <a:ext cx="2359200" cy="7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J</a:t>
            </a:r>
            <a:r>
              <a:rPr lang="en" dirty="0" smtClean="0"/>
              <a:t>obs and career</a:t>
            </a:r>
            <a:endParaRPr dirty="0"/>
          </a:p>
        </p:txBody>
      </p:sp>
      <p:sp>
        <p:nvSpPr>
          <p:cNvPr id="795" name="Google Shape;795;p38"/>
          <p:cNvSpPr txBox="1">
            <a:spLocks noGrp="1"/>
          </p:cNvSpPr>
          <p:nvPr>
            <p:ph type="subTitle" idx="5"/>
          </p:nvPr>
        </p:nvSpPr>
        <p:spPr>
          <a:xfrm>
            <a:off x="4743075" y="1896613"/>
            <a:ext cx="23592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G</a:t>
            </a:r>
            <a:r>
              <a:rPr lang="en" dirty="0" smtClean="0"/>
              <a:t>rammar </a:t>
            </a:r>
            <a:endParaRPr dirty="0"/>
          </a:p>
        </p:txBody>
      </p:sp>
      <p:sp>
        <p:nvSpPr>
          <p:cNvPr id="796" name="Google Shape;796;p38"/>
          <p:cNvSpPr txBox="1">
            <a:spLocks noGrp="1"/>
          </p:cNvSpPr>
          <p:nvPr>
            <p:ph type="subTitle" idx="6"/>
          </p:nvPr>
        </p:nvSpPr>
        <p:spPr>
          <a:xfrm>
            <a:off x="4743075" y="2207425"/>
            <a:ext cx="2359200" cy="7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B</a:t>
            </a:r>
            <a:r>
              <a:rPr lang="en" dirty="0" smtClean="0"/>
              <a:t>e going to</a:t>
            </a:r>
            <a:endParaRPr dirty="0"/>
          </a:p>
        </p:txBody>
      </p:sp>
      <p:sp>
        <p:nvSpPr>
          <p:cNvPr id="797" name="Google Shape;797;p38"/>
          <p:cNvSpPr txBox="1">
            <a:spLocks noGrp="1"/>
          </p:cNvSpPr>
          <p:nvPr>
            <p:ph type="subTitle" idx="7"/>
          </p:nvPr>
        </p:nvSpPr>
        <p:spPr>
          <a:xfrm>
            <a:off x="4743075" y="3347300"/>
            <a:ext cx="2359200" cy="3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L</a:t>
            </a:r>
            <a:r>
              <a:rPr lang="en" dirty="0" smtClean="0"/>
              <a:t>istening </a:t>
            </a:r>
            <a:endParaRPr dirty="0"/>
          </a:p>
        </p:txBody>
      </p:sp>
      <p:sp>
        <p:nvSpPr>
          <p:cNvPr id="798" name="Google Shape;798;p38"/>
          <p:cNvSpPr txBox="1">
            <a:spLocks noGrp="1"/>
          </p:cNvSpPr>
          <p:nvPr>
            <p:ph type="subTitle" idx="8"/>
          </p:nvPr>
        </p:nvSpPr>
        <p:spPr>
          <a:xfrm>
            <a:off x="4743075" y="3656125"/>
            <a:ext cx="2359200" cy="7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P</a:t>
            </a:r>
            <a:r>
              <a:rPr lang="en" dirty="0" smtClean="0"/>
              <a:t>art time jobs</a:t>
            </a:r>
            <a:endParaRPr dirty="0"/>
          </a:p>
        </p:txBody>
      </p:sp>
      <p:sp>
        <p:nvSpPr>
          <p:cNvPr id="799" name="Google Shape;799;p38"/>
          <p:cNvSpPr txBox="1">
            <a:spLocks noGrp="1"/>
          </p:cNvSpPr>
          <p:nvPr>
            <p:ph type="title"/>
          </p:nvPr>
        </p:nvSpPr>
        <p:spPr>
          <a:xfrm>
            <a:off x="2095375" y="649224"/>
            <a:ext cx="49512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800" name="Google Shape;800;p38"/>
          <p:cNvSpPr txBox="1">
            <a:spLocks noGrp="1"/>
          </p:cNvSpPr>
          <p:nvPr>
            <p:ph type="title" idx="13"/>
          </p:nvPr>
        </p:nvSpPr>
        <p:spPr>
          <a:xfrm>
            <a:off x="2059525" y="1503325"/>
            <a:ext cx="2359200" cy="3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01" name="Google Shape;801;p38"/>
          <p:cNvSpPr txBox="1">
            <a:spLocks noGrp="1"/>
          </p:cNvSpPr>
          <p:nvPr>
            <p:ph type="title" idx="14"/>
          </p:nvPr>
        </p:nvSpPr>
        <p:spPr>
          <a:xfrm>
            <a:off x="2059525" y="2951900"/>
            <a:ext cx="2359200" cy="3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02" name="Google Shape;802;p38"/>
          <p:cNvSpPr txBox="1">
            <a:spLocks noGrp="1"/>
          </p:cNvSpPr>
          <p:nvPr>
            <p:ph type="title" idx="15"/>
          </p:nvPr>
        </p:nvSpPr>
        <p:spPr>
          <a:xfrm>
            <a:off x="4743075" y="2951900"/>
            <a:ext cx="2359200" cy="3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803" name="Google Shape;803;p38"/>
          <p:cNvSpPr txBox="1">
            <a:spLocks noGrp="1"/>
          </p:cNvSpPr>
          <p:nvPr>
            <p:ph type="title" idx="9"/>
          </p:nvPr>
        </p:nvSpPr>
        <p:spPr>
          <a:xfrm>
            <a:off x="4743075" y="1503325"/>
            <a:ext cx="2359200" cy="3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9"/>
          <p:cNvSpPr txBox="1">
            <a:spLocks noGrp="1"/>
          </p:cNvSpPr>
          <p:nvPr>
            <p:ph type="body" idx="1"/>
          </p:nvPr>
        </p:nvSpPr>
        <p:spPr>
          <a:xfrm>
            <a:off x="1145800" y="1884550"/>
            <a:ext cx="2582700" cy="19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/>
              <a:t>Jobs</a:t>
            </a:r>
            <a:endParaRPr sz="3200" dirty="0"/>
          </a:p>
        </p:txBody>
      </p:sp>
      <p:grpSp>
        <p:nvGrpSpPr>
          <p:cNvPr id="809" name="Google Shape;809;p39"/>
          <p:cNvGrpSpPr/>
          <p:nvPr/>
        </p:nvGrpSpPr>
        <p:grpSpPr>
          <a:xfrm>
            <a:off x="725487" y="333523"/>
            <a:ext cx="3950349" cy="1323827"/>
            <a:chOff x="720000" y="540000"/>
            <a:chExt cx="3155654" cy="744903"/>
          </a:xfrm>
        </p:grpSpPr>
        <p:sp>
          <p:nvSpPr>
            <p:cNvPr id="810" name="Google Shape;810;p39"/>
            <p:cNvSpPr/>
            <p:nvPr/>
          </p:nvSpPr>
          <p:spPr>
            <a:xfrm>
              <a:off x="720000" y="540000"/>
              <a:ext cx="3043800" cy="744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11" name="Google Shape;811;p39"/>
            <p:cNvSpPr/>
            <p:nvPr/>
          </p:nvSpPr>
          <p:spPr>
            <a:xfrm rot="1413214">
              <a:off x="3523375" y="965154"/>
              <a:ext cx="311557" cy="268698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2" name="Google Shape;812;p39"/>
          <p:cNvGrpSpPr/>
          <p:nvPr/>
        </p:nvGrpSpPr>
        <p:grpSpPr>
          <a:xfrm>
            <a:off x="4571999" y="1491989"/>
            <a:ext cx="3523693" cy="3111261"/>
            <a:chOff x="882700" y="238450"/>
            <a:chExt cx="5888525" cy="5199300"/>
          </a:xfrm>
        </p:grpSpPr>
        <p:sp>
          <p:nvSpPr>
            <p:cNvPr id="813" name="Google Shape;813;p39"/>
            <p:cNvSpPr/>
            <p:nvPr/>
          </p:nvSpPr>
          <p:spPr>
            <a:xfrm>
              <a:off x="1173650" y="1585975"/>
              <a:ext cx="2647450" cy="2357825"/>
            </a:xfrm>
            <a:custGeom>
              <a:avLst/>
              <a:gdLst/>
              <a:ahLst/>
              <a:cxnLst/>
              <a:rect l="l" t="t" r="r" b="b"/>
              <a:pathLst>
                <a:path w="105898" h="94313" extrusionOk="0">
                  <a:moveTo>
                    <a:pt x="1" y="0"/>
                  </a:moveTo>
                  <a:lnTo>
                    <a:pt x="13153" y="84499"/>
                  </a:lnTo>
                  <a:cubicBezTo>
                    <a:pt x="13978" y="90119"/>
                    <a:pt x="18827" y="94313"/>
                    <a:pt x="24479" y="94313"/>
                  </a:cubicBezTo>
                  <a:cubicBezTo>
                    <a:pt x="24549" y="94313"/>
                    <a:pt x="24618" y="94312"/>
                    <a:pt x="24687" y="94311"/>
                  </a:cubicBezTo>
                  <a:lnTo>
                    <a:pt x="102035" y="94311"/>
                  </a:lnTo>
                  <a:cubicBezTo>
                    <a:pt x="104175" y="94311"/>
                    <a:pt x="105898" y="92536"/>
                    <a:pt x="105898" y="90396"/>
                  </a:cubicBezTo>
                  <a:cubicBezTo>
                    <a:pt x="105898" y="88256"/>
                    <a:pt x="104175" y="86534"/>
                    <a:pt x="102035" y="86534"/>
                  </a:cubicBezTo>
                  <a:lnTo>
                    <a:pt x="74896" y="86534"/>
                  </a:lnTo>
                  <a:cubicBezTo>
                    <a:pt x="74827" y="86536"/>
                    <a:pt x="74758" y="86537"/>
                    <a:pt x="74690" y="86537"/>
                  </a:cubicBezTo>
                  <a:cubicBezTo>
                    <a:pt x="70811" y="86537"/>
                    <a:pt x="67475" y="83647"/>
                    <a:pt x="66910" y="79749"/>
                  </a:cubicBezTo>
                  <a:lnTo>
                    <a:pt x="55272" y="3236"/>
                  </a:lnTo>
                  <a:cubicBezTo>
                    <a:pt x="54959" y="1357"/>
                    <a:pt x="53393" y="0"/>
                    <a:pt x="514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9"/>
            <p:cNvSpPr/>
            <p:nvPr/>
          </p:nvSpPr>
          <p:spPr>
            <a:xfrm>
              <a:off x="1056225" y="1585925"/>
              <a:ext cx="2105950" cy="2357875"/>
            </a:xfrm>
            <a:custGeom>
              <a:avLst/>
              <a:gdLst/>
              <a:ahLst/>
              <a:cxnLst/>
              <a:rect l="l" t="t" r="r" b="b"/>
              <a:pathLst>
                <a:path w="84238" h="94315" extrusionOk="0">
                  <a:moveTo>
                    <a:pt x="4693" y="1"/>
                  </a:moveTo>
                  <a:cubicBezTo>
                    <a:pt x="4660" y="1"/>
                    <a:pt x="4627" y="1"/>
                    <a:pt x="4593" y="2"/>
                  </a:cubicBezTo>
                  <a:lnTo>
                    <a:pt x="4489" y="2"/>
                  </a:lnTo>
                  <a:cubicBezTo>
                    <a:pt x="1932" y="54"/>
                    <a:pt x="0" y="2246"/>
                    <a:pt x="314" y="4752"/>
                  </a:cubicBezTo>
                  <a:lnTo>
                    <a:pt x="12735" y="84501"/>
                  </a:lnTo>
                  <a:cubicBezTo>
                    <a:pt x="13560" y="90121"/>
                    <a:pt x="18358" y="94315"/>
                    <a:pt x="24060" y="94315"/>
                  </a:cubicBezTo>
                  <a:cubicBezTo>
                    <a:pt x="24130" y="94315"/>
                    <a:pt x="24200" y="94314"/>
                    <a:pt x="24270" y="94313"/>
                  </a:cubicBezTo>
                  <a:lnTo>
                    <a:pt x="80376" y="94313"/>
                  </a:lnTo>
                  <a:cubicBezTo>
                    <a:pt x="82516" y="94313"/>
                    <a:pt x="84238" y="92538"/>
                    <a:pt x="84238" y="90398"/>
                  </a:cubicBezTo>
                  <a:cubicBezTo>
                    <a:pt x="84238" y="88258"/>
                    <a:pt x="82516" y="86536"/>
                    <a:pt x="80376" y="86536"/>
                  </a:cubicBezTo>
                  <a:lnTo>
                    <a:pt x="27766" y="86536"/>
                  </a:lnTo>
                  <a:cubicBezTo>
                    <a:pt x="27731" y="86537"/>
                    <a:pt x="27695" y="86537"/>
                    <a:pt x="27660" y="86537"/>
                  </a:cubicBezTo>
                  <a:cubicBezTo>
                    <a:pt x="23738" y="86537"/>
                    <a:pt x="20351" y="83682"/>
                    <a:pt x="19833" y="79751"/>
                  </a:cubicBezTo>
                  <a:lnTo>
                    <a:pt x="8090" y="2977"/>
                  </a:lnTo>
                  <a:cubicBezTo>
                    <a:pt x="7834" y="1288"/>
                    <a:pt x="6374" y="1"/>
                    <a:pt x="46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9"/>
            <p:cNvSpPr/>
            <p:nvPr/>
          </p:nvSpPr>
          <p:spPr>
            <a:xfrm>
              <a:off x="2477150" y="3942425"/>
              <a:ext cx="25" cy="1170425"/>
            </a:xfrm>
            <a:custGeom>
              <a:avLst/>
              <a:gdLst/>
              <a:ahLst/>
              <a:cxnLst/>
              <a:rect l="l" t="t" r="r" b="b"/>
              <a:pathLst>
                <a:path w="1" h="46817" fill="none" extrusionOk="0">
                  <a:moveTo>
                    <a:pt x="0" y="0"/>
                  </a:moveTo>
                  <a:lnTo>
                    <a:pt x="0" y="46817"/>
                  </a:lnTo>
                </a:path>
              </a:pathLst>
            </a:custGeom>
            <a:noFill/>
            <a:ln w="16950" cap="flat" cmpd="sng">
              <a:solidFill>
                <a:schemeClr val="dk1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9"/>
            <p:cNvSpPr/>
            <p:nvPr/>
          </p:nvSpPr>
          <p:spPr>
            <a:xfrm>
              <a:off x="1867800" y="5112825"/>
              <a:ext cx="1220000" cy="95275"/>
            </a:xfrm>
            <a:custGeom>
              <a:avLst/>
              <a:gdLst/>
              <a:ahLst/>
              <a:cxnLst/>
              <a:rect l="l" t="t" r="r" b="b"/>
              <a:pathLst>
                <a:path w="48800" h="3811" fill="none" extrusionOk="0">
                  <a:moveTo>
                    <a:pt x="1" y="3811"/>
                  </a:moveTo>
                  <a:lnTo>
                    <a:pt x="1" y="3811"/>
                  </a:lnTo>
                  <a:cubicBezTo>
                    <a:pt x="1" y="1723"/>
                    <a:pt x="1723" y="1"/>
                    <a:pt x="3811" y="1"/>
                  </a:cubicBezTo>
                  <a:lnTo>
                    <a:pt x="44938" y="1"/>
                  </a:lnTo>
                  <a:cubicBezTo>
                    <a:pt x="47078" y="1"/>
                    <a:pt x="48800" y="1723"/>
                    <a:pt x="48800" y="3811"/>
                  </a:cubicBezTo>
                  <a:lnTo>
                    <a:pt x="48800" y="3811"/>
                  </a:lnTo>
                </a:path>
              </a:pathLst>
            </a:custGeom>
            <a:noFill/>
            <a:ln w="16950" cap="flat" cmpd="sng">
              <a:solidFill>
                <a:schemeClr val="dk1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9"/>
            <p:cNvSpPr/>
            <p:nvPr/>
          </p:nvSpPr>
          <p:spPr>
            <a:xfrm>
              <a:off x="2372750" y="5112825"/>
              <a:ext cx="95275" cy="95275"/>
            </a:xfrm>
            <a:custGeom>
              <a:avLst/>
              <a:gdLst/>
              <a:ahLst/>
              <a:cxnLst/>
              <a:rect l="l" t="t" r="r" b="b"/>
              <a:pathLst>
                <a:path w="3811" h="3811" fill="none" extrusionOk="0">
                  <a:moveTo>
                    <a:pt x="1" y="3811"/>
                  </a:moveTo>
                  <a:lnTo>
                    <a:pt x="1" y="3811"/>
                  </a:lnTo>
                  <a:cubicBezTo>
                    <a:pt x="1" y="1723"/>
                    <a:pt x="1723" y="1"/>
                    <a:pt x="3811" y="1"/>
                  </a:cubicBezTo>
                </a:path>
              </a:pathLst>
            </a:custGeom>
            <a:noFill/>
            <a:ln w="16950" cap="flat" cmpd="sng">
              <a:solidFill>
                <a:schemeClr val="dk1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9"/>
            <p:cNvSpPr/>
            <p:nvPr/>
          </p:nvSpPr>
          <p:spPr>
            <a:xfrm>
              <a:off x="1736025" y="5208075"/>
              <a:ext cx="229250" cy="196400"/>
            </a:xfrm>
            <a:custGeom>
              <a:avLst/>
              <a:gdLst/>
              <a:ahLst/>
              <a:cxnLst/>
              <a:rect l="l" t="t" r="r" b="b"/>
              <a:pathLst>
                <a:path w="9170" h="7856" extrusionOk="0">
                  <a:moveTo>
                    <a:pt x="5272" y="1"/>
                  </a:moveTo>
                  <a:cubicBezTo>
                    <a:pt x="1775" y="1"/>
                    <a:pt x="0" y="4228"/>
                    <a:pt x="2453" y="6681"/>
                  </a:cubicBezTo>
                  <a:cubicBezTo>
                    <a:pt x="3265" y="7493"/>
                    <a:pt x="4258" y="7855"/>
                    <a:pt x="5227" y="7855"/>
                  </a:cubicBezTo>
                  <a:cubicBezTo>
                    <a:pt x="7249" y="7855"/>
                    <a:pt x="9169" y="6279"/>
                    <a:pt x="9134" y="3915"/>
                  </a:cubicBezTo>
                  <a:cubicBezTo>
                    <a:pt x="9134" y="1775"/>
                    <a:pt x="7412" y="53"/>
                    <a:pt x="5272" y="1"/>
                  </a:cubicBezTo>
                  <a:close/>
                </a:path>
              </a:pathLst>
            </a:custGeom>
            <a:solidFill>
              <a:srgbClr val="E3E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9"/>
            <p:cNvSpPr/>
            <p:nvPr/>
          </p:nvSpPr>
          <p:spPr>
            <a:xfrm>
              <a:off x="1736025" y="5208075"/>
              <a:ext cx="229675" cy="229675"/>
            </a:xfrm>
            <a:custGeom>
              <a:avLst/>
              <a:gdLst/>
              <a:ahLst/>
              <a:cxnLst/>
              <a:rect l="l" t="t" r="r" b="b"/>
              <a:pathLst>
                <a:path w="9187" h="9187" fill="none" extrusionOk="0">
                  <a:moveTo>
                    <a:pt x="9134" y="3915"/>
                  </a:moveTo>
                  <a:cubicBezTo>
                    <a:pt x="9186" y="7412"/>
                    <a:pt x="4959" y="9186"/>
                    <a:pt x="2453" y="6681"/>
                  </a:cubicBezTo>
                  <a:cubicBezTo>
                    <a:pt x="0" y="4228"/>
                    <a:pt x="1775" y="1"/>
                    <a:pt x="5272" y="1"/>
                  </a:cubicBezTo>
                  <a:cubicBezTo>
                    <a:pt x="7412" y="53"/>
                    <a:pt x="9134" y="1775"/>
                    <a:pt x="9134" y="3915"/>
                  </a:cubicBezTo>
                  <a:close/>
                </a:path>
              </a:pathLst>
            </a:custGeom>
            <a:noFill/>
            <a:ln w="16950" cap="flat" cmpd="sng">
              <a:solidFill>
                <a:schemeClr val="dk1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9"/>
            <p:cNvSpPr/>
            <p:nvPr/>
          </p:nvSpPr>
          <p:spPr>
            <a:xfrm>
              <a:off x="1819525" y="5269400"/>
              <a:ext cx="83525" cy="71750"/>
            </a:xfrm>
            <a:custGeom>
              <a:avLst/>
              <a:gdLst/>
              <a:ahLst/>
              <a:cxnLst/>
              <a:rect l="l" t="t" r="r" b="b"/>
              <a:pathLst>
                <a:path w="3341" h="2870" extrusionOk="0">
                  <a:moveTo>
                    <a:pt x="1932" y="1"/>
                  </a:moveTo>
                  <a:cubicBezTo>
                    <a:pt x="627" y="1"/>
                    <a:pt x="1" y="1566"/>
                    <a:pt x="888" y="2454"/>
                  </a:cubicBezTo>
                  <a:cubicBezTo>
                    <a:pt x="1192" y="2741"/>
                    <a:pt x="1557" y="2869"/>
                    <a:pt x="1910" y="2869"/>
                  </a:cubicBezTo>
                  <a:cubicBezTo>
                    <a:pt x="2649" y="2869"/>
                    <a:pt x="3341" y="2309"/>
                    <a:pt x="3341" y="1462"/>
                  </a:cubicBezTo>
                  <a:cubicBezTo>
                    <a:pt x="3341" y="679"/>
                    <a:pt x="2715" y="1"/>
                    <a:pt x="1932" y="1"/>
                  </a:cubicBezTo>
                  <a:close/>
                </a:path>
              </a:pathLst>
            </a:custGeom>
            <a:solidFill>
              <a:srgbClr val="B7C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9"/>
            <p:cNvSpPr/>
            <p:nvPr/>
          </p:nvSpPr>
          <p:spPr>
            <a:xfrm>
              <a:off x="1819525" y="5269400"/>
              <a:ext cx="83525" cy="83525"/>
            </a:xfrm>
            <a:custGeom>
              <a:avLst/>
              <a:gdLst/>
              <a:ahLst/>
              <a:cxnLst/>
              <a:rect l="l" t="t" r="r" b="b"/>
              <a:pathLst>
                <a:path w="3341" h="3341" fill="none" extrusionOk="0">
                  <a:moveTo>
                    <a:pt x="3341" y="1462"/>
                  </a:moveTo>
                  <a:cubicBezTo>
                    <a:pt x="3341" y="2714"/>
                    <a:pt x="1827" y="3341"/>
                    <a:pt x="888" y="2454"/>
                  </a:cubicBezTo>
                  <a:cubicBezTo>
                    <a:pt x="1" y="1566"/>
                    <a:pt x="627" y="1"/>
                    <a:pt x="1932" y="1"/>
                  </a:cubicBezTo>
                  <a:cubicBezTo>
                    <a:pt x="2715" y="1"/>
                    <a:pt x="3341" y="679"/>
                    <a:pt x="3341" y="1462"/>
                  </a:cubicBezTo>
                  <a:close/>
                </a:path>
              </a:pathLst>
            </a:custGeom>
            <a:noFill/>
            <a:ln w="16950" cap="flat" cmpd="sng">
              <a:solidFill>
                <a:schemeClr val="dk1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9"/>
            <p:cNvSpPr/>
            <p:nvPr/>
          </p:nvSpPr>
          <p:spPr>
            <a:xfrm>
              <a:off x="2240975" y="5208075"/>
              <a:ext cx="229250" cy="196800"/>
            </a:xfrm>
            <a:custGeom>
              <a:avLst/>
              <a:gdLst/>
              <a:ahLst/>
              <a:cxnLst/>
              <a:rect l="l" t="t" r="r" b="b"/>
              <a:pathLst>
                <a:path w="9170" h="7872" extrusionOk="0">
                  <a:moveTo>
                    <a:pt x="5220" y="1"/>
                  </a:moveTo>
                  <a:cubicBezTo>
                    <a:pt x="1723" y="1"/>
                    <a:pt x="1" y="4228"/>
                    <a:pt x="2454" y="6733"/>
                  </a:cubicBezTo>
                  <a:cubicBezTo>
                    <a:pt x="3257" y="7520"/>
                    <a:pt x="4237" y="7872"/>
                    <a:pt x="5196" y="7872"/>
                  </a:cubicBezTo>
                  <a:cubicBezTo>
                    <a:pt x="7229" y="7872"/>
                    <a:pt x="9170" y="6291"/>
                    <a:pt x="9134" y="3915"/>
                  </a:cubicBezTo>
                  <a:cubicBezTo>
                    <a:pt x="9134" y="1775"/>
                    <a:pt x="7360" y="1"/>
                    <a:pt x="5220" y="1"/>
                  </a:cubicBezTo>
                  <a:close/>
                </a:path>
              </a:pathLst>
            </a:custGeom>
            <a:solidFill>
              <a:srgbClr val="E3E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9"/>
            <p:cNvSpPr/>
            <p:nvPr/>
          </p:nvSpPr>
          <p:spPr>
            <a:xfrm>
              <a:off x="2240975" y="5208075"/>
              <a:ext cx="229675" cy="229675"/>
            </a:xfrm>
            <a:custGeom>
              <a:avLst/>
              <a:gdLst/>
              <a:ahLst/>
              <a:cxnLst/>
              <a:rect l="l" t="t" r="r" b="b"/>
              <a:pathLst>
                <a:path w="9187" h="9187" fill="none" extrusionOk="0">
                  <a:moveTo>
                    <a:pt x="9134" y="3915"/>
                  </a:moveTo>
                  <a:cubicBezTo>
                    <a:pt x="9186" y="7412"/>
                    <a:pt x="4959" y="9186"/>
                    <a:pt x="2454" y="6733"/>
                  </a:cubicBezTo>
                  <a:cubicBezTo>
                    <a:pt x="1" y="4228"/>
                    <a:pt x="1723" y="1"/>
                    <a:pt x="5220" y="1"/>
                  </a:cubicBezTo>
                  <a:cubicBezTo>
                    <a:pt x="7360" y="1"/>
                    <a:pt x="9134" y="1775"/>
                    <a:pt x="9134" y="3915"/>
                  </a:cubicBezTo>
                  <a:close/>
                </a:path>
              </a:pathLst>
            </a:custGeom>
            <a:noFill/>
            <a:ln w="16950" cap="flat" cmpd="sng">
              <a:solidFill>
                <a:schemeClr val="dk1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9"/>
            <p:cNvSpPr/>
            <p:nvPr/>
          </p:nvSpPr>
          <p:spPr>
            <a:xfrm>
              <a:off x="2324475" y="5269400"/>
              <a:ext cx="83550" cy="71750"/>
            </a:xfrm>
            <a:custGeom>
              <a:avLst/>
              <a:gdLst/>
              <a:ahLst/>
              <a:cxnLst/>
              <a:rect l="l" t="t" r="r" b="b"/>
              <a:pathLst>
                <a:path w="3342" h="2870" extrusionOk="0">
                  <a:moveTo>
                    <a:pt x="1932" y="1"/>
                  </a:moveTo>
                  <a:cubicBezTo>
                    <a:pt x="627" y="1"/>
                    <a:pt x="1" y="1566"/>
                    <a:pt x="888" y="2454"/>
                  </a:cubicBezTo>
                  <a:cubicBezTo>
                    <a:pt x="1175" y="2741"/>
                    <a:pt x="1534" y="2869"/>
                    <a:pt x="1887" y="2869"/>
                  </a:cubicBezTo>
                  <a:cubicBezTo>
                    <a:pt x="2625" y="2869"/>
                    <a:pt x="3341" y="2309"/>
                    <a:pt x="3341" y="1462"/>
                  </a:cubicBezTo>
                  <a:cubicBezTo>
                    <a:pt x="3341" y="679"/>
                    <a:pt x="2715" y="1"/>
                    <a:pt x="1932" y="1"/>
                  </a:cubicBezTo>
                  <a:close/>
                </a:path>
              </a:pathLst>
            </a:custGeom>
            <a:solidFill>
              <a:srgbClr val="B7C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9"/>
            <p:cNvSpPr/>
            <p:nvPr/>
          </p:nvSpPr>
          <p:spPr>
            <a:xfrm>
              <a:off x="2324475" y="5269400"/>
              <a:ext cx="83550" cy="83525"/>
            </a:xfrm>
            <a:custGeom>
              <a:avLst/>
              <a:gdLst/>
              <a:ahLst/>
              <a:cxnLst/>
              <a:rect l="l" t="t" r="r" b="b"/>
              <a:pathLst>
                <a:path w="3342" h="3341" fill="none" extrusionOk="0">
                  <a:moveTo>
                    <a:pt x="3341" y="1462"/>
                  </a:moveTo>
                  <a:cubicBezTo>
                    <a:pt x="3341" y="2714"/>
                    <a:pt x="1775" y="3341"/>
                    <a:pt x="888" y="2454"/>
                  </a:cubicBezTo>
                  <a:cubicBezTo>
                    <a:pt x="1" y="1566"/>
                    <a:pt x="627" y="1"/>
                    <a:pt x="1932" y="1"/>
                  </a:cubicBezTo>
                  <a:cubicBezTo>
                    <a:pt x="2715" y="1"/>
                    <a:pt x="3341" y="679"/>
                    <a:pt x="3341" y="1462"/>
                  </a:cubicBezTo>
                  <a:close/>
                </a:path>
              </a:pathLst>
            </a:custGeom>
            <a:noFill/>
            <a:ln w="16950" cap="flat" cmpd="sng">
              <a:solidFill>
                <a:schemeClr val="dk1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9"/>
            <p:cNvSpPr/>
            <p:nvPr/>
          </p:nvSpPr>
          <p:spPr>
            <a:xfrm>
              <a:off x="2957300" y="5208075"/>
              <a:ext cx="227075" cy="194550"/>
            </a:xfrm>
            <a:custGeom>
              <a:avLst/>
              <a:gdLst/>
              <a:ahLst/>
              <a:cxnLst/>
              <a:rect l="l" t="t" r="r" b="b"/>
              <a:pathLst>
                <a:path w="9083" h="7782" extrusionOk="0">
                  <a:moveTo>
                    <a:pt x="5220" y="1"/>
                  </a:moveTo>
                  <a:cubicBezTo>
                    <a:pt x="1775" y="1"/>
                    <a:pt x="1" y="4176"/>
                    <a:pt x="2454" y="6629"/>
                  </a:cubicBezTo>
                  <a:cubicBezTo>
                    <a:pt x="3250" y="7425"/>
                    <a:pt x="4228" y="7782"/>
                    <a:pt x="5186" y="7782"/>
                  </a:cubicBezTo>
                  <a:cubicBezTo>
                    <a:pt x="7178" y="7782"/>
                    <a:pt x="9082" y="6241"/>
                    <a:pt x="9082" y="3915"/>
                  </a:cubicBezTo>
                  <a:cubicBezTo>
                    <a:pt x="9082" y="1775"/>
                    <a:pt x="7360" y="53"/>
                    <a:pt x="5220" y="1"/>
                  </a:cubicBezTo>
                  <a:close/>
                </a:path>
              </a:pathLst>
            </a:custGeom>
            <a:solidFill>
              <a:srgbClr val="E3E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9"/>
            <p:cNvSpPr/>
            <p:nvPr/>
          </p:nvSpPr>
          <p:spPr>
            <a:xfrm>
              <a:off x="2957300" y="5208075"/>
              <a:ext cx="227075" cy="227050"/>
            </a:xfrm>
            <a:custGeom>
              <a:avLst/>
              <a:gdLst/>
              <a:ahLst/>
              <a:cxnLst/>
              <a:rect l="l" t="t" r="r" b="b"/>
              <a:pathLst>
                <a:path w="9083" h="9082" fill="none" extrusionOk="0">
                  <a:moveTo>
                    <a:pt x="9082" y="3915"/>
                  </a:moveTo>
                  <a:cubicBezTo>
                    <a:pt x="9082" y="7360"/>
                    <a:pt x="4907" y="9082"/>
                    <a:pt x="2454" y="6629"/>
                  </a:cubicBezTo>
                  <a:cubicBezTo>
                    <a:pt x="1" y="4176"/>
                    <a:pt x="1775" y="1"/>
                    <a:pt x="5220" y="1"/>
                  </a:cubicBezTo>
                  <a:cubicBezTo>
                    <a:pt x="7360" y="53"/>
                    <a:pt x="9082" y="1775"/>
                    <a:pt x="9082" y="3915"/>
                  </a:cubicBezTo>
                  <a:close/>
                </a:path>
              </a:pathLst>
            </a:custGeom>
            <a:noFill/>
            <a:ln w="16950" cap="flat" cmpd="sng">
              <a:solidFill>
                <a:schemeClr val="dk1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9"/>
            <p:cNvSpPr/>
            <p:nvPr/>
          </p:nvSpPr>
          <p:spPr>
            <a:xfrm>
              <a:off x="3039500" y="5269400"/>
              <a:ext cx="83550" cy="71750"/>
            </a:xfrm>
            <a:custGeom>
              <a:avLst/>
              <a:gdLst/>
              <a:ahLst/>
              <a:cxnLst/>
              <a:rect l="l" t="t" r="r" b="b"/>
              <a:pathLst>
                <a:path w="3342" h="2870" extrusionOk="0">
                  <a:moveTo>
                    <a:pt x="1932" y="1"/>
                  </a:moveTo>
                  <a:cubicBezTo>
                    <a:pt x="627" y="1"/>
                    <a:pt x="1" y="1566"/>
                    <a:pt x="940" y="2454"/>
                  </a:cubicBezTo>
                  <a:cubicBezTo>
                    <a:pt x="1228" y="2741"/>
                    <a:pt x="1581" y="2869"/>
                    <a:pt x="1927" y="2869"/>
                  </a:cubicBezTo>
                  <a:cubicBezTo>
                    <a:pt x="2649" y="2869"/>
                    <a:pt x="3341" y="2309"/>
                    <a:pt x="3341" y="1462"/>
                  </a:cubicBezTo>
                  <a:cubicBezTo>
                    <a:pt x="3341" y="679"/>
                    <a:pt x="2715" y="1"/>
                    <a:pt x="1932" y="1"/>
                  </a:cubicBezTo>
                  <a:close/>
                </a:path>
              </a:pathLst>
            </a:custGeom>
            <a:solidFill>
              <a:srgbClr val="B7C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9"/>
            <p:cNvSpPr/>
            <p:nvPr/>
          </p:nvSpPr>
          <p:spPr>
            <a:xfrm>
              <a:off x="3039500" y="5269400"/>
              <a:ext cx="83550" cy="83525"/>
            </a:xfrm>
            <a:custGeom>
              <a:avLst/>
              <a:gdLst/>
              <a:ahLst/>
              <a:cxnLst/>
              <a:rect l="l" t="t" r="r" b="b"/>
              <a:pathLst>
                <a:path w="3342" h="3341" fill="none" extrusionOk="0">
                  <a:moveTo>
                    <a:pt x="3341" y="1462"/>
                  </a:moveTo>
                  <a:cubicBezTo>
                    <a:pt x="3341" y="2714"/>
                    <a:pt x="1828" y="3341"/>
                    <a:pt x="940" y="2454"/>
                  </a:cubicBezTo>
                  <a:cubicBezTo>
                    <a:pt x="1" y="1566"/>
                    <a:pt x="627" y="1"/>
                    <a:pt x="1932" y="1"/>
                  </a:cubicBezTo>
                  <a:cubicBezTo>
                    <a:pt x="2715" y="1"/>
                    <a:pt x="3341" y="679"/>
                    <a:pt x="3341" y="1462"/>
                  </a:cubicBezTo>
                  <a:close/>
                </a:path>
              </a:pathLst>
            </a:custGeom>
            <a:noFill/>
            <a:ln w="16950" cap="flat" cmpd="sng">
              <a:solidFill>
                <a:schemeClr val="dk1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9"/>
            <p:cNvSpPr/>
            <p:nvPr/>
          </p:nvSpPr>
          <p:spPr>
            <a:xfrm>
              <a:off x="3485750" y="4579175"/>
              <a:ext cx="764625" cy="764625"/>
            </a:xfrm>
            <a:custGeom>
              <a:avLst/>
              <a:gdLst/>
              <a:ahLst/>
              <a:cxnLst/>
              <a:rect l="l" t="t" r="r" b="b"/>
              <a:pathLst>
                <a:path w="30585" h="30585" extrusionOk="0">
                  <a:moveTo>
                    <a:pt x="17119" y="0"/>
                  </a:moveTo>
                  <a:lnTo>
                    <a:pt x="0" y="1879"/>
                  </a:lnTo>
                  <a:lnTo>
                    <a:pt x="1775" y="23486"/>
                  </a:lnTo>
                  <a:lnTo>
                    <a:pt x="1566" y="30584"/>
                  </a:lnTo>
                  <a:lnTo>
                    <a:pt x="1566" y="30584"/>
                  </a:lnTo>
                  <a:lnTo>
                    <a:pt x="29384" y="30428"/>
                  </a:lnTo>
                  <a:cubicBezTo>
                    <a:pt x="30063" y="30428"/>
                    <a:pt x="30585" y="29854"/>
                    <a:pt x="30585" y="29175"/>
                  </a:cubicBezTo>
                  <a:cubicBezTo>
                    <a:pt x="30585" y="28653"/>
                    <a:pt x="30272" y="28236"/>
                    <a:pt x="29802" y="28027"/>
                  </a:cubicBezTo>
                  <a:lnTo>
                    <a:pt x="17798" y="22547"/>
                  </a:lnTo>
                  <a:lnTo>
                    <a:pt x="17119" y="0"/>
                  </a:lnTo>
                  <a:close/>
                </a:path>
              </a:pathLst>
            </a:custGeom>
            <a:solidFill>
              <a:srgbClr val="F9A8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9"/>
            <p:cNvSpPr/>
            <p:nvPr/>
          </p:nvSpPr>
          <p:spPr>
            <a:xfrm>
              <a:off x="3488350" y="5142825"/>
              <a:ext cx="803775" cy="270125"/>
            </a:xfrm>
            <a:custGeom>
              <a:avLst/>
              <a:gdLst/>
              <a:ahLst/>
              <a:cxnLst/>
              <a:rect l="l" t="t" r="r" b="b"/>
              <a:pathLst>
                <a:path w="32151" h="10805" extrusionOk="0">
                  <a:moveTo>
                    <a:pt x="17694" y="1"/>
                  </a:moveTo>
                  <a:cubicBezTo>
                    <a:pt x="14957" y="1104"/>
                    <a:pt x="11901" y="1439"/>
                    <a:pt x="9194" y="1439"/>
                  </a:cubicBezTo>
                  <a:cubicBezTo>
                    <a:pt x="4983" y="1439"/>
                    <a:pt x="1619" y="627"/>
                    <a:pt x="1619" y="627"/>
                  </a:cubicBezTo>
                  <a:lnTo>
                    <a:pt x="1" y="10231"/>
                  </a:lnTo>
                  <a:cubicBezTo>
                    <a:pt x="1" y="10544"/>
                    <a:pt x="262" y="10805"/>
                    <a:pt x="575" y="10805"/>
                  </a:cubicBezTo>
                  <a:lnTo>
                    <a:pt x="31525" y="10805"/>
                  </a:lnTo>
                  <a:cubicBezTo>
                    <a:pt x="32151" y="10805"/>
                    <a:pt x="31733" y="7621"/>
                    <a:pt x="31733" y="7569"/>
                  </a:cubicBezTo>
                  <a:cubicBezTo>
                    <a:pt x="31420" y="6681"/>
                    <a:pt x="30898" y="5690"/>
                    <a:pt x="30429" y="5481"/>
                  </a:cubicBezTo>
                  <a:lnTo>
                    <a:pt x="176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9"/>
            <p:cNvSpPr/>
            <p:nvPr/>
          </p:nvSpPr>
          <p:spPr>
            <a:xfrm>
              <a:off x="3954175" y="5155875"/>
              <a:ext cx="44375" cy="75700"/>
            </a:xfrm>
            <a:custGeom>
              <a:avLst/>
              <a:gdLst/>
              <a:ahLst/>
              <a:cxnLst/>
              <a:rect l="l" t="t" r="r" b="b"/>
              <a:pathLst>
                <a:path w="1775" h="3028" fill="none" extrusionOk="0">
                  <a:moveTo>
                    <a:pt x="1775" y="1"/>
                  </a:moveTo>
                  <a:cubicBezTo>
                    <a:pt x="1096" y="940"/>
                    <a:pt x="470" y="1932"/>
                    <a:pt x="0" y="3028"/>
                  </a:cubicBezTo>
                </a:path>
              </a:pathLst>
            </a:custGeom>
            <a:noFill/>
            <a:ln w="11750" cap="flat" cmpd="sng">
              <a:solidFill>
                <a:schemeClr val="accent3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9"/>
            <p:cNvSpPr/>
            <p:nvPr/>
          </p:nvSpPr>
          <p:spPr>
            <a:xfrm>
              <a:off x="4002450" y="5180675"/>
              <a:ext cx="36550" cy="63950"/>
            </a:xfrm>
            <a:custGeom>
              <a:avLst/>
              <a:gdLst/>
              <a:ahLst/>
              <a:cxnLst/>
              <a:rect l="l" t="t" r="r" b="b"/>
              <a:pathLst>
                <a:path w="1462" h="2558" fill="none" extrusionOk="0">
                  <a:moveTo>
                    <a:pt x="1462" y="0"/>
                  </a:moveTo>
                  <a:cubicBezTo>
                    <a:pt x="888" y="783"/>
                    <a:pt x="366" y="1618"/>
                    <a:pt x="0" y="2558"/>
                  </a:cubicBezTo>
                </a:path>
              </a:pathLst>
            </a:custGeom>
            <a:noFill/>
            <a:ln w="11750" cap="flat" cmpd="sng">
              <a:solidFill>
                <a:schemeClr val="accent3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9"/>
            <p:cNvSpPr/>
            <p:nvPr/>
          </p:nvSpPr>
          <p:spPr>
            <a:xfrm>
              <a:off x="4038975" y="5197625"/>
              <a:ext cx="33950" cy="58750"/>
            </a:xfrm>
            <a:custGeom>
              <a:avLst/>
              <a:gdLst/>
              <a:ahLst/>
              <a:cxnLst/>
              <a:rect l="l" t="t" r="r" b="b"/>
              <a:pathLst>
                <a:path w="1358" h="2350" fill="none" extrusionOk="0">
                  <a:moveTo>
                    <a:pt x="1358" y="1"/>
                  </a:moveTo>
                  <a:cubicBezTo>
                    <a:pt x="836" y="732"/>
                    <a:pt x="366" y="1515"/>
                    <a:pt x="1" y="2350"/>
                  </a:cubicBezTo>
                </a:path>
              </a:pathLst>
            </a:custGeom>
            <a:noFill/>
            <a:ln w="11750" cap="flat" cmpd="sng">
              <a:solidFill>
                <a:schemeClr val="accent3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9"/>
            <p:cNvSpPr/>
            <p:nvPr/>
          </p:nvSpPr>
          <p:spPr>
            <a:xfrm>
              <a:off x="3492275" y="5356825"/>
              <a:ext cx="792025" cy="3925"/>
            </a:xfrm>
            <a:custGeom>
              <a:avLst/>
              <a:gdLst/>
              <a:ahLst/>
              <a:cxnLst/>
              <a:rect l="l" t="t" r="r" b="b"/>
              <a:pathLst>
                <a:path w="31681" h="157" fill="none" extrusionOk="0">
                  <a:moveTo>
                    <a:pt x="0" y="157"/>
                  </a:moveTo>
                  <a:lnTo>
                    <a:pt x="31681" y="0"/>
                  </a:lnTo>
                </a:path>
              </a:pathLst>
            </a:custGeom>
            <a:noFill/>
            <a:ln w="11750" cap="flat" cmpd="sng">
              <a:solidFill>
                <a:schemeClr val="accent3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9"/>
            <p:cNvSpPr/>
            <p:nvPr/>
          </p:nvSpPr>
          <p:spPr>
            <a:xfrm>
              <a:off x="3514450" y="5244600"/>
              <a:ext cx="202275" cy="114850"/>
            </a:xfrm>
            <a:custGeom>
              <a:avLst/>
              <a:gdLst/>
              <a:ahLst/>
              <a:cxnLst/>
              <a:rect l="l" t="t" r="r" b="b"/>
              <a:pathLst>
                <a:path w="8091" h="4594" fill="none" extrusionOk="0">
                  <a:moveTo>
                    <a:pt x="1" y="1"/>
                  </a:moveTo>
                  <a:cubicBezTo>
                    <a:pt x="1" y="1"/>
                    <a:pt x="7412" y="105"/>
                    <a:pt x="8090" y="4594"/>
                  </a:cubicBezTo>
                </a:path>
              </a:pathLst>
            </a:custGeom>
            <a:noFill/>
            <a:ln w="11750" cap="flat" cmpd="sng">
              <a:solidFill>
                <a:srgbClr val="DD5E17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9"/>
            <p:cNvSpPr/>
            <p:nvPr/>
          </p:nvSpPr>
          <p:spPr>
            <a:xfrm>
              <a:off x="4121175" y="5251125"/>
              <a:ext cx="61350" cy="107025"/>
            </a:xfrm>
            <a:custGeom>
              <a:avLst/>
              <a:gdLst/>
              <a:ahLst/>
              <a:cxnLst/>
              <a:rect l="l" t="t" r="r" b="b"/>
              <a:pathLst>
                <a:path w="2454" h="4281" fill="none" extrusionOk="0">
                  <a:moveTo>
                    <a:pt x="2454" y="1"/>
                  </a:moveTo>
                  <a:cubicBezTo>
                    <a:pt x="2454" y="1"/>
                    <a:pt x="418" y="2924"/>
                    <a:pt x="1" y="4281"/>
                  </a:cubicBezTo>
                </a:path>
              </a:pathLst>
            </a:custGeom>
            <a:noFill/>
            <a:ln w="11750" cap="flat" cmpd="sng">
              <a:solidFill>
                <a:schemeClr val="accent3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9"/>
            <p:cNvSpPr/>
            <p:nvPr/>
          </p:nvSpPr>
          <p:spPr>
            <a:xfrm>
              <a:off x="3155625" y="4579175"/>
              <a:ext cx="730725" cy="764625"/>
            </a:xfrm>
            <a:custGeom>
              <a:avLst/>
              <a:gdLst/>
              <a:ahLst/>
              <a:cxnLst/>
              <a:rect l="l" t="t" r="r" b="b"/>
              <a:pathLst>
                <a:path w="29229" h="30585" extrusionOk="0">
                  <a:moveTo>
                    <a:pt x="17172" y="0"/>
                  </a:moveTo>
                  <a:lnTo>
                    <a:pt x="1" y="1879"/>
                  </a:lnTo>
                  <a:lnTo>
                    <a:pt x="418" y="23486"/>
                  </a:lnTo>
                  <a:lnTo>
                    <a:pt x="210" y="30584"/>
                  </a:lnTo>
                  <a:lnTo>
                    <a:pt x="28028" y="30428"/>
                  </a:lnTo>
                  <a:cubicBezTo>
                    <a:pt x="28654" y="30428"/>
                    <a:pt x="29228" y="29854"/>
                    <a:pt x="29228" y="29175"/>
                  </a:cubicBezTo>
                  <a:cubicBezTo>
                    <a:pt x="29228" y="28653"/>
                    <a:pt x="28915" y="28236"/>
                    <a:pt x="28445" y="28027"/>
                  </a:cubicBezTo>
                  <a:lnTo>
                    <a:pt x="16441" y="22547"/>
                  </a:lnTo>
                  <a:lnTo>
                    <a:pt x="17172" y="0"/>
                  </a:lnTo>
                  <a:close/>
                </a:path>
              </a:pathLst>
            </a:custGeom>
            <a:solidFill>
              <a:srgbClr val="FFC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9"/>
            <p:cNvSpPr/>
            <p:nvPr/>
          </p:nvSpPr>
          <p:spPr>
            <a:xfrm>
              <a:off x="3123025" y="5142825"/>
              <a:ext cx="803775" cy="270125"/>
            </a:xfrm>
            <a:custGeom>
              <a:avLst/>
              <a:gdLst/>
              <a:ahLst/>
              <a:cxnLst/>
              <a:rect l="l" t="t" r="r" b="b"/>
              <a:pathLst>
                <a:path w="32151" h="10805" extrusionOk="0">
                  <a:moveTo>
                    <a:pt x="17745" y="1"/>
                  </a:moveTo>
                  <a:cubicBezTo>
                    <a:pt x="14988" y="1104"/>
                    <a:pt x="11919" y="1439"/>
                    <a:pt x="9205" y="1439"/>
                  </a:cubicBezTo>
                  <a:cubicBezTo>
                    <a:pt x="4983" y="1439"/>
                    <a:pt x="1618" y="627"/>
                    <a:pt x="1618" y="627"/>
                  </a:cubicBezTo>
                  <a:lnTo>
                    <a:pt x="52" y="10231"/>
                  </a:lnTo>
                  <a:cubicBezTo>
                    <a:pt x="0" y="10544"/>
                    <a:pt x="261" y="10805"/>
                    <a:pt x="626" y="10805"/>
                  </a:cubicBezTo>
                  <a:lnTo>
                    <a:pt x="31524" y="10805"/>
                  </a:lnTo>
                  <a:cubicBezTo>
                    <a:pt x="32150" y="10805"/>
                    <a:pt x="31733" y="7621"/>
                    <a:pt x="31733" y="7569"/>
                  </a:cubicBezTo>
                  <a:cubicBezTo>
                    <a:pt x="31472" y="6681"/>
                    <a:pt x="30950" y="5690"/>
                    <a:pt x="30428" y="5481"/>
                  </a:cubicBezTo>
                  <a:lnTo>
                    <a:pt x="1774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9"/>
            <p:cNvSpPr/>
            <p:nvPr/>
          </p:nvSpPr>
          <p:spPr>
            <a:xfrm>
              <a:off x="3590125" y="5155875"/>
              <a:ext cx="44400" cy="75700"/>
            </a:xfrm>
            <a:custGeom>
              <a:avLst/>
              <a:gdLst/>
              <a:ahLst/>
              <a:cxnLst/>
              <a:rect l="l" t="t" r="r" b="b"/>
              <a:pathLst>
                <a:path w="1776" h="3028" fill="none" extrusionOk="0">
                  <a:moveTo>
                    <a:pt x="1775" y="1"/>
                  </a:moveTo>
                  <a:cubicBezTo>
                    <a:pt x="1045" y="940"/>
                    <a:pt x="470" y="1932"/>
                    <a:pt x="1" y="3028"/>
                  </a:cubicBezTo>
                </a:path>
              </a:pathLst>
            </a:custGeom>
            <a:noFill/>
            <a:ln w="11750" cap="flat" cmpd="sng">
              <a:solidFill>
                <a:schemeClr val="accent3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9"/>
            <p:cNvSpPr/>
            <p:nvPr/>
          </p:nvSpPr>
          <p:spPr>
            <a:xfrm>
              <a:off x="3637100" y="5180675"/>
              <a:ext cx="37875" cy="63950"/>
            </a:xfrm>
            <a:custGeom>
              <a:avLst/>
              <a:gdLst/>
              <a:ahLst/>
              <a:cxnLst/>
              <a:rect l="l" t="t" r="r" b="b"/>
              <a:pathLst>
                <a:path w="1515" h="2558" fill="none" extrusionOk="0">
                  <a:moveTo>
                    <a:pt x="1514" y="0"/>
                  </a:moveTo>
                  <a:cubicBezTo>
                    <a:pt x="888" y="783"/>
                    <a:pt x="418" y="1618"/>
                    <a:pt x="1" y="2558"/>
                  </a:cubicBezTo>
                </a:path>
              </a:pathLst>
            </a:custGeom>
            <a:noFill/>
            <a:ln w="11750" cap="flat" cmpd="sng">
              <a:solidFill>
                <a:schemeClr val="accent3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9"/>
            <p:cNvSpPr/>
            <p:nvPr/>
          </p:nvSpPr>
          <p:spPr>
            <a:xfrm>
              <a:off x="3673625" y="5197625"/>
              <a:ext cx="35275" cy="58750"/>
            </a:xfrm>
            <a:custGeom>
              <a:avLst/>
              <a:gdLst/>
              <a:ahLst/>
              <a:cxnLst/>
              <a:rect l="l" t="t" r="r" b="b"/>
              <a:pathLst>
                <a:path w="1411" h="2350" fill="none" extrusionOk="0">
                  <a:moveTo>
                    <a:pt x="1410" y="1"/>
                  </a:moveTo>
                  <a:cubicBezTo>
                    <a:pt x="888" y="732"/>
                    <a:pt x="419" y="1515"/>
                    <a:pt x="1" y="2350"/>
                  </a:cubicBezTo>
                </a:path>
              </a:pathLst>
            </a:custGeom>
            <a:noFill/>
            <a:ln w="11750" cap="flat" cmpd="sng">
              <a:solidFill>
                <a:schemeClr val="accent3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9"/>
            <p:cNvSpPr/>
            <p:nvPr/>
          </p:nvSpPr>
          <p:spPr>
            <a:xfrm>
              <a:off x="3126925" y="5356825"/>
              <a:ext cx="793350" cy="3925"/>
            </a:xfrm>
            <a:custGeom>
              <a:avLst/>
              <a:gdLst/>
              <a:ahLst/>
              <a:cxnLst/>
              <a:rect l="l" t="t" r="r" b="b"/>
              <a:pathLst>
                <a:path w="31734" h="157" fill="none" extrusionOk="0">
                  <a:moveTo>
                    <a:pt x="1" y="157"/>
                  </a:moveTo>
                  <a:lnTo>
                    <a:pt x="31733" y="0"/>
                  </a:lnTo>
                </a:path>
              </a:pathLst>
            </a:custGeom>
            <a:noFill/>
            <a:ln w="11750" cap="flat" cmpd="sng">
              <a:solidFill>
                <a:schemeClr val="accent3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9"/>
            <p:cNvSpPr/>
            <p:nvPr/>
          </p:nvSpPr>
          <p:spPr>
            <a:xfrm>
              <a:off x="3150425" y="5244600"/>
              <a:ext cx="200950" cy="114850"/>
            </a:xfrm>
            <a:custGeom>
              <a:avLst/>
              <a:gdLst/>
              <a:ahLst/>
              <a:cxnLst/>
              <a:rect l="l" t="t" r="r" b="b"/>
              <a:pathLst>
                <a:path w="8038" h="4594" fill="none" extrusionOk="0">
                  <a:moveTo>
                    <a:pt x="0" y="1"/>
                  </a:moveTo>
                  <a:cubicBezTo>
                    <a:pt x="0" y="1"/>
                    <a:pt x="7411" y="105"/>
                    <a:pt x="8038" y="4594"/>
                  </a:cubicBezTo>
                </a:path>
              </a:pathLst>
            </a:custGeom>
            <a:noFill/>
            <a:ln w="11750" cap="flat" cmpd="sng">
              <a:solidFill>
                <a:schemeClr val="accent3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9"/>
            <p:cNvSpPr/>
            <p:nvPr/>
          </p:nvSpPr>
          <p:spPr>
            <a:xfrm>
              <a:off x="3757150" y="5251125"/>
              <a:ext cx="61350" cy="107025"/>
            </a:xfrm>
            <a:custGeom>
              <a:avLst/>
              <a:gdLst/>
              <a:ahLst/>
              <a:cxnLst/>
              <a:rect l="l" t="t" r="r" b="b"/>
              <a:pathLst>
                <a:path w="2454" h="4281" fill="none" extrusionOk="0">
                  <a:moveTo>
                    <a:pt x="2453" y="1"/>
                  </a:moveTo>
                  <a:cubicBezTo>
                    <a:pt x="2453" y="1"/>
                    <a:pt x="418" y="2924"/>
                    <a:pt x="0" y="4281"/>
                  </a:cubicBezTo>
                </a:path>
              </a:pathLst>
            </a:custGeom>
            <a:noFill/>
            <a:ln w="11750" cap="flat" cmpd="sng">
              <a:solidFill>
                <a:schemeClr val="accent3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9"/>
            <p:cNvSpPr/>
            <p:nvPr/>
          </p:nvSpPr>
          <p:spPr>
            <a:xfrm>
              <a:off x="1952625" y="2927300"/>
              <a:ext cx="2045925" cy="2087700"/>
            </a:xfrm>
            <a:custGeom>
              <a:avLst/>
              <a:gdLst/>
              <a:ahLst/>
              <a:cxnLst/>
              <a:rect l="l" t="t" r="r" b="b"/>
              <a:pathLst>
                <a:path w="81837" h="83508" extrusionOk="0">
                  <a:moveTo>
                    <a:pt x="4958" y="0"/>
                  </a:moveTo>
                  <a:lnTo>
                    <a:pt x="4958" y="0"/>
                  </a:lnTo>
                  <a:cubicBezTo>
                    <a:pt x="4958" y="0"/>
                    <a:pt x="0" y="19155"/>
                    <a:pt x="6837" y="28601"/>
                  </a:cubicBezTo>
                  <a:cubicBezTo>
                    <a:pt x="9812" y="32777"/>
                    <a:pt x="14979" y="32881"/>
                    <a:pt x="19937" y="32881"/>
                  </a:cubicBezTo>
                  <a:lnTo>
                    <a:pt x="49321" y="32881"/>
                  </a:lnTo>
                  <a:cubicBezTo>
                    <a:pt x="51774" y="32881"/>
                    <a:pt x="53810" y="34760"/>
                    <a:pt x="54019" y="37213"/>
                  </a:cubicBezTo>
                  <a:lnTo>
                    <a:pt x="57985" y="83507"/>
                  </a:lnTo>
                  <a:lnTo>
                    <a:pt x="81837" y="83507"/>
                  </a:lnTo>
                  <a:cubicBezTo>
                    <a:pt x="81837" y="83507"/>
                    <a:pt x="79436" y="43633"/>
                    <a:pt x="78810" y="35699"/>
                  </a:cubicBezTo>
                  <a:cubicBezTo>
                    <a:pt x="78288" y="29332"/>
                    <a:pt x="77087" y="20668"/>
                    <a:pt x="74582" y="15032"/>
                  </a:cubicBezTo>
                  <a:cubicBezTo>
                    <a:pt x="71242" y="7516"/>
                    <a:pt x="64927" y="3654"/>
                    <a:pt x="58559" y="3654"/>
                  </a:cubicBezTo>
                  <a:lnTo>
                    <a:pt x="47495" y="3654"/>
                  </a:lnTo>
                  <a:cubicBezTo>
                    <a:pt x="46920" y="3654"/>
                    <a:pt x="46503" y="3236"/>
                    <a:pt x="46503" y="2662"/>
                  </a:cubicBezTo>
                  <a:lnTo>
                    <a:pt x="46503" y="261"/>
                  </a:lnTo>
                  <a:lnTo>
                    <a:pt x="495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9"/>
            <p:cNvSpPr/>
            <p:nvPr/>
          </p:nvSpPr>
          <p:spPr>
            <a:xfrm>
              <a:off x="3410075" y="4892325"/>
              <a:ext cx="579350" cy="25"/>
            </a:xfrm>
            <a:custGeom>
              <a:avLst/>
              <a:gdLst/>
              <a:ahLst/>
              <a:cxnLst/>
              <a:rect l="l" t="t" r="r" b="b"/>
              <a:pathLst>
                <a:path w="23174" h="1" fill="none" extrusionOk="0">
                  <a:moveTo>
                    <a:pt x="0" y="0"/>
                  </a:moveTo>
                  <a:lnTo>
                    <a:pt x="23173" y="0"/>
                  </a:lnTo>
                </a:path>
              </a:pathLst>
            </a:custGeom>
            <a:noFill/>
            <a:ln w="11750" cap="flat" cmpd="sng">
              <a:solidFill>
                <a:schemeClr val="dk1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9"/>
            <p:cNvSpPr/>
            <p:nvPr/>
          </p:nvSpPr>
          <p:spPr>
            <a:xfrm>
              <a:off x="1600325" y="2907725"/>
              <a:ext cx="2044625" cy="2107275"/>
            </a:xfrm>
            <a:custGeom>
              <a:avLst/>
              <a:gdLst/>
              <a:ahLst/>
              <a:cxnLst/>
              <a:rect l="l" t="t" r="r" b="b"/>
              <a:pathLst>
                <a:path w="81785" h="84291" extrusionOk="0">
                  <a:moveTo>
                    <a:pt x="34499" y="0"/>
                  </a:moveTo>
                  <a:lnTo>
                    <a:pt x="4959" y="783"/>
                  </a:lnTo>
                  <a:cubicBezTo>
                    <a:pt x="4959" y="783"/>
                    <a:pt x="0" y="19938"/>
                    <a:pt x="6785" y="29384"/>
                  </a:cubicBezTo>
                  <a:cubicBezTo>
                    <a:pt x="9812" y="33560"/>
                    <a:pt x="14979" y="33664"/>
                    <a:pt x="19938" y="33664"/>
                  </a:cubicBezTo>
                  <a:lnTo>
                    <a:pt x="49322" y="33664"/>
                  </a:lnTo>
                  <a:cubicBezTo>
                    <a:pt x="51775" y="33664"/>
                    <a:pt x="53810" y="35543"/>
                    <a:pt x="54019" y="37996"/>
                  </a:cubicBezTo>
                  <a:lnTo>
                    <a:pt x="57985" y="84290"/>
                  </a:lnTo>
                  <a:lnTo>
                    <a:pt x="81785" y="84290"/>
                  </a:lnTo>
                  <a:cubicBezTo>
                    <a:pt x="81785" y="84290"/>
                    <a:pt x="79175" y="44416"/>
                    <a:pt x="78810" y="36482"/>
                  </a:cubicBezTo>
                  <a:cubicBezTo>
                    <a:pt x="78392" y="28549"/>
                    <a:pt x="77662" y="21190"/>
                    <a:pt x="74582" y="15867"/>
                  </a:cubicBezTo>
                  <a:cubicBezTo>
                    <a:pt x="69781" y="7568"/>
                    <a:pt x="61326" y="4645"/>
                    <a:pt x="52036" y="4645"/>
                  </a:cubicBezTo>
                  <a:lnTo>
                    <a:pt x="34499" y="4645"/>
                  </a:lnTo>
                  <a:lnTo>
                    <a:pt x="344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9"/>
            <p:cNvSpPr/>
            <p:nvPr/>
          </p:nvSpPr>
          <p:spPr>
            <a:xfrm>
              <a:off x="1755600" y="2965125"/>
              <a:ext cx="1406575" cy="2052475"/>
            </a:xfrm>
            <a:custGeom>
              <a:avLst/>
              <a:gdLst/>
              <a:ahLst/>
              <a:cxnLst/>
              <a:rect l="l" t="t" r="r" b="b"/>
              <a:pathLst>
                <a:path w="56263" h="82099" fill="none" extrusionOk="0">
                  <a:moveTo>
                    <a:pt x="3027" y="1"/>
                  </a:moveTo>
                  <a:cubicBezTo>
                    <a:pt x="3027" y="1"/>
                    <a:pt x="0" y="17276"/>
                    <a:pt x="4802" y="22965"/>
                  </a:cubicBezTo>
                  <a:cubicBezTo>
                    <a:pt x="7411" y="25992"/>
                    <a:pt x="12161" y="26149"/>
                    <a:pt x="15814" y="26149"/>
                  </a:cubicBezTo>
                  <a:lnTo>
                    <a:pt x="47651" y="26149"/>
                  </a:lnTo>
                  <a:cubicBezTo>
                    <a:pt x="50000" y="26149"/>
                    <a:pt x="51983" y="27976"/>
                    <a:pt x="52192" y="30324"/>
                  </a:cubicBezTo>
                  <a:lnTo>
                    <a:pt x="56263" y="82099"/>
                  </a:lnTo>
                </a:path>
              </a:pathLst>
            </a:custGeom>
            <a:solidFill>
              <a:schemeClr val="accent5"/>
            </a:solidFill>
            <a:ln w="11750" cap="flat" cmpd="sng">
              <a:solidFill>
                <a:schemeClr val="accent5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9"/>
            <p:cNvSpPr/>
            <p:nvPr/>
          </p:nvSpPr>
          <p:spPr>
            <a:xfrm>
              <a:off x="3039500" y="4892325"/>
              <a:ext cx="597625" cy="25"/>
            </a:xfrm>
            <a:custGeom>
              <a:avLst/>
              <a:gdLst/>
              <a:ahLst/>
              <a:cxnLst/>
              <a:rect l="l" t="t" r="r" b="b"/>
              <a:pathLst>
                <a:path w="23905" h="1" fill="none" extrusionOk="0">
                  <a:moveTo>
                    <a:pt x="1" y="0"/>
                  </a:moveTo>
                  <a:lnTo>
                    <a:pt x="23905" y="0"/>
                  </a:lnTo>
                </a:path>
              </a:pathLst>
            </a:custGeom>
            <a:solidFill>
              <a:schemeClr val="accent5"/>
            </a:solidFill>
            <a:ln w="11750" cap="flat" cmpd="sng">
              <a:solidFill>
                <a:schemeClr val="accent5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9"/>
            <p:cNvSpPr/>
            <p:nvPr/>
          </p:nvSpPr>
          <p:spPr>
            <a:xfrm>
              <a:off x="1813000" y="2991225"/>
              <a:ext cx="300125" cy="135725"/>
            </a:xfrm>
            <a:custGeom>
              <a:avLst/>
              <a:gdLst/>
              <a:ahLst/>
              <a:cxnLst/>
              <a:rect l="l" t="t" r="r" b="b"/>
              <a:pathLst>
                <a:path w="12005" h="5429" fill="none" extrusionOk="0">
                  <a:moveTo>
                    <a:pt x="12005" y="1"/>
                  </a:moveTo>
                  <a:cubicBezTo>
                    <a:pt x="9656" y="5429"/>
                    <a:pt x="1" y="5011"/>
                    <a:pt x="1" y="5011"/>
                  </a:cubicBezTo>
                </a:path>
              </a:pathLst>
            </a:custGeom>
            <a:solidFill>
              <a:schemeClr val="accent5"/>
            </a:solidFill>
            <a:ln w="11750" cap="flat" cmpd="sng">
              <a:solidFill>
                <a:schemeClr val="accent5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9"/>
            <p:cNvSpPr/>
            <p:nvPr/>
          </p:nvSpPr>
          <p:spPr>
            <a:xfrm>
              <a:off x="2244900" y="995950"/>
              <a:ext cx="53500" cy="101925"/>
            </a:xfrm>
            <a:custGeom>
              <a:avLst/>
              <a:gdLst/>
              <a:ahLst/>
              <a:cxnLst/>
              <a:rect l="l" t="t" r="r" b="b"/>
              <a:pathLst>
                <a:path w="2140" h="4077" extrusionOk="0">
                  <a:moveTo>
                    <a:pt x="1480" y="1"/>
                  </a:moveTo>
                  <a:cubicBezTo>
                    <a:pt x="1438" y="1"/>
                    <a:pt x="1397" y="4"/>
                    <a:pt x="1357" y="10"/>
                  </a:cubicBezTo>
                  <a:cubicBezTo>
                    <a:pt x="887" y="63"/>
                    <a:pt x="522" y="376"/>
                    <a:pt x="313" y="793"/>
                  </a:cubicBezTo>
                  <a:cubicBezTo>
                    <a:pt x="157" y="1211"/>
                    <a:pt x="52" y="1628"/>
                    <a:pt x="52" y="2098"/>
                  </a:cubicBezTo>
                  <a:cubicBezTo>
                    <a:pt x="0" y="2516"/>
                    <a:pt x="104" y="2933"/>
                    <a:pt x="261" y="3299"/>
                  </a:cubicBezTo>
                  <a:cubicBezTo>
                    <a:pt x="533" y="3803"/>
                    <a:pt x="1064" y="4077"/>
                    <a:pt x="1597" y="4077"/>
                  </a:cubicBezTo>
                  <a:cubicBezTo>
                    <a:pt x="1781" y="4077"/>
                    <a:pt x="1966" y="4044"/>
                    <a:pt x="2140" y="3977"/>
                  </a:cubicBezTo>
                  <a:lnTo>
                    <a:pt x="2088" y="428"/>
                  </a:lnTo>
                  <a:cubicBezTo>
                    <a:pt x="2088" y="155"/>
                    <a:pt x="1770" y="1"/>
                    <a:pt x="1480" y="1"/>
                  </a:cubicBezTo>
                  <a:close/>
                </a:path>
              </a:pathLst>
            </a:custGeom>
            <a:solidFill>
              <a:srgbClr val="F9BB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9"/>
            <p:cNvSpPr/>
            <p:nvPr/>
          </p:nvSpPr>
          <p:spPr>
            <a:xfrm>
              <a:off x="2243575" y="850000"/>
              <a:ext cx="351025" cy="386000"/>
            </a:xfrm>
            <a:custGeom>
              <a:avLst/>
              <a:gdLst/>
              <a:ahLst/>
              <a:cxnLst/>
              <a:rect l="l" t="t" r="r" b="b"/>
              <a:pathLst>
                <a:path w="14041" h="15440" extrusionOk="0">
                  <a:moveTo>
                    <a:pt x="5534" y="0"/>
                  </a:moveTo>
                  <a:cubicBezTo>
                    <a:pt x="4289" y="0"/>
                    <a:pt x="3222" y="279"/>
                    <a:pt x="2610" y="890"/>
                  </a:cubicBezTo>
                  <a:cubicBezTo>
                    <a:pt x="2610" y="890"/>
                    <a:pt x="1" y="10754"/>
                    <a:pt x="1462" y="12738"/>
                  </a:cubicBezTo>
                  <a:cubicBezTo>
                    <a:pt x="2798" y="14628"/>
                    <a:pt x="5254" y="15440"/>
                    <a:pt x="7431" y="15440"/>
                  </a:cubicBezTo>
                  <a:cubicBezTo>
                    <a:pt x="8740" y="15440"/>
                    <a:pt x="9949" y="15146"/>
                    <a:pt x="10752" y="14617"/>
                  </a:cubicBezTo>
                  <a:cubicBezTo>
                    <a:pt x="12579" y="13468"/>
                    <a:pt x="14040" y="7153"/>
                    <a:pt x="14040" y="5535"/>
                  </a:cubicBezTo>
                  <a:cubicBezTo>
                    <a:pt x="14040" y="2254"/>
                    <a:pt x="9071" y="0"/>
                    <a:pt x="5534" y="0"/>
                  </a:cubicBezTo>
                  <a:close/>
                </a:path>
              </a:pathLst>
            </a:custGeom>
            <a:solidFill>
              <a:srgbClr val="FFC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9"/>
            <p:cNvSpPr/>
            <p:nvPr/>
          </p:nvSpPr>
          <p:spPr>
            <a:xfrm>
              <a:off x="2302300" y="957375"/>
              <a:ext cx="15675" cy="26150"/>
            </a:xfrm>
            <a:custGeom>
              <a:avLst/>
              <a:gdLst/>
              <a:ahLst/>
              <a:cxnLst/>
              <a:rect l="l" t="t" r="r" b="b"/>
              <a:pathLst>
                <a:path w="627" h="1046" extrusionOk="0">
                  <a:moveTo>
                    <a:pt x="392" y="1"/>
                  </a:moveTo>
                  <a:cubicBezTo>
                    <a:pt x="366" y="1"/>
                    <a:pt x="340" y="14"/>
                    <a:pt x="314" y="40"/>
                  </a:cubicBezTo>
                  <a:lnTo>
                    <a:pt x="261" y="40"/>
                  </a:lnTo>
                  <a:cubicBezTo>
                    <a:pt x="209" y="92"/>
                    <a:pt x="209" y="92"/>
                    <a:pt x="209" y="144"/>
                  </a:cubicBezTo>
                  <a:lnTo>
                    <a:pt x="209" y="196"/>
                  </a:lnTo>
                  <a:cubicBezTo>
                    <a:pt x="209" y="249"/>
                    <a:pt x="105" y="353"/>
                    <a:pt x="105" y="457"/>
                  </a:cubicBezTo>
                  <a:cubicBezTo>
                    <a:pt x="53" y="562"/>
                    <a:pt x="53" y="614"/>
                    <a:pt x="1" y="718"/>
                  </a:cubicBezTo>
                  <a:cubicBezTo>
                    <a:pt x="1" y="771"/>
                    <a:pt x="1" y="875"/>
                    <a:pt x="1" y="927"/>
                  </a:cubicBezTo>
                  <a:cubicBezTo>
                    <a:pt x="53" y="979"/>
                    <a:pt x="105" y="1032"/>
                    <a:pt x="157" y="1032"/>
                  </a:cubicBezTo>
                  <a:cubicBezTo>
                    <a:pt x="186" y="1041"/>
                    <a:pt x="213" y="1045"/>
                    <a:pt x="238" y="1045"/>
                  </a:cubicBezTo>
                  <a:cubicBezTo>
                    <a:pt x="350" y="1045"/>
                    <a:pt x="428" y="960"/>
                    <a:pt x="470" y="875"/>
                  </a:cubicBezTo>
                  <a:cubicBezTo>
                    <a:pt x="470" y="771"/>
                    <a:pt x="522" y="666"/>
                    <a:pt x="575" y="562"/>
                  </a:cubicBezTo>
                  <a:lnTo>
                    <a:pt x="627" y="301"/>
                  </a:lnTo>
                  <a:cubicBezTo>
                    <a:pt x="627" y="249"/>
                    <a:pt x="627" y="196"/>
                    <a:pt x="627" y="92"/>
                  </a:cubicBezTo>
                  <a:cubicBezTo>
                    <a:pt x="575" y="92"/>
                    <a:pt x="522" y="40"/>
                    <a:pt x="470" y="40"/>
                  </a:cubicBezTo>
                  <a:cubicBezTo>
                    <a:pt x="444" y="14"/>
                    <a:pt x="418" y="1"/>
                    <a:pt x="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9"/>
            <p:cNvSpPr/>
            <p:nvPr/>
          </p:nvSpPr>
          <p:spPr>
            <a:xfrm>
              <a:off x="2291875" y="920525"/>
              <a:ext cx="41775" cy="15675"/>
            </a:xfrm>
            <a:custGeom>
              <a:avLst/>
              <a:gdLst/>
              <a:ahLst/>
              <a:cxnLst/>
              <a:rect l="l" t="t" r="r" b="b"/>
              <a:pathLst>
                <a:path w="1671" h="627" fill="none" extrusionOk="0">
                  <a:moveTo>
                    <a:pt x="1670" y="627"/>
                  </a:moveTo>
                  <a:cubicBezTo>
                    <a:pt x="1253" y="105"/>
                    <a:pt x="522" y="0"/>
                    <a:pt x="0" y="418"/>
                  </a:cubicBezTo>
                </a:path>
              </a:pathLst>
            </a:custGeom>
            <a:noFill/>
            <a:ln w="78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9"/>
            <p:cNvSpPr/>
            <p:nvPr/>
          </p:nvSpPr>
          <p:spPr>
            <a:xfrm>
              <a:off x="2434075" y="988025"/>
              <a:ext cx="14375" cy="26525"/>
            </a:xfrm>
            <a:custGeom>
              <a:avLst/>
              <a:gdLst/>
              <a:ahLst/>
              <a:cxnLst/>
              <a:rect l="l" t="t" r="r" b="b"/>
              <a:pathLst>
                <a:path w="575" h="1061" extrusionOk="0">
                  <a:moveTo>
                    <a:pt x="338" y="0"/>
                  </a:moveTo>
                  <a:cubicBezTo>
                    <a:pt x="227" y="0"/>
                    <a:pt x="157" y="86"/>
                    <a:pt x="157" y="171"/>
                  </a:cubicBezTo>
                  <a:cubicBezTo>
                    <a:pt x="157" y="275"/>
                    <a:pt x="105" y="327"/>
                    <a:pt x="105" y="432"/>
                  </a:cubicBezTo>
                  <a:cubicBezTo>
                    <a:pt x="53" y="536"/>
                    <a:pt x="1" y="641"/>
                    <a:pt x="1" y="745"/>
                  </a:cubicBezTo>
                  <a:cubicBezTo>
                    <a:pt x="1" y="797"/>
                    <a:pt x="1" y="849"/>
                    <a:pt x="1" y="902"/>
                  </a:cubicBezTo>
                  <a:cubicBezTo>
                    <a:pt x="35" y="1003"/>
                    <a:pt x="134" y="1060"/>
                    <a:pt x="228" y="1060"/>
                  </a:cubicBezTo>
                  <a:cubicBezTo>
                    <a:pt x="279" y="1060"/>
                    <a:pt x="329" y="1043"/>
                    <a:pt x="366" y="1006"/>
                  </a:cubicBezTo>
                  <a:cubicBezTo>
                    <a:pt x="418" y="954"/>
                    <a:pt x="471" y="902"/>
                    <a:pt x="471" y="849"/>
                  </a:cubicBezTo>
                  <a:cubicBezTo>
                    <a:pt x="471" y="745"/>
                    <a:pt x="523" y="641"/>
                    <a:pt x="523" y="588"/>
                  </a:cubicBezTo>
                  <a:cubicBezTo>
                    <a:pt x="575" y="484"/>
                    <a:pt x="523" y="327"/>
                    <a:pt x="575" y="223"/>
                  </a:cubicBezTo>
                  <a:cubicBezTo>
                    <a:pt x="575" y="171"/>
                    <a:pt x="575" y="119"/>
                    <a:pt x="523" y="66"/>
                  </a:cubicBezTo>
                  <a:cubicBezTo>
                    <a:pt x="471" y="14"/>
                    <a:pt x="418" y="14"/>
                    <a:pt x="418" y="14"/>
                  </a:cubicBezTo>
                  <a:cubicBezTo>
                    <a:pt x="390" y="5"/>
                    <a:pt x="363" y="0"/>
                    <a:pt x="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9"/>
            <p:cNvSpPr/>
            <p:nvPr/>
          </p:nvSpPr>
          <p:spPr>
            <a:xfrm>
              <a:off x="2432775" y="940100"/>
              <a:ext cx="54825" cy="32625"/>
            </a:xfrm>
            <a:custGeom>
              <a:avLst/>
              <a:gdLst/>
              <a:ahLst/>
              <a:cxnLst/>
              <a:rect l="l" t="t" r="r" b="b"/>
              <a:pathLst>
                <a:path w="2193" h="1305" fill="none" extrusionOk="0">
                  <a:moveTo>
                    <a:pt x="1" y="366"/>
                  </a:moveTo>
                  <a:cubicBezTo>
                    <a:pt x="1" y="366"/>
                    <a:pt x="1097" y="0"/>
                    <a:pt x="2193" y="1305"/>
                  </a:cubicBezTo>
                </a:path>
              </a:pathLst>
            </a:custGeom>
            <a:noFill/>
            <a:ln w="78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9"/>
            <p:cNvSpPr/>
            <p:nvPr/>
          </p:nvSpPr>
          <p:spPr>
            <a:xfrm>
              <a:off x="2327100" y="1058825"/>
              <a:ext cx="340575" cy="407125"/>
            </a:xfrm>
            <a:custGeom>
              <a:avLst/>
              <a:gdLst/>
              <a:ahLst/>
              <a:cxnLst/>
              <a:rect l="l" t="t" r="r" b="b"/>
              <a:pathLst>
                <a:path w="13623" h="16285" extrusionOk="0">
                  <a:moveTo>
                    <a:pt x="11952" y="1"/>
                  </a:moveTo>
                  <a:lnTo>
                    <a:pt x="887" y="5585"/>
                  </a:lnTo>
                  <a:lnTo>
                    <a:pt x="0" y="12996"/>
                  </a:lnTo>
                  <a:cubicBezTo>
                    <a:pt x="0" y="12996"/>
                    <a:pt x="366" y="16284"/>
                    <a:pt x="5272" y="16284"/>
                  </a:cubicBezTo>
                  <a:cubicBezTo>
                    <a:pt x="10125" y="16284"/>
                    <a:pt x="13622" y="12788"/>
                    <a:pt x="13622" y="12788"/>
                  </a:cubicBezTo>
                  <a:lnTo>
                    <a:pt x="11952" y="1"/>
                  </a:lnTo>
                  <a:close/>
                </a:path>
              </a:pathLst>
            </a:custGeom>
            <a:solidFill>
              <a:srgbClr val="FFC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9"/>
            <p:cNvSpPr/>
            <p:nvPr/>
          </p:nvSpPr>
          <p:spPr>
            <a:xfrm>
              <a:off x="2355800" y="1133200"/>
              <a:ext cx="206175" cy="112250"/>
            </a:xfrm>
            <a:custGeom>
              <a:avLst/>
              <a:gdLst/>
              <a:ahLst/>
              <a:cxnLst/>
              <a:rect l="l" t="t" r="r" b="b"/>
              <a:pathLst>
                <a:path w="8247" h="4490" fill="none" extrusionOk="0">
                  <a:moveTo>
                    <a:pt x="0" y="3811"/>
                  </a:moveTo>
                  <a:cubicBezTo>
                    <a:pt x="0" y="3811"/>
                    <a:pt x="3393" y="4489"/>
                    <a:pt x="5741" y="3236"/>
                  </a:cubicBezTo>
                  <a:cubicBezTo>
                    <a:pt x="7568" y="2245"/>
                    <a:pt x="8247" y="1"/>
                    <a:pt x="8247" y="1"/>
                  </a:cubicBezTo>
                </a:path>
              </a:pathLst>
            </a:custGeom>
            <a:noFill/>
            <a:ln w="16950" cap="flat" cmpd="sng">
              <a:solidFill>
                <a:srgbClr val="F7A794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9"/>
            <p:cNvSpPr/>
            <p:nvPr/>
          </p:nvSpPr>
          <p:spPr>
            <a:xfrm>
              <a:off x="2336225" y="976625"/>
              <a:ext cx="40475" cy="87450"/>
            </a:xfrm>
            <a:custGeom>
              <a:avLst/>
              <a:gdLst/>
              <a:ahLst/>
              <a:cxnLst/>
              <a:rect l="l" t="t" r="r" b="b"/>
              <a:pathLst>
                <a:path w="1619" h="3498" fill="none" extrusionOk="0">
                  <a:moveTo>
                    <a:pt x="1618" y="1"/>
                  </a:moveTo>
                  <a:cubicBezTo>
                    <a:pt x="1618" y="1"/>
                    <a:pt x="1" y="2245"/>
                    <a:pt x="157" y="2767"/>
                  </a:cubicBezTo>
                  <a:cubicBezTo>
                    <a:pt x="366" y="3497"/>
                    <a:pt x="1618" y="3341"/>
                    <a:pt x="1618" y="3341"/>
                  </a:cubicBezTo>
                </a:path>
              </a:pathLst>
            </a:custGeom>
            <a:noFill/>
            <a:ln w="7825" cap="flat" cmpd="sng">
              <a:solidFill>
                <a:srgbClr val="F7A79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9"/>
            <p:cNvSpPr/>
            <p:nvPr/>
          </p:nvSpPr>
          <p:spPr>
            <a:xfrm>
              <a:off x="2242275" y="747750"/>
              <a:ext cx="441050" cy="508625"/>
            </a:xfrm>
            <a:custGeom>
              <a:avLst/>
              <a:gdLst/>
              <a:ahLst/>
              <a:cxnLst/>
              <a:rect l="l" t="t" r="r" b="b"/>
              <a:pathLst>
                <a:path w="17642" h="20345" extrusionOk="0">
                  <a:moveTo>
                    <a:pt x="3322" y="0"/>
                  </a:moveTo>
                  <a:cubicBezTo>
                    <a:pt x="2819" y="0"/>
                    <a:pt x="2339" y="70"/>
                    <a:pt x="1932" y="283"/>
                  </a:cubicBezTo>
                  <a:cubicBezTo>
                    <a:pt x="1" y="1327"/>
                    <a:pt x="679" y="4615"/>
                    <a:pt x="2558" y="5241"/>
                  </a:cubicBezTo>
                  <a:cubicBezTo>
                    <a:pt x="3265" y="5453"/>
                    <a:pt x="4109" y="5516"/>
                    <a:pt x="5000" y="5516"/>
                  </a:cubicBezTo>
                  <a:cubicBezTo>
                    <a:pt x="6278" y="5516"/>
                    <a:pt x="7651" y="5387"/>
                    <a:pt x="8851" y="5387"/>
                  </a:cubicBezTo>
                  <a:cubicBezTo>
                    <a:pt x="9286" y="5387"/>
                    <a:pt x="9698" y="5404"/>
                    <a:pt x="10074" y="5450"/>
                  </a:cubicBezTo>
                  <a:cubicBezTo>
                    <a:pt x="11587" y="5659"/>
                    <a:pt x="11587" y="7799"/>
                    <a:pt x="11639" y="8060"/>
                  </a:cubicBezTo>
                  <a:cubicBezTo>
                    <a:pt x="11744" y="9417"/>
                    <a:pt x="11379" y="10773"/>
                    <a:pt x="10648" y="11922"/>
                  </a:cubicBezTo>
                  <a:cubicBezTo>
                    <a:pt x="10022" y="12809"/>
                    <a:pt x="8978" y="13331"/>
                    <a:pt x="7934" y="13383"/>
                  </a:cubicBezTo>
                  <a:cubicBezTo>
                    <a:pt x="7675" y="13414"/>
                    <a:pt x="7412" y="13427"/>
                    <a:pt x="7147" y="13427"/>
                  </a:cubicBezTo>
                  <a:cubicBezTo>
                    <a:pt x="5431" y="13427"/>
                    <a:pt x="3599" y="12869"/>
                    <a:pt x="1884" y="12869"/>
                  </a:cubicBezTo>
                  <a:cubicBezTo>
                    <a:pt x="1618" y="12869"/>
                    <a:pt x="1356" y="12883"/>
                    <a:pt x="1097" y="12913"/>
                  </a:cubicBezTo>
                  <a:cubicBezTo>
                    <a:pt x="575" y="12966"/>
                    <a:pt x="575" y="15210"/>
                    <a:pt x="575" y="15940"/>
                  </a:cubicBezTo>
                  <a:cubicBezTo>
                    <a:pt x="575" y="16828"/>
                    <a:pt x="784" y="17663"/>
                    <a:pt x="1201" y="18446"/>
                  </a:cubicBezTo>
                  <a:cubicBezTo>
                    <a:pt x="1671" y="19124"/>
                    <a:pt x="2402" y="19646"/>
                    <a:pt x="3237" y="19855"/>
                  </a:cubicBezTo>
                  <a:cubicBezTo>
                    <a:pt x="4280" y="20181"/>
                    <a:pt x="5365" y="20344"/>
                    <a:pt x="6452" y="20344"/>
                  </a:cubicBezTo>
                  <a:cubicBezTo>
                    <a:pt x="7104" y="20344"/>
                    <a:pt x="7758" y="20285"/>
                    <a:pt x="8404" y="20168"/>
                  </a:cubicBezTo>
                  <a:cubicBezTo>
                    <a:pt x="9186" y="20064"/>
                    <a:pt x="9969" y="19855"/>
                    <a:pt x="10700" y="19490"/>
                  </a:cubicBezTo>
                  <a:cubicBezTo>
                    <a:pt x="11431" y="19072"/>
                    <a:pt x="12057" y="18550"/>
                    <a:pt x="12631" y="17872"/>
                  </a:cubicBezTo>
                  <a:cubicBezTo>
                    <a:pt x="13310" y="17141"/>
                    <a:pt x="13779" y="16201"/>
                    <a:pt x="14614" y="15680"/>
                  </a:cubicBezTo>
                  <a:cubicBezTo>
                    <a:pt x="15554" y="15001"/>
                    <a:pt x="16598" y="15053"/>
                    <a:pt x="17172" y="13853"/>
                  </a:cubicBezTo>
                  <a:cubicBezTo>
                    <a:pt x="17433" y="13070"/>
                    <a:pt x="17589" y="12235"/>
                    <a:pt x="17589" y="11452"/>
                  </a:cubicBezTo>
                  <a:cubicBezTo>
                    <a:pt x="17642" y="9834"/>
                    <a:pt x="17642" y="8216"/>
                    <a:pt x="17537" y="6650"/>
                  </a:cubicBezTo>
                  <a:cubicBezTo>
                    <a:pt x="17276" y="2736"/>
                    <a:pt x="14092" y="909"/>
                    <a:pt x="10857" y="492"/>
                  </a:cubicBezTo>
                  <a:cubicBezTo>
                    <a:pt x="9395" y="335"/>
                    <a:pt x="7308" y="283"/>
                    <a:pt x="5846" y="231"/>
                  </a:cubicBezTo>
                  <a:cubicBezTo>
                    <a:pt x="5092" y="198"/>
                    <a:pt x="4173" y="0"/>
                    <a:pt x="3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9"/>
            <p:cNvSpPr/>
            <p:nvPr/>
          </p:nvSpPr>
          <p:spPr>
            <a:xfrm>
              <a:off x="2294475" y="1113625"/>
              <a:ext cx="95275" cy="62850"/>
            </a:xfrm>
            <a:custGeom>
              <a:avLst/>
              <a:gdLst/>
              <a:ahLst/>
              <a:cxnLst/>
              <a:rect l="l" t="t" r="r" b="b"/>
              <a:pathLst>
                <a:path w="3811" h="2514" extrusionOk="0">
                  <a:moveTo>
                    <a:pt x="522" y="1"/>
                  </a:moveTo>
                  <a:lnTo>
                    <a:pt x="522" y="1"/>
                  </a:lnTo>
                  <a:cubicBezTo>
                    <a:pt x="522" y="1"/>
                    <a:pt x="0" y="2349"/>
                    <a:pt x="1984" y="2506"/>
                  </a:cubicBezTo>
                  <a:cubicBezTo>
                    <a:pt x="2045" y="2511"/>
                    <a:pt x="2105" y="2514"/>
                    <a:pt x="2162" y="2514"/>
                  </a:cubicBezTo>
                  <a:cubicBezTo>
                    <a:pt x="3810" y="2514"/>
                    <a:pt x="3810" y="418"/>
                    <a:pt x="3810" y="418"/>
                  </a:cubicBezTo>
                  <a:lnTo>
                    <a:pt x="5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9"/>
            <p:cNvSpPr/>
            <p:nvPr/>
          </p:nvSpPr>
          <p:spPr>
            <a:xfrm>
              <a:off x="2526725" y="1016575"/>
              <a:ext cx="110525" cy="108775"/>
            </a:xfrm>
            <a:custGeom>
              <a:avLst/>
              <a:gdLst/>
              <a:ahLst/>
              <a:cxnLst/>
              <a:rect l="l" t="t" r="r" b="b"/>
              <a:pathLst>
                <a:path w="4421" h="4351" extrusionOk="0">
                  <a:moveTo>
                    <a:pt x="2410" y="1"/>
                  </a:moveTo>
                  <a:cubicBezTo>
                    <a:pt x="2098" y="1"/>
                    <a:pt x="1782" y="117"/>
                    <a:pt x="1566" y="334"/>
                  </a:cubicBezTo>
                  <a:cubicBezTo>
                    <a:pt x="209" y="2108"/>
                    <a:pt x="1" y="3883"/>
                    <a:pt x="679" y="4196"/>
                  </a:cubicBezTo>
                  <a:cubicBezTo>
                    <a:pt x="928" y="4302"/>
                    <a:pt x="1180" y="4351"/>
                    <a:pt x="1429" y="4351"/>
                  </a:cubicBezTo>
                  <a:cubicBezTo>
                    <a:pt x="3006" y="4351"/>
                    <a:pt x="4420" y="2396"/>
                    <a:pt x="3654" y="908"/>
                  </a:cubicBezTo>
                  <a:cubicBezTo>
                    <a:pt x="3497" y="542"/>
                    <a:pt x="3184" y="229"/>
                    <a:pt x="2819" y="73"/>
                  </a:cubicBezTo>
                  <a:cubicBezTo>
                    <a:pt x="2690" y="24"/>
                    <a:pt x="2550" y="1"/>
                    <a:pt x="2410" y="1"/>
                  </a:cubicBezTo>
                  <a:close/>
                </a:path>
              </a:pathLst>
            </a:custGeom>
            <a:solidFill>
              <a:srgbClr val="FFC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9"/>
            <p:cNvSpPr/>
            <p:nvPr/>
          </p:nvSpPr>
          <p:spPr>
            <a:xfrm>
              <a:off x="2959925" y="1929125"/>
              <a:ext cx="782900" cy="832825"/>
            </a:xfrm>
            <a:custGeom>
              <a:avLst/>
              <a:gdLst/>
              <a:ahLst/>
              <a:cxnLst/>
              <a:rect l="l" t="t" r="r" b="b"/>
              <a:pathLst>
                <a:path w="31316" h="33313" extrusionOk="0">
                  <a:moveTo>
                    <a:pt x="13518" y="1"/>
                  </a:moveTo>
                  <a:lnTo>
                    <a:pt x="261" y="2819"/>
                  </a:lnTo>
                  <a:cubicBezTo>
                    <a:pt x="261" y="2819"/>
                    <a:pt x="0" y="19207"/>
                    <a:pt x="5585" y="28393"/>
                  </a:cubicBezTo>
                  <a:cubicBezTo>
                    <a:pt x="8079" y="32573"/>
                    <a:pt x="16625" y="33313"/>
                    <a:pt x="22366" y="33313"/>
                  </a:cubicBezTo>
                  <a:cubicBezTo>
                    <a:pt x="25514" y="33313"/>
                    <a:pt x="27818" y="33090"/>
                    <a:pt x="27818" y="33090"/>
                  </a:cubicBezTo>
                  <a:lnTo>
                    <a:pt x="31315" y="23487"/>
                  </a:lnTo>
                  <a:lnTo>
                    <a:pt x="31315" y="23487"/>
                  </a:lnTo>
                  <a:cubicBezTo>
                    <a:pt x="31315" y="23487"/>
                    <a:pt x="31024" y="23499"/>
                    <a:pt x="30528" y="23499"/>
                  </a:cubicBezTo>
                  <a:cubicBezTo>
                    <a:pt x="27965" y="23499"/>
                    <a:pt x="19929" y="23169"/>
                    <a:pt x="18267" y="19103"/>
                  </a:cubicBezTo>
                  <a:cubicBezTo>
                    <a:pt x="16232" y="14301"/>
                    <a:pt x="13518" y="1"/>
                    <a:pt x="13518" y="1"/>
                  </a:cubicBezTo>
                  <a:close/>
                </a:path>
              </a:pathLst>
            </a:custGeom>
            <a:solidFill>
              <a:srgbClr val="FFC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9"/>
            <p:cNvSpPr/>
            <p:nvPr/>
          </p:nvSpPr>
          <p:spPr>
            <a:xfrm>
              <a:off x="3514450" y="2516400"/>
              <a:ext cx="521950" cy="247825"/>
            </a:xfrm>
            <a:custGeom>
              <a:avLst/>
              <a:gdLst/>
              <a:ahLst/>
              <a:cxnLst/>
              <a:rect l="l" t="t" r="r" b="b"/>
              <a:pathLst>
                <a:path w="20878" h="9913" extrusionOk="0">
                  <a:moveTo>
                    <a:pt x="10990" y="1"/>
                  </a:moveTo>
                  <a:cubicBezTo>
                    <a:pt x="6908" y="1"/>
                    <a:pt x="1566" y="205"/>
                    <a:pt x="1566" y="205"/>
                  </a:cubicBezTo>
                  <a:lnTo>
                    <a:pt x="1" y="9912"/>
                  </a:lnTo>
                  <a:cubicBezTo>
                    <a:pt x="7151" y="9390"/>
                    <a:pt x="18007" y="8555"/>
                    <a:pt x="18059" y="7981"/>
                  </a:cubicBezTo>
                  <a:cubicBezTo>
                    <a:pt x="18059" y="7407"/>
                    <a:pt x="15345" y="7251"/>
                    <a:pt x="13831" y="7251"/>
                  </a:cubicBezTo>
                  <a:cubicBezTo>
                    <a:pt x="16232" y="6990"/>
                    <a:pt x="19364" y="6885"/>
                    <a:pt x="19416" y="6259"/>
                  </a:cubicBezTo>
                  <a:cubicBezTo>
                    <a:pt x="19468" y="5633"/>
                    <a:pt x="16337" y="5319"/>
                    <a:pt x="14405" y="5319"/>
                  </a:cubicBezTo>
                  <a:cubicBezTo>
                    <a:pt x="16128" y="5058"/>
                    <a:pt x="20721" y="5006"/>
                    <a:pt x="20773" y="4380"/>
                  </a:cubicBezTo>
                  <a:cubicBezTo>
                    <a:pt x="20877" y="3545"/>
                    <a:pt x="14823" y="3336"/>
                    <a:pt x="14823" y="3336"/>
                  </a:cubicBezTo>
                  <a:cubicBezTo>
                    <a:pt x="14823" y="3336"/>
                    <a:pt x="20355" y="3232"/>
                    <a:pt x="20147" y="2292"/>
                  </a:cubicBezTo>
                  <a:cubicBezTo>
                    <a:pt x="19990" y="1614"/>
                    <a:pt x="13936" y="1875"/>
                    <a:pt x="13570" y="1405"/>
                  </a:cubicBezTo>
                  <a:cubicBezTo>
                    <a:pt x="13205" y="935"/>
                    <a:pt x="15815" y="883"/>
                    <a:pt x="15554" y="309"/>
                  </a:cubicBezTo>
                  <a:cubicBezTo>
                    <a:pt x="15436" y="74"/>
                    <a:pt x="13440" y="1"/>
                    <a:pt x="10990" y="1"/>
                  </a:cubicBezTo>
                  <a:close/>
                </a:path>
              </a:pathLst>
            </a:custGeom>
            <a:solidFill>
              <a:srgbClr val="FFC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9"/>
            <p:cNvSpPr/>
            <p:nvPr/>
          </p:nvSpPr>
          <p:spPr>
            <a:xfrm>
              <a:off x="2665025" y="1328925"/>
              <a:ext cx="672000" cy="785500"/>
            </a:xfrm>
            <a:custGeom>
              <a:avLst/>
              <a:gdLst/>
              <a:ahLst/>
              <a:cxnLst/>
              <a:rect l="l" t="t" r="r" b="b"/>
              <a:pathLst>
                <a:path w="26880" h="31420" extrusionOk="0">
                  <a:moveTo>
                    <a:pt x="1" y="0"/>
                  </a:moveTo>
                  <a:lnTo>
                    <a:pt x="2924" y="9447"/>
                  </a:lnTo>
                  <a:lnTo>
                    <a:pt x="11483" y="31420"/>
                  </a:lnTo>
                  <a:lnTo>
                    <a:pt x="26880" y="26409"/>
                  </a:lnTo>
                  <a:cubicBezTo>
                    <a:pt x="26880" y="26409"/>
                    <a:pt x="21660" y="381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9"/>
            <p:cNvSpPr/>
            <p:nvPr/>
          </p:nvSpPr>
          <p:spPr>
            <a:xfrm>
              <a:off x="1651200" y="1328925"/>
              <a:ext cx="1501850" cy="1688600"/>
            </a:xfrm>
            <a:custGeom>
              <a:avLst/>
              <a:gdLst/>
              <a:ahLst/>
              <a:cxnLst/>
              <a:rect l="l" t="t" r="r" b="b"/>
              <a:pathLst>
                <a:path w="60074" h="67544" extrusionOk="0">
                  <a:moveTo>
                    <a:pt x="41545" y="0"/>
                  </a:moveTo>
                  <a:lnTo>
                    <a:pt x="34186" y="3654"/>
                  </a:lnTo>
                  <a:lnTo>
                    <a:pt x="26097" y="574"/>
                  </a:lnTo>
                  <a:cubicBezTo>
                    <a:pt x="26097" y="574"/>
                    <a:pt x="17172" y="3393"/>
                    <a:pt x="8613" y="15449"/>
                  </a:cubicBezTo>
                  <a:cubicBezTo>
                    <a:pt x="1" y="27505"/>
                    <a:pt x="1880" y="66754"/>
                    <a:pt x="1880" y="66754"/>
                  </a:cubicBezTo>
                  <a:cubicBezTo>
                    <a:pt x="1880" y="66754"/>
                    <a:pt x="12951" y="67543"/>
                    <a:pt x="27209" y="67543"/>
                  </a:cubicBezTo>
                  <a:cubicBezTo>
                    <a:pt x="36990" y="67543"/>
                    <a:pt x="48272" y="67172"/>
                    <a:pt x="58508" y="65919"/>
                  </a:cubicBezTo>
                  <a:cubicBezTo>
                    <a:pt x="60074" y="50418"/>
                    <a:pt x="59917" y="32620"/>
                    <a:pt x="56890" y="18476"/>
                  </a:cubicBezTo>
                  <a:cubicBezTo>
                    <a:pt x="55115" y="10178"/>
                    <a:pt x="49374" y="3288"/>
                    <a:pt x="415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9"/>
            <p:cNvSpPr/>
            <p:nvPr/>
          </p:nvSpPr>
          <p:spPr>
            <a:xfrm>
              <a:off x="2240975" y="2734125"/>
              <a:ext cx="745050" cy="39225"/>
            </a:xfrm>
            <a:custGeom>
              <a:avLst/>
              <a:gdLst/>
              <a:ahLst/>
              <a:cxnLst/>
              <a:rect l="l" t="t" r="r" b="b"/>
              <a:pathLst>
                <a:path w="29802" h="1569" extrusionOk="0">
                  <a:moveTo>
                    <a:pt x="1477" y="0"/>
                  </a:moveTo>
                  <a:cubicBezTo>
                    <a:pt x="634" y="0"/>
                    <a:pt x="1" y="711"/>
                    <a:pt x="1" y="1569"/>
                  </a:cubicBezTo>
                  <a:lnTo>
                    <a:pt x="29802" y="1569"/>
                  </a:lnTo>
                  <a:lnTo>
                    <a:pt x="29802" y="3"/>
                  </a:lnTo>
                  <a:lnTo>
                    <a:pt x="1566" y="3"/>
                  </a:lnTo>
                  <a:cubicBezTo>
                    <a:pt x="1536" y="1"/>
                    <a:pt x="1507" y="0"/>
                    <a:pt x="1477" y="0"/>
                  </a:cubicBezTo>
                  <a:close/>
                </a:path>
              </a:pathLst>
            </a:custGeom>
            <a:solidFill>
              <a:srgbClr val="91A9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9"/>
            <p:cNvSpPr/>
            <p:nvPr/>
          </p:nvSpPr>
          <p:spPr>
            <a:xfrm>
              <a:off x="2854225" y="2111800"/>
              <a:ext cx="1190000" cy="661550"/>
            </a:xfrm>
            <a:custGeom>
              <a:avLst/>
              <a:gdLst/>
              <a:ahLst/>
              <a:cxnLst/>
              <a:rect l="l" t="t" r="r" b="b"/>
              <a:pathLst>
                <a:path w="47600" h="26462" extrusionOk="0">
                  <a:moveTo>
                    <a:pt x="10439" y="0"/>
                  </a:moveTo>
                  <a:cubicBezTo>
                    <a:pt x="9134" y="0"/>
                    <a:pt x="7934" y="888"/>
                    <a:pt x="7568" y="2088"/>
                  </a:cubicBezTo>
                  <a:lnTo>
                    <a:pt x="1" y="26462"/>
                  </a:lnTo>
                  <a:lnTo>
                    <a:pt x="39614" y="26462"/>
                  </a:lnTo>
                  <a:lnTo>
                    <a:pt x="47391" y="1566"/>
                  </a:lnTo>
                  <a:cubicBezTo>
                    <a:pt x="47599" y="783"/>
                    <a:pt x="47025" y="0"/>
                    <a:pt x="4624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9"/>
            <p:cNvSpPr/>
            <p:nvPr/>
          </p:nvSpPr>
          <p:spPr>
            <a:xfrm>
              <a:off x="2898600" y="2111800"/>
              <a:ext cx="1189975" cy="661550"/>
            </a:xfrm>
            <a:custGeom>
              <a:avLst/>
              <a:gdLst/>
              <a:ahLst/>
              <a:cxnLst/>
              <a:rect l="l" t="t" r="r" b="b"/>
              <a:pathLst>
                <a:path w="47599" h="26462" extrusionOk="0">
                  <a:moveTo>
                    <a:pt x="10438" y="0"/>
                  </a:moveTo>
                  <a:cubicBezTo>
                    <a:pt x="9134" y="0"/>
                    <a:pt x="7933" y="888"/>
                    <a:pt x="7568" y="2088"/>
                  </a:cubicBezTo>
                  <a:lnTo>
                    <a:pt x="0" y="26462"/>
                  </a:lnTo>
                  <a:lnTo>
                    <a:pt x="39614" y="26462"/>
                  </a:lnTo>
                  <a:lnTo>
                    <a:pt x="47390" y="1566"/>
                  </a:lnTo>
                  <a:cubicBezTo>
                    <a:pt x="47599" y="783"/>
                    <a:pt x="47025" y="0"/>
                    <a:pt x="462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9"/>
            <p:cNvSpPr/>
            <p:nvPr/>
          </p:nvSpPr>
          <p:spPr>
            <a:xfrm>
              <a:off x="3457050" y="2401175"/>
              <a:ext cx="146150" cy="102900"/>
            </a:xfrm>
            <a:custGeom>
              <a:avLst/>
              <a:gdLst/>
              <a:ahLst/>
              <a:cxnLst/>
              <a:rect l="l" t="t" r="r" b="b"/>
              <a:pathLst>
                <a:path w="5846" h="4116" extrusionOk="0">
                  <a:moveTo>
                    <a:pt x="3322" y="1"/>
                  </a:moveTo>
                  <a:cubicBezTo>
                    <a:pt x="3024" y="1"/>
                    <a:pt x="2714" y="38"/>
                    <a:pt x="2401" y="116"/>
                  </a:cubicBezTo>
                  <a:cubicBezTo>
                    <a:pt x="992" y="534"/>
                    <a:pt x="0" y="1682"/>
                    <a:pt x="313" y="2778"/>
                  </a:cubicBezTo>
                  <a:cubicBezTo>
                    <a:pt x="516" y="3588"/>
                    <a:pt x="1410" y="4116"/>
                    <a:pt x="2484" y="4116"/>
                  </a:cubicBezTo>
                  <a:cubicBezTo>
                    <a:pt x="2794" y="4116"/>
                    <a:pt x="3118" y="4072"/>
                    <a:pt x="3445" y="3979"/>
                  </a:cubicBezTo>
                  <a:cubicBezTo>
                    <a:pt x="4906" y="3613"/>
                    <a:pt x="5846" y="2413"/>
                    <a:pt x="5585" y="1369"/>
                  </a:cubicBezTo>
                  <a:cubicBezTo>
                    <a:pt x="5339" y="507"/>
                    <a:pt x="4415" y="1"/>
                    <a:pt x="33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9"/>
            <p:cNvSpPr/>
            <p:nvPr/>
          </p:nvSpPr>
          <p:spPr>
            <a:xfrm>
              <a:off x="1318500" y="1952625"/>
              <a:ext cx="1243475" cy="820725"/>
            </a:xfrm>
            <a:custGeom>
              <a:avLst/>
              <a:gdLst/>
              <a:ahLst/>
              <a:cxnLst/>
              <a:rect l="l" t="t" r="r" b="b"/>
              <a:pathLst>
                <a:path w="49739" h="32829" extrusionOk="0">
                  <a:moveTo>
                    <a:pt x="12630" y="0"/>
                  </a:moveTo>
                  <a:cubicBezTo>
                    <a:pt x="12630" y="0"/>
                    <a:pt x="0" y="32829"/>
                    <a:pt x="13622" y="32829"/>
                  </a:cubicBezTo>
                  <a:cubicBezTo>
                    <a:pt x="24321" y="32829"/>
                    <a:pt x="49008" y="32620"/>
                    <a:pt x="49008" y="32620"/>
                  </a:cubicBezTo>
                  <a:lnTo>
                    <a:pt x="49739" y="21764"/>
                  </a:lnTo>
                  <a:cubicBezTo>
                    <a:pt x="49739" y="21764"/>
                    <a:pt x="27609" y="20250"/>
                    <a:pt x="26774" y="18163"/>
                  </a:cubicBezTo>
                  <a:cubicBezTo>
                    <a:pt x="25939" y="16023"/>
                    <a:pt x="31106" y="4123"/>
                    <a:pt x="31106" y="4123"/>
                  </a:cubicBezTo>
                  <a:lnTo>
                    <a:pt x="12630" y="0"/>
                  </a:lnTo>
                  <a:close/>
                </a:path>
              </a:pathLst>
            </a:custGeom>
            <a:solidFill>
              <a:srgbClr val="FFC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9"/>
            <p:cNvSpPr/>
            <p:nvPr/>
          </p:nvSpPr>
          <p:spPr>
            <a:xfrm>
              <a:off x="2314050" y="2482350"/>
              <a:ext cx="641975" cy="291825"/>
            </a:xfrm>
            <a:custGeom>
              <a:avLst/>
              <a:gdLst/>
              <a:ahLst/>
              <a:cxnLst/>
              <a:rect l="l" t="t" r="r" b="b"/>
              <a:pathLst>
                <a:path w="25679" h="11673" extrusionOk="0">
                  <a:moveTo>
                    <a:pt x="2975" y="1"/>
                  </a:moveTo>
                  <a:lnTo>
                    <a:pt x="0" y="11431"/>
                  </a:lnTo>
                  <a:cubicBezTo>
                    <a:pt x="4191" y="11558"/>
                    <a:pt x="9433" y="11673"/>
                    <a:pt x="13723" y="11673"/>
                  </a:cubicBezTo>
                  <a:cubicBezTo>
                    <a:pt x="18246" y="11673"/>
                    <a:pt x="21711" y="11545"/>
                    <a:pt x="21764" y="11170"/>
                  </a:cubicBezTo>
                  <a:cubicBezTo>
                    <a:pt x="21869" y="10439"/>
                    <a:pt x="18633" y="9969"/>
                    <a:pt x="16806" y="9813"/>
                  </a:cubicBezTo>
                  <a:cubicBezTo>
                    <a:pt x="17850" y="9813"/>
                    <a:pt x="19011" y="9841"/>
                    <a:pt x="20074" y="9841"/>
                  </a:cubicBezTo>
                  <a:cubicBezTo>
                    <a:pt x="21933" y="9841"/>
                    <a:pt x="23491" y="9756"/>
                    <a:pt x="23591" y="9291"/>
                  </a:cubicBezTo>
                  <a:cubicBezTo>
                    <a:pt x="23800" y="8508"/>
                    <a:pt x="20042" y="7777"/>
                    <a:pt x="17745" y="7621"/>
                  </a:cubicBezTo>
                  <a:cubicBezTo>
                    <a:pt x="18013" y="7608"/>
                    <a:pt x="18333" y="7603"/>
                    <a:pt x="18688" y="7603"/>
                  </a:cubicBezTo>
                  <a:cubicBezTo>
                    <a:pt x="19752" y="7603"/>
                    <a:pt x="21135" y="7647"/>
                    <a:pt x="22377" y="7647"/>
                  </a:cubicBezTo>
                  <a:cubicBezTo>
                    <a:pt x="24035" y="7647"/>
                    <a:pt x="25444" y="7569"/>
                    <a:pt x="25522" y="7203"/>
                  </a:cubicBezTo>
                  <a:cubicBezTo>
                    <a:pt x="25679" y="6160"/>
                    <a:pt x="18477" y="5220"/>
                    <a:pt x="18476" y="5220"/>
                  </a:cubicBezTo>
                  <a:lnTo>
                    <a:pt x="18476" y="5220"/>
                  </a:lnTo>
                  <a:cubicBezTo>
                    <a:pt x="18476" y="5220"/>
                    <a:pt x="19967" y="5338"/>
                    <a:pt x="21518" y="5338"/>
                  </a:cubicBezTo>
                  <a:cubicBezTo>
                    <a:pt x="23224" y="5338"/>
                    <a:pt x="25003" y="5195"/>
                    <a:pt x="24948" y="4594"/>
                  </a:cubicBezTo>
                  <a:cubicBezTo>
                    <a:pt x="24843" y="3759"/>
                    <a:pt x="17589" y="3393"/>
                    <a:pt x="17224" y="2819"/>
                  </a:cubicBezTo>
                  <a:cubicBezTo>
                    <a:pt x="16858" y="2193"/>
                    <a:pt x="19990" y="2454"/>
                    <a:pt x="19677" y="1671"/>
                  </a:cubicBezTo>
                  <a:cubicBezTo>
                    <a:pt x="19363" y="888"/>
                    <a:pt x="2975" y="1"/>
                    <a:pt x="2975" y="1"/>
                  </a:cubicBezTo>
                  <a:close/>
                </a:path>
              </a:pathLst>
            </a:custGeom>
            <a:solidFill>
              <a:srgbClr val="FFC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9"/>
            <p:cNvSpPr/>
            <p:nvPr/>
          </p:nvSpPr>
          <p:spPr>
            <a:xfrm>
              <a:off x="1580750" y="1352325"/>
              <a:ext cx="733325" cy="762100"/>
            </a:xfrm>
            <a:custGeom>
              <a:avLst/>
              <a:gdLst/>
              <a:ahLst/>
              <a:cxnLst/>
              <a:rect l="l" t="t" r="r" b="b"/>
              <a:pathLst>
                <a:path w="29333" h="30484" extrusionOk="0">
                  <a:moveTo>
                    <a:pt x="27553" y="0"/>
                  </a:moveTo>
                  <a:cubicBezTo>
                    <a:pt x="5500" y="0"/>
                    <a:pt x="1" y="26308"/>
                    <a:pt x="1" y="26308"/>
                  </a:cubicBezTo>
                  <a:lnTo>
                    <a:pt x="21347" y="30484"/>
                  </a:lnTo>
                  <a:lnTo>
                    <a:pt x="24948" y="16131"/>
                  </a:lnTo>
                  <a:lnTo>
                    <a:pt x="29332" y="56"/>
                  </a:lnTo>
                  <a:cubicBezTo>
                    <a:pt x="28728" y="18"/>
                    <a:pt x="28135" y="0"/>
                    <a:pt x="275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9"/>
            <p:cNvSpPr/>
            <p:nvPr/>
          </p:nvSpPr>
          <p:spPr>
            <a:xfrm>
              <a:off x="2254025" y="1300225"/>
              <a:ext cx="251850" cy="246625"/>
            </a:xfrm>
            <a:custGeom>
              <a:avLst/>
              <a:gdLst/>
              <a:ahLst/>
              <a:cxnLst/>
              <a:rect l="l" t="t" r="r" b="b"/>
              <a:pathLst>
                <a:path w="10074" h="9865" extrusionOk="0">
                  <a:moveTo>
                    <a:pt x="3289" y="0"/>
                  </a:moveTo>
                  <a:cubicBezTo>
                    <a:pt x="2192" y="626"/>
                    <a:pt x="1044" y="1305"/>
                    <a:pt x="0" y="2088"/>
                  </a:cubicBezTo>
                  <a:cubicBezTo>
                    <a:pt x="1932" y="5585"/>
                    <a:pt x="7307" y="9864"/>
                    <a:pt x="7307" y="9864"/>
                  </a:cubicBezTo>
                  <a:cubicBezTo>
                    <a:pt x="8716" y="7411"/>
                    <a:pt x="10073" y="4854"/>
                    <a:pt x="10073" y="4802"/>
                  </a:cubicBezTo>
                  <a:cubicBezTo>
                    <a:pt x="7620" y="3497"/>
                    <a:pt x="5324" y="1879"/>
                    <a:pt x="32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9"/>
            <p:cNvSpPr/>
            <p:nvPr/>
          </p:nvSpPr>
          <p:spPr>
            <a:xfrm>
              <a:off x="2505850" y="1280650"/>
              <a:ext cx="210100" cy="254450"/>
            </a:xfrm>
            <a:custGeom>
              <a:avLst/>
              <a:gdLst/>
              <a:ahLst/>
              <a:cxnLst/>
              <a:rect l="l" t="t" r="r" b="b"/>
              <a:pathLst>
                <a:path w="8404" h="10178" extrusionOk="0">
                  <a:moveTo>
                    <a:pt x="5950" y="0"/>
                  </a:moveTo>
                  <a:cubicBezTo>
                    <a:pt x="4489" y="1931"/>
                    <a:pt x="0" y="5585"/>
                    <a:pt x="0" y="5585"/>
                  </a:cubicBezTo>
                  <a:lnTo>
                    <a:pt x="3289" y="10178"/>
                  </a:lnTo>
                  <a:cubicBezTo>
                    <a:pt x="3289" y="10178"/>
                    <a:pt x="6211" y="8560"/>
                    <a:pt x="8403" y="2297"/>
                  </a:cubicBezTo>
                  <a:cubicBezTo>
                    <a:pt x="7725" y="1357"/>
                    <a:pt x="6890" y="574"/>
                    <a:pt x="59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9"/>
            <p:cNvSpPr/>
            <p:nvPr/>
          </p:nvSpPr>
          <p:spPr>
            <a:xfrm>
              <a:off x="2098750" y="1839100"/>
              <a:ext cx="103100" cy="272725"/>
            </a:xfrm>
            <a:custGeom>
              <a:avLst/>
              <a:gdLst/>
              <a:ahLst/>
              <a:cxnLst/>
              <a:rect l="l" t="t" r="r" b="b"/>
              <a:pathLst>
                <a:path w="4124" h="10909" fill="none" extrusionOk="0">
                  <a:moveTo>
                    <a:pt x="1" y="10908"/>
                  </a:moveTo>
                  <a:lnTo>
                    <a:pt x="4124" y="0"/>
                  </a:lnTo>
                </a:path>
              </a:pathLst>
            </a:custGeom>
            <a:noFill/>
            <a:ln w="16950" cap="flat" cmpd="sng">
              <a:solidFill>
                <a:schemeClr val="accent1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9"/>
            <p:cNvSpPr/>
            <p:nvPr/>
          </p:nvSpPr>
          <p:spPr>
            <a:xfrm>
              <a:off x="3014725" y="1686425"/>
              <a:ext cx="108325" cy="370600"/>
            </a:xfrm>
            <a:custGeom>
              <a:avLst/>
              <a:gdLst/>
              <a:ahLst/>
              <a:cxnLst/>
              <a:rect l="l" t="t" r="r" b="b"/>
              <a:pathLst>
                <a:path w="4333" h="14824" fill="none" extrusionOk="0">
                  <a:moveTo>
                    <a:pt x="4332" y="14823"/>
                  </a:moveTo>
                  <a:cubicBezTo>
                    <a:pt x="3497" y="9709"/>
                    <a:pt x="2088" y="4750"/>
                    <a:pt x="0" y="1"/>
                  </a:cubicBezTo>
                </a:path>
              </a:pathLst>
            </a:custGeom>
            <a:noFill/>
            <a:ln w="16950" cap="flat" cmpd="sng">
              <a:solidFill>
                <a:schemeClr val="accent1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9"/>
            <p:cNvSpPr/>
            <p:nvPr/>
          </p:nvSpPr>
          <p:spPr>
            <a:xfrm>
              <a:off x="5129775" y="2893375"/>
              <a:ext cx="25" cy="2524800"/>
            </a:xfrm>
            <a:custGeom>
              <a:avLst/>
              <a:gdLst/>
              <a:ahLst/>
              <a:cxnLst/>
              <a:rect l="l" t="t" r="r" b="b"/>
              <a:pathLst>
                <a:path w="1" h="100992" fill="none" extrusionOk="0">
                  <a:moveTo>
                    <a:pt x="1" y="0"/>
                  </a:moveTo>
                  <a:lnTo>
                    <a:pt x="1" y="100991"/>
                  </a:lnTo>
                </a:path>
              </a:pathLst>
            </a:custGeom>
            <a:noFill/>
            <a:ln w="16950" cap="flat" cmpd="sng">
              <a:solidFill>
                <a:schemeClr val="dk1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9"/>
            <p:cNvSpPr/>
            <p:nvPr/>
          </p:nvSpPr>
          <p:spPr>
            <a:xfrm>
              <a:off x="1062750" y="2893375"/>
              <a:ext cx="25" cy="2524800"/>
            </a:xfrm>
            <a:custGeom>
              <a:avLst/>
              <a:gdLst/>
              <a:ahLst/>
              <a:cxnLst/>
              <a:rect l="l" t="t" r="r" b="b"/>
              <a:pathLst>
                <a:path w="1" h="100992" fill="none" extrusionOk="0">
                  <a:moveTo>
                    <a:pt x="0" y="0"/>
                  </a:moveTo>
                  <a:lnTo>
                    <a:pt x="0" y="100991"/>
                  </a:lnTo>
                </a:path>
              </a:pathLst>
            </a:custGeom>
            <a:noFill/>
            <a:ln w="16950" cap="flat" cmpd="sng">
              <a:solidFill>
                <a:schemeClr val="dk1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9"/>
            <p:cNvSpPr/>
            <p:nvPr/>
          </p:nvSpPr>
          <p:spPr>
            <a:xfrm>
              <a:off x="4091175" y="2209650"/>
              <a:ext cx="354925" cy="305350"/>
            </a:xfrm>
            <a:custGeom>
              <a:avLst/>
              <a:gdLst/>
              <a:ahLst/>
              <a:cxnLst/>
              <a:rect l="l" t="t" r="r" b="b"/>
              <a:pathLst>
                <a:path w="14197" h="12214" extrusionOk="0">
                  <a:moveTo>
                    <a:pt x="1514" y="12214"/>
                  </a:moveTo>
                  <a:cubicBezTo>
                    <a:pt x="1723" y="12214"/>
                    <a:pt x="1879" y="12109"/>
                    <a:pt x="2036" y="11953"/>
                  </a:cubicBezTo>
                  <a:cubicBezTo>
                    <a:pt x="2349" y="11483"/>
                    <a:pt x="1827" y="11013"/>
                    <a:pt x="1462" y="10752"/>
                  </a:cubicBezTo>
                  <a:cubicBezTo>
                    <a:pt x="1096" y="10544"/>
                    <a:pt x="418" y="10387"/>
                    <a:pt x="157" y="9813"/>
                  </a:cubicBezTo>
                  <a:cubicBezTo>
                    <a:pt x="0" y="9187"/>
                    <a:pt x="261" y="8508"/>
                    <a:pt x="888" y="8143"/>
                  </a:cubicBezTo>
                  <a:cubicBezTo>
                    <a:pt x="1305" y="7882"/>
                    <a:pt x="1827" y="7673"/>
                    <a:pt x="2297" y="7516"/>
                  </a:cubicBezTo>
                  <a:cubicBezTo>
                    <a:pt x="2871" y="7360"/>
                    <a:pt x="3393" y="6994"/>
                    <a:pt x="3706" y="6473"/>
                  </a:cubicBezTo>
                  <a:cubicBezTo>
                    <a:pt x="4123" y="5846"/>
                    <a:pt x="4071" y="5011"/>
                    <a:pt x="4123" y="4281"/>
                  </a:cubicBezTo>
                  <a:cubicBezTo>
                    <a:pt x="4332" y="1462"/>
                    <a:pt x="7203" y="105"/>
                    <a:pt x="9604" y="1"/>
                  </a:cubicBezTo>
                  <a:cubicBezTo>
                    <a:pt x="10856" y="1"/>
                    <a:pt x="12683" y="418"/>
                    <a:pt x="13518" y="1358"/>
                  </a:cubicBezTo>
                  <a:cubicBezTo>
                    <a:pt x="13831" y="1671"/>
                    <a:pt x="13988" y="2088"/>
                    <a:pt x="14092" y="2454"/>
                  </a:cubicBezTo>
                  <a:cubicBezTo>
                    <a:pt x="14196" y="3080"/>
                    <a:pt x="13988" y="3706"/>
                    <a:pt x="13570" y="4176"/>
                  </a:cubicBezTo>
                  <a:cubicBezTo>
                    <a:pt x="13153" y="4646"/>
                    <a:pt x="12579" y="4959"/>
                    <a:pt x="12109" y="5377"/>
                  </a:cubicBezTo>
                  <a:cubicBezTo>
                    <a:pt x="11639" y="5794"/>
                    <a:pt x="11952" y="6264"/>
                    <a:pt x="11848" y="6786"/>
                  </a:cubicBezTo>
                  <a:cubicBezTo>
                    <a:pt x="11743" y="7360"/>
                    <a:pt x="11326" y="7621"/>
                    <a:pt x="10856" y="7934"/>
                  </a:cubicBezTo>
                  <a:cubicBezTo>
                    <a:pt x="9760" y="8508"/>
                    <a:pt x="8508" y="8665"/>
                    <a:pt x="7307" y="9030"/>
                  </a:cubicBezTo>
                  <a:cubicBezTo>
                    <a:pt x="6942" y="9082"/>
                    <a:pt x="6576" y="9239"/>
                    <a:pt x="6263" y="9500"/>
                  </a:cubicBezTo>
                  <a:cubicBezTo>
                    <a:pt x="5950" y="9813"/>
                    <a:pt x="5637" y="10230"/>
                    <a:pt x="5376" y="10648"/>
                  </a:cubicBezTo>
                  <a:cubicBezTo>
                    <a:pt x="4854" y="11379"/>
                    <a:pt x="4071" y="11848"/>
                    <a:pt x="3184" y="12057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9"/>
            <p:cNvSpPr/>
            <p:nvPr/>
          </p:nvSpPr>
          <p:spPr>
            <a:xfrm>
              <a:off x="4239925" y="2522800"/>
              <a:ext cx="118750" cy="170950"/>
            </a:xfrm>
            <a:custGeom>
              <a:avLst/>
              <a:gdLst/>
              <a:ahLst/>
              <a:cxnLst/>
              <a:rect l="l" t="t" r="r" b="b"/>
              <a:pathLst>
                <a:path w="4750" h="6838" extrusionOk="0">
                  <a:moveTo>
                    <a:pt x="0" y="1"/>
                  </a:moveTo>
                  <a:lnTo>
                    <a:pt x="0" y="1149"/>
                  </a:lnTo>
                  <a:lnTo>
                    <a:pt x="2297" y="1149"/>
                  </a:lnTo>
                  <a:cubicBezTo>
                    <a:pt x="2325" y="1147"/>
                    <a:pt x="2354" y="1146"/>
                    <a:pt x="2382" y="1146"/>
                  </a:cubicBezTo>
                  <a:cubicBezTo>
                    <a:pt x="3075" y="1146"/>
                    <a:pt x="3654" y="1752"/>
                    <a:pt x="3654" y="2454"/>
                  </a:cubicBezTo>
                  <a:lnTo>
                    <a:pt x="3654" y="4385"/>
                  </a:lnTo>
                  <a:cubicBezTo>
                    <a:pt x="3654" y="5116"/>
                    <a:pt x="3027" y="5690"/>
                    <a:pt x="2297" y="5690"/>
                  </a:cubicBezTo>
                  <a:lnTo>
                    <a:pt x="0" y="5690"/>
                  </a:lnTo>
                  <a:lnTo>
                    <a:pt x="0" y="6838"/>
                  </a:lnTo>
                  <a:lnTo>
                    <a:pt x="2297" y="6838"/>
                  </a:lnTo>
                  <a:cubicBezTo>
                    <a:pt x="3654" y="6838"/>
                    <a:pt x="4750" y="5742"/>
                    <a:pt x="4750" y="4385"/>
                  </a:cubicBezTo>
                  <a:lnTo>
                    <a:pt x="4750" y="2454"/>
                  </a:lnTo>
                  <a:cubicBezTo>
                    <a:pt x="4750" y="1097"/>
                    <a:pt x="3654" y="1"/>
                    <a:pt x="2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9"/>
            <p:cNvSpPr/>
            <p:nvPr/>
          </p:nvSpPr>
          <p:spPr>
            <a:xfrm>
              <a:off x="4050725" y="2484975"/>
              <a:ext cx="232275" cy="280550"/>
            </a:xfrm>
            <a:custGeom>
              <a:avLst/>
              <a:gdLst/>
              <a:ahLst/>
              <a:cxnLst/>
              <a:rect l="l" t="t" r="r" b="b"/>
              <a:pathLst>
                <a:path w="9291" h="11222" extrusionOk="0">
                  <a:moveTo>
                    <a:pt x="0" y="0"/>
                  </a:moveTo>
                  <a:lnTo>
                    <a:pt x="0" y="7203"/>
                  </a:lnTo>
                  <a:cubicBezTo>
                    <a:pt x="0" y="9447"/>
                    <a:pt x="1775" y="11221"/>
                    <a:pt x="3967" y="11221"/>
                  </a:cubicBezTo>
                  <a:lnTo>
                    <a:pt x="5272" y="11221"/>
                  </a:lnTo>
                  <a:cubicBezTo>
                    <a:pt x="7464" y="11221"/>
                    <a:pt x="9290" y="9447"/>
                    <a:pt x="9290" y="7203"/>
                  </a:cubicBezTo>
                  <a:lnTo>
                    <a:pt x="92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9"/>
            <p:cNvSpPr/>
            <p:nvPr/>
          </p:nvSpPr>
          <p:spPr>
            <a:xfrm>
              <a:off x="4012875" y="2726350"/>
              <a:ext cx="307975" cy="54825"/>
            </a:xfrm>
            <a:custGeom>
              <a:avLst/>
              <a:gdLst/>
              <a:ahLst/>
              <a:cxnLst/>
              <a:rect l="l" t="t" r="r" b="b"/>
              <a:pathLst>
                <a:path w="12319" h="2193" extrusionOk="0">
                  <a:moveTo>
                    <a:pt x="1" y="1"/>
                  </a:moveTo>
                  <a:cubicBezTo>
                    <a:pt x="1" y="1"/>
                    <a:pt x="53" y="2193"/>
                    <a:pt x="3498" y="2193"/>
                  </a:cubicBezTo>
                  <a:lnTo>
                    <a:pt x="8821" y="2193"/>
                  </a:lnTo>
                  <a:cubicBezTo>
                    <a:pt x="12214" y="2193"/>
                    <a:pt x="12318" y="1"/>
                    <a:pt x="123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9"/>
            <p:cNvSpPr/>
            <p:nvPr/>
          </p:nvSpPr>
          <p:spPr>
            <a:xfrm>
              <a:off x="882700" y="2773325"/>
              <a:ext cx="4384100" cy="146175"/>
            </a:xfrm>
            <a:custGeom>
              <a:avLst/>
              <a:gdLst/>
              <a:ahLst/>
              <a:cxnLst/>
              <a:rect l="l" t="t" r="r" b="b"/>
              <a:pathLst>
                <a:path w="175364" h="5847" extrusionOk="0">
                  <a:moveTo>
                    <a:pt x="0" y="1"/>
                  </a:moveTo>
                  <a:lnTo>
                    <a:pt x="0" y="5846"/>
                  </a:lnTo>
                  <a:lnTo>
                    <a:pt x="175364" y="5846"/>
                  </a:lnTo>
                  <a:lnTo>
                    <a:pt x="1753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9"/>
            <p:cNvSpPr/>
            <p:nvPr/>
          </p:nvSpPr>
          <p:spPr>
            <a:xfrm>
              <a:off x="5200250" y="557775"/>
              <a:ext cx="310550" cy="368850"/>
            </a:xfrm>
            <a:custGeom>
              <a:avLst/>
              <a:gdLst/>
              <a:ahLst/>
              <a:cxnLst/>
              <a:rect l="l" t="t" r="r" b="b"/>
              <a:pathLst>
                <a:path w="12422" h="14754" extrusionOk="0">
                  <a:moveTo>
                    <a:pt x="8768" y="1"/>
                  </a:moveTo>
                  <a:lnTo>
                    <a:pt x="0" y="5951"/>
                  </a:lnTo>
                  <a:lnTo>
                    <a:pt x="887" y="11640"/>
                  </a:lnTo>
                  <a:cubicBezTo>
                    <a:pt x="887" y="11640"/>
                    <a:pt x="1027" y="14754"/>
                    <a:pt x="4332" y="14754"/>
                  </a:cubicBezTo>
                  <a:cubicBezTo>
                    <a:pt x="4529" y="14754"/>
                    <a:pt x="4738" y="14743"/>
                    <a:pt x="4958" y="14719"/>
                  </a:cubicBezTo>
                  <a:cubicBezTo>
                    <a:pt x="9082" y="14302"/>
                    <a:pt x="12422" y="10231"/>
                    <a:pt x="12422" y="10231"/>
                  </a:cubicBezTo>
                  <a:lnTo>
                    <a:pt x="8768" y="1"/>
                  </a:lnTo>
                  <a:close/>
                </a:path>
              </a:pathLst>
            </a:custGeom>
            <a:solidFill>
              <a:srgbClr val="AF57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9"/>
            <p:cNvSpPr/>
            <p:nvPr/>
          </p:nvSpPr>
          <p:spPr>
            <a:xfrm>
              <a:off x="5017575" y="297025"/>
              <a:ext cx="447550" cy="471050"/>
            </a:xfrm>
            <a:custGeom>
              <a:avLst/>
              <a:gdLst/>
              <a:ahLst/>
              <a:cxnLst/>
              <a:rect l="l" t="t" r="r" b="b"/>
              <a:pathLst>
                <a:path w="17902" h="18842" extrusionOk="0">
                  <a:moveTo>
                    <a:pt x="10592" y="1"/>
                  </a:moveTo>
                  <a:cubicBezTo>
                    <a:pt x="9154" y="1"/>
                    <a:pt x="7570" y="747"/>
                    <a:pt x="5950" y="2550"/>
                  </a:cubicBezTo>
                  <a:cubicBezTo>
                    <a:pt x="3445" y="5264"/>
                    <a:pt x="0" y="16329"/>
                    <a:pt x="4698" y="18208"/>
                  </a:cubicBezTo>
                  <a:cubicBezTo>
                    <a:pt x="5732" y="18624"/>
                    <a:pt x="6870" y="18842"/>
                    <a:pt x="8024" y="18842"/>
                  </a:cubicBezTo>
                  <a:cubicBezTo>
                    <a:pt x="11645" y="18842"/>
                    <a:pt x="15423" y="16695"/>
                    <a:pt x="16650" y="11788"/>
                  </a:cubicBezTo>
                  <a:cubicBezTo>
                    <a:pt x="17902" y="6701"/>
                    <a:pt x="14900" y="1"/>
                    <a:pt x="10592" y="1"/>
                  </a:cubicBezTo>
                  <a:close/>
                </a:path>
              </a:pathLst>
            </a:custGeom>
            <a:solidFill>
              <a:srgbClr val="AF57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9"/>
            <p:cNvSpPr/>
            <p:nvPr/>
          </p:nvSpPr>
          <p:spPr>
            <a:xfrm>
              <a:off x="5214600" y="711750"/>
              <a:ext cx="160500" cy="62650"/>
            </a:xfrm>
            <a:custGeom>
              <a:avLst/>
              <a:gdLst/>
              <a:ahLst/>
              <a:cxnLst/>
              <a:rect l="l" t="t" r="r" b="b"/>
              <a:pathLst>
                <a:path w="6420" h="2506" fill="none" extrusionOk="0">
                  <a:moveTo>
                    <a:pt x="0" y="2401"/>
                  </a:moveTo>
                  <a:cubicBezTo>
                    <a:pt x="2349" y="2506"/>
                    <a:pt x="4698" y="1619"/>
                    <a:pt x="6420" y="1"/>
                  </a:cubicBezTo>
                </a:path>
              </a:pathLst>
            </a:custGeom>
            <a:noFill/>
            <a:ln w="11750" cap="flat" cmpd="sng">
              <a:solidFill>
                <a:srgbClr val="752D21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9"/>
            <p:cNvSpPr/>
            <p:nvPr/>
          </p:nvSpPr>
          <p:spPr>
            <a:xfrm>
              <a:off x="5420750" y="573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FF8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9"/>
            <p:cNvSpPr/>
            <p:nvPr/>
          </p:nvSpPr>
          <p:spPr>
            <a:xfrm>
              <a:off x="5419450" y="572475"/>
              <a:ext cx="1325" cy="3600"/>
            </a:xfrm>
            <a:custGeom>
              <a:avLst/>
              <a:gdLst/>
              <a:ahLst/>
              <a:cxnLst/>
              <a:rect l="l" t="t" r="r" b="b"/>
              <a:pathLst>
                <a:path w="53" h="144" extrusionOk="0">
                  <a:moveTo>
                    <a:pt x="46" y="0"/>
                  </a:moveTo>
                  <a:cubicBezTo>
                    <a:pt x="40" y="0"/>
                    <a:pt x="27" y="13"/>
                    <a:pt x="0" y="39"/>
                  </a:cubicBezTo>
                  <a:lnTo>
                    <a:pt x="0" y="91"/>
                  </a:lnTo>
                  <a:lnTo>
                    <a:pt x="0" y="144"/>
                  </a:lnTo>
                  <a:lnTo>
                    <a:pt x="53" y="39"/>
                  </a:lnTo>
                  <a:cubicBezTo>
                    <a:pt x="53" y="13"/>
                    <a:pt x="53" y="0"/>
                    <a:pt x="46" y="0"/>
                  </a:cubicBezTo>
                  <a:close/>
                </a:path>
              </a:pathLst>
            </a:custGeom>
            <a:solidFill>
              <a:srgbClr val="FF8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9"/>
            <p:cNvSpPr/>
            <p:nvPr/>
          </p:nvSpPr>
          <p:spPr>
            <a:xfrm>
              <a:off x="5136300" y="527775"/>
              <a:ext cx="39175" cy="82225"/>
            </a:xfrm>
            <a:custGeom>
              <a:avLst/>
              <a:gdLst/>
              <a:ahLst/>
              <a:cxnLst/>
              <a:rect l="l" t="t" r="r" b="b"/>
              <a:pathLst>
                <a:path w="1567" h="3289" fill="none" extrusionOk="0">
                  <a:moveTo>
                    <a:pt x="1567" y="1"/>
                  </a:moveTo>
                  <a:cubicBezTo>
                    <a:pt x="1567" y="1"/>
                    <a:pt x="1" y="2140"/>
                    <a:pt x="157" y="2610"/>
                  </a:cubicBezTo>
                  <a:cubicBezTo>
                    <a:pt x="366" y="3289"/>
                    <a:pt x="1567" y="3132"/>
                    <a:pt x="1567" y="3132"/>
                  </a:cubicBezTo>
                </a:path>
              </a:pathLst>
            </a:custGeom>
            <a:noFill/>
            <a:ln w="11750" cap="flat" cmpd="sng">
              <a:solidFill>
                <a:srgbClr val="752D21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9"/>
            <p:cNvSpPr/>
            <p:nvPr/>
          </p:nvSpPr>
          <p:spPr>
            <a:xfrm>
              <a:off x="5240700" y="535350"/>
              <a:ext cx="19600" cy="21400"/>
            </a:xfrm>
            <a:custGeom>
              <a:avLst/>
              <a:gdLst/>
              <a:ahLst/>
              <a:cxnLst/>
              <a:rect l="l" t="t" r="r" b="b"/>
              <a:pathLst>
                <a:path w="784" h="856" extrusionOk="0">
                  <a:moveTo>
                    <a:pt x="407" y="1"/>
                  </a:moveTo>
                  <a:cubicBezTo>
                    <a:pt x="263" y="1"/>
                    <a:pt x="105" y="149"/>
                    <a:pt x="105" y="376"/>
                  </a:cubicBezTo>
                  <a:cubicBezTo>
                    <a:pt x="0" y="585"/>
                    <a:pt x="105" y="794"/>
                    <a:pt x="313" y="846"/>
                  </a:cubicBezTo>
                  <a:cubicBezTo>
                    <a:pt x="334" y="853"/>
                    <a:pt x="355" y="856"/>
                    <a:pt x="377" y="856"/>
                  </a:cubicBezTo>
                  <a:cubicBezTo>
                    <a:pt x="522" y="856"/>
                    <a:pt x="686" y="714"/>
                    <a:pt x="731" y="533"/>
                  </a:cubicBezTo>
                  <a:cubicBezTo>
                    <a:pt x="783" y="324"/>
                    <a:pt x="679" y="63"/>
                    <a:pt x="470" y="11"/>
                  </a:cubicBezTo>
                  <a:cubicBezTo>
                    <a:pt x="450" y="4"/>
                    <a:pt x="429" y="1"/>
                    <a:pt x="407" y="1"/>
                  </a:cubicBezTo>
                  <a:close/>
                </a:path>
              </a:pathLst>
            </a:custGeom>
            <a:solidFill>
              <a:srgbClr val="4A1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9"/>
            <p:cNvSpPr/>
            <p:nvPr/>
          </p:nvSpPr>
          <p:spPr>
            <a:xfrm>
              <a:off x="5116725" y="493600"/>
              <a:ext cx="19600" cy="21400"/>
            </a:xfrm>
            <a:custGeom>
              <a:avLst/>
              <a:gdLst/>
              <a:ahLst/>
              <a:cxnLst/>
              <a:rect l="l" t="t" r="r" b="b"/>
              <a:pathLst>
                <a:path w="784" h="856" extrusionOk="0">
                  <a:moveTo>
                    <a:pt x="408" y="1"/>
                  </a:moveTo>
                  <a:cubicBezTo>
                    <a:pt x="263" y="1"/>
                    <a:pt x="99" y="149"/>
                    <a:pt x="53" y="376"/>
                  </a:cubicBezTo>
                  <a:cubicBezTo>
                    <a:pt x="1" y="585"/>
                    <a:pt x="105" y="793"/>
                    <a:pt x="314" y="846"/>
                  </a:cubicBezTo>
                  <a:cubicBezTo>
                    <a:pt x="334" y="852"/>
                    <a:pt x="355" y="856"/>
                    <a:pt x="377" y="856"/>
                  </a:cubicBezTo>
                  <a:cubicBezTo>
                    <a:pt x="522" y="856"/>
                    <a:pt x="686" y="708"/>
                    <a:pt x="732" y="480"/>
                  </a:cubicBezTo>
                  <a:cubicBezTo>
                    <a:pt x="784" y="324"/>
                    <a:pt x="679" y="63"/>
                    <a:pt x="471" y="11"/>
                  </a:cubicBezTo>
                  <a:cubicBezTo>
                    <a:pt x="450" y="4"/>
                    <a:pt x="429" y="1"/>
                    <a:pt x="408" y="1"/>
                  </a:cubicBezTo>
                  <a:close/>
                </a:path>
              </a:pathLst>
            </a:custGeom>
            <a:solidFill>
              <a:srgbClr val="4A1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9"/>
            <p:cNvSpPr/>
            <p:nvPr/>
          </p:nvSpPr>
          <p:spPr>
            <a:xfrm>
              <a:off x="5105000" y="629550"/>
              <a:ext cx="84825" cy="65925"/>
            </a:xfrm>
            <a:custGeom>
              <a:avLst/>
              <a:gdLst/>
              <a:ahLst/>
              <a:cxnLst/>
              <a:rect l="l" t="t" r="r" b="b"/>
              <a:pathLst>
                <a:path w="3393" h="2637" extrusionOk="0">
                  <a:moveTo>
                    <a:pt x="366" y="1"/>
                  </a:moveTo>
                  <a:lnTo>
                    <a:pt x="366" y="1"/>
                  </a:lnTo>
                  <a:cubicBezTo>
                    <a:pt x="366" y="1"/>
                    <a:pt x="0" y="2140"/>
                    <a:pt x="1357" y="2558"/>
                  </a:cubicBezTo>
                  <a:cubicBezTo>
                    <a:pt x="1531" y="2612"/>
                    <a:pt x="1691" y="2637"/>
                    <a:pt x="1838" y="2637"/>
                  </a:cubicBezTo>
                  <a:cubicBezTo>
                    <a:pt x="3100" y="2637"/>
                    <a:pt x="3393" y="836"/>
                    <a:pt x="3393" y="836"/>
                  </a:cubicBezTo>
                  <a:lnTo>
                    <a:pt x="3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9"/>
            <p:cNvSpPr/>
            <p:nvPr/>
          </p:nvSpPr>
          <p:spPr>
            <a:xfrm>
              <a:off x="5056725" y="265125"/>
              <a:ext cx="524550" cy="397075"/>
            </a:xfrm>
            <a:custGeom>
              <a:avLst/>
              <a:gdLst/>
              <a:ahLst/>
              <a:cxnLst/>
              <a:rect l="l" t="t" r="r" b="b"/>
              <a:pathLst>
                <a:path w="20982" h="15883" extrusionOk="0">
                  <a:moveTo>
                    <a:pt x="10475" y="0"/>
                  </a:moveTo>
                  <a:cubicBezTo>
                    <a:pt x="9450" y="0"/>
                    <a:pt x="8466" y="205"/>
                    <a:pt x="7620" y="642"/>
                  </a:cubicBezTo>
                  <a:cubicBezTo>
                    <a:pt x="6743" y="262"/>
                    <a:pt x="5952" y="101"/>
                    <a:pt x="5242" y="101"/>
                  </a:cubicBezTo>
                  <a:cubicBezTo>
                    <a:pt x="1478" y="101"/>
                    <a:pt x="0" y="4609"/>
                    <a:pt x="0" y="4609"/>
                  </a:cubicBezTo>
                  <a:cubicBezTo>
                    <a:pt x="2871" y="7479"/>
                    <a:pt x="10752" y="7688"/>
                    <a:pt x="10752" y="7688"/>
                  </a:cubicBezTo>
                  <a:cubicBezTo>
                    <a:pt x="10752" y="7688"/>
                    <a:pt x="9499" y="10715"/>
                    <a:pt x="12996" y="14212"/>
                  </a:cubicBezTo>
                  <a:lnTo>
                    <a:pt x="15866" y="15882"/>
                  </a:lnTo>
                  <a:cubicBezTo>
                    <a:pt x="17745" y="14838"/>
                    <a:pt x="20981" y="9045"/>
                    <a:pt x="17798" y="3930"/>
                  </a:cubicBezTo>
                  <a:cubicBezTo>
                    <a:pt x="16312" y="1493"/>
                    <a:pt x="13243" y="0"/>
                    <a:pt x="104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9"/>
            <p:cNvSpPr/>
            <p:nvPr/>
          </p:nvSpPr>
          <p:spPr>
            <a:xfrm>
              <a:off x="5420750" y="238450"/>
              <a:ext cx="174875" cy="169875"/>
            </a:xfrm>
            <a:custGeom>
              <a:avLst/>
              <a:gdLst/>
              <a:ahLst/>
              <a:cxnLst/>
              <a:rect l="l" t="t" r="r" b="b"/>
              <a:pathLst>
                <a:path w="6995" h="6795" extrusionOk="0">
                  <a:moveTo>
                    <a:pt x="3537" y="0"/>
                  </a:moveTo>
                  <a:cubicBezTo>
                    <a:pt x="2552" y="0"/>
                    <a:pt x="1578" y="442"/>
                    <a:pt x="940" y="1292"/>
                  </a:cubicBezTo>
                  <a:cubicBezTo>
                    <a:pt x="470" y="1918"/>
                    <a:pt x="1" y="3379"/>
                    <a:pt x="523" y="4267"/>
                  </a:cubicBezTo>
                  <a:lnTo>
                    <a:pt x="1880" y="6093"/>
                  </a:lnTo>
                  <a:cubicBezTo>
                    <a:pt x="2192" y="6539"/>
                    <a:pt x="2656" y="6795"/>
                    <a:pt x="3142" y="6795"/>
                  </a:cubicBezTo>
                  <a:cubicBezTo>
                    <a:pt x="3226" y="6795"/>
                    <a:pt x="3309" y="6787"/>
                    <a:pt x="3393" y="6772"/>
                  </a:cubicBezTo>
                  <a:cubicBezTo>
                    <a:pt x="4959" y="6668"/>
                    <a:pt x="6264" y="5572"/>
                    <a:pt x="6681" y="4110"/>
                  </a:cubicBezTo>
                  <a:cubicBezTo>
                    <a:pt x="6994" y="2597"/>
                    <a:pt x="6316" y="1031"/>
                    <a:pt x="4907" y="300"/>
                  </a:cubicBezTo>
                  <a:cubicBezTo>
                    <a:pt x="4471" y="99"/>
                    <a:pt x="4003" y="0"/>
                    <a:pt x="3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9"/>
            <p:cNvSpPr/>
            <p:nvPr/>
          </p:nvSpPr>
          <p:spPr>
            <a:xfrm>
              <a:off x="5339850" y="544325"/>
              <a:ext cx="72800" cy="126225"/>
            </a:xfrm>
            <a:custGeom>
              <a:avLst/>
              <a:gdLst/>
              <a:ahLst/>
              <a:cxnLst/>
              <a:rect l="l" t="t" r="r" b="b"/>
              <a:pathLst>
                <a:path w="2912" h="5049" extrusionOk="0">
                  <a:moveTo>
                    <a:pt x="1430" y="0"/>
                  </a:moveTo>
                  <a:cubicBezTo>
                    <a:pt x="1309" y="0"/>
                    <a:pt x="1180" y="22"/>
                    <a:pt x="1045" y="69"/>
                  </a:cubicBezTo>
                  <a:cubicBezTo>
                    <a:pt x="575" y="278"/>
                    <a:pt x="210" y="696"/>
                    <a:pt x="105" y="1217"/>
                  </a:cubicBezTo>
                  <a:lnTo>
                    <a:pt x="1" y="4401"/>
                  </a:lnTo>
                  <a:cubicBezTo>
                    <a:pt x="225" y="4850"/>
                    <a:pt x="533" y="5048"/>
                    <a:pt x="867" y="5048"/>
                  </a:cubicBezTo>
                  <a:cubicBezTo>
                    <a:pt x="1232" y="5048"/>
                    <a:pt x="1629" y="4810"/>
                    <a:pt x="1984" y="4401"/>
                  </a:cubicBezTo>
                  <a:cubicBezTo>
                    <a:pt x="2454" y="3827"/>
                    <a:pt x="2715" y="3149"/>
                    <a:pt x="2819" y="2418"/>
                  </a:cubicBezTo>
                  <a:cubicBezTo>
                    <a:pt x="2912" y="1353"/>
                    <a:pt x="2388" y="0"/>
                    <a:pt x="1430" y="0"/>
                  </a:cubicBezTo>
                  <a:close/>
                </a:path>
              </a:pathLst>
            </a:custGeom>
            <a:solidFill>
              <a:srgbClr val="AF57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9"/>
            <p:cNvSpPr/>
            <p:nvPr/>
          </p:nvSpPr>
          <p:spPr>
            <a:xfrm>
              <a:off x="5242000" y="492550"/>
              <a:ext cx="56125" cy="44375"/>
            </a:xfrm>
            <a:custGeom>
              <a:avLst/>
              <a:gdLst/>
              <a:ahLst/>
              <a:cxnLst/>
              <a:rect l="l" t="t" r="r" b="b"/>
              <a:pathLst>
                <a:path w="2245" h="1775" fill="none" extrusionOk="0">
                  <a:moveTo>
                    <a:pt x="0" y="53"/>
                  </a:moveTo>
                  <a:cubicBezTo>
                    <a:pt x="1096" y="0"/>
                    <a:pt x="2036" y="731"/>
                    <a:pt x="2245" y="1775"/>
                  </a:cubicBezTo>
                </a:path>
              </a:pathLst>
            </a:custGeom>
            <a:noFill/>
            <a:ln w="7825" cap="rnd" cmpd="sng">
              <a:solidFill>
                <a:srgbClr val="4A1A1A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9"/>
            <p:cNvSpPr/>
            <p:nvPr/>
          </p:nvSpPr>
          <p:spPr>
            <a:xfrm>
              <a:off x="5116725" y="458625"/>
              <a:ext cx="52225" cy="14375"/>
            </a:xfrm>
            <a:custGeom>
              <a:avLst/>
              <a:gdLst/>
              <a:ahLst/>
              <a:cxnLst/>
              <a:rect l="l" t="t" r="r" b="b"/>
              <a:pathLst>
                <a:path w="2089" h="575" fill="none" extrusionOk="0">
                  <a:moveTo>
                    <a:pt x="1" y="261"/>
                  </a:moveTo>
                  <a:cubicBezTo>
                    <a:pt x="732" y="0"/>
                    <a:pt x="1462" y="157"/>
                    <a:pt x="2089" y="575"/>
                  </a:cubicBezTo>
                </a:path>
              </a:pathLst>
            </a:custGeom>
            <a:noFill/>
            <a:ln w="7825" cap="rnd" cmpd="sng">
              <a:solidFill>
                <a:srgbClr val="4A1A1A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9"/>
            <p:cNvSpPr/>
            <p:nvPr/>
          </p:nvSpPr>
          <p:spPr>
            <a:xfrm>
              <a:off x="5095850" y="2948175"/>
              <a:ext cx="927750" cy="2396925"/>
            </a:xfrm>
            <a:custGeom>
              <a:avLst/>
              <a:gdLst/>
              <a:ahLst/>
              <a:cxnLst/>
              <a:rect l="l" t="t" r="r" b="b"/>
              <a:pathLst>
                <a:path w="37110" h="95877" extrusionOk="0">
                  <a:moveTo>
                    <a:pt x="37109" y="0"/>
                  </a:moveTo>
                  <a:lnTo>
                    <a:pt x="14667" y="888"/>
                  </a:lnTo>
                  <a:lnTo>
                    <a:pt x="6368" y="88726"/>
                  </a:lnTo>
                  <a:lnTo>
                    <a:pt x="1" y="95877"/>
                  </a:lnTo>
                  <a:cubicBezTo>
                    <a:pt x="1" y="95877"/>
                    <a:pt x="21921" y="94937"/>
                    <a:pt x="22652" y="94207"/>
                  </a:cubicBezTo>
                  <a:cubicBezTo>
                    <a:pt x="23331" y="93476"/>
                    <a:pt x="22339" y="88465"/>
                    <a:pt x="22339" y="88465"/>
                  </a:cubicBezTo>
                  <a:lnTo>
                    <a:pt x="37109" y="0"/>
                  </a:lnTo>
                  <a:close/>
                </a:path>
              </a:pathLst>
            </a:custGeom>
            <a:solidFill>
              <a:srgbClr val="AF57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9"/>
            <p:cNvSpPr/>
            <p:nvPr/>
          </p:nvSpPr>
          <p:spPr>
            <a:xfrm>
              <a:off x="4913200" y="5179375"/>
              <a:ext cx="758100" cy="225750"/>
            </a:xfrm>
            <a:custGeom>
              <a:avLst/>
              <a:gdLst/>
              <a:ahLst/>
              <a:cxnLst/>
              <a:rect l="l" t="t" r="r" b="b"/>
              <a:pathLst>
                <a:path w="30324" h="9030" extrusionOk="0">
                  <a:moveTo>
                    <a:pt x="29854" y="0"/>
                  </a:moveTo>
                  <a:lnTo>
                    <a:pt x="24113" y="5011"/>
                  </a:lnTo>
                  <a:lnTo>
                    <a:pt x="21660" y="5011"/>
                  </a:lnTo>
                  <a:lnTo>
                    <a:pt x="11691" y="731"/>
                  </a:lnTo>
                  <a:lnTo>
                    <a:pt x="992" y="6629"/>
                  </a:lnTo>
                  <a:cubicBezTo>
                    <a:pt x="0" y="7359"/>
                    <a:pt x="470" y="8925"/>
                    <a:pt x="1670" y="9029"/>
                  </a:cubicBezTo>
                  <a:lnTo>
                    <a:pt x="16910" y="8925"/>
                  </a:lnTo>
                  <a:lnTo>
                    <a:pt x="20929" y="6107"/>
                  </a:lnTo>
                  <a:lnTo>
                    <a:pt x="22077" y="6107"/>
                  </a:lnTo>
                  <a:lnTo>
                    <a:pt x="22077" y="8925"/>
                  </a:lnTo>
                  <a:lnTo>
                    <a:pt x="30323" y="8821"/>
                  </a:lnTo>
                  <a:lnTo>
                    <a:pt x="30323" y="4906"/>
                  </a:lnTo>
                  <a:lnTo>
                    <a:pt x="26357" y="4959"/>
                  </a:lnTo>
                  <a:lnTo>
                    <a:pt x="30323" y="1670"/>
                  </a:lnTo>
                  <a:lnTo>
                    <a:pt x="298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9"/>
            <p:cNvSpPr/>
            <p:nvPr/>
          </p:nvSpPr>
          <p:spPr>
            <a:xfrm>
              <a:off x="6037925" y="2948175"/>
              <a:ext cx="622400" cy="2396925"/>
            </a:xfrm>
            <a:custGeom>
              <a:avLst/>
              <a:gdLst/>
              <a:ahLst/>
              <a:cxnLst/>
              <a:rect l="l" t="t" r="r" b="b"/>
              <a:pathLst>
                <a:path w="24896" h="95877" extrusionOk="0">
                  <a:moveTo>
                    <a:pt x="24896" y="0"/>
                  </a:moveTo>
                  <a:lnTo>
                    <a:pt x="2453" y="888"/>
                  </a:lnTo>
                  <a:lnTo>
                    <a:pt x="6368" y="88726"/>
                  </a:lnTo>
                  <a:lnTo>
                    <a:pt x="0" y="95877"/>
                  </a:lnTo>
                  <a:cubicBezTo>
                    <a:pt x="0" y="95877"/>
                    <a:pt x="21921" y="94937"/>
                    <a:pt x="22651" y="94207"/>
                  </a:cubicBezTo>
                  <a:cubicBezTo>
                    <a:pt x="23330" y="93476"/>
                    <a:pt x="22338" y="88465"/>
                    <a:pt x="22338" y="88465"/>
                  </a:cubicBezTo>
                  <a:lnTo>
                    <a:pt x="24896" y="0"/>
                  </a:lnTo>
                  <a:close/>
                </a:path>
              </a:pathLst>
            </a:custGeom>
            <a:solidFill>
              <a:srgbClr val="AF57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9"/>
            <p:cNvSpPr/>
            <p:nvPr/>
          </p:nvSpPr>
          <p:spPr>
            <a:xfrm>
              <a:off x="5855250" y="5179375"/>
              <a:ext cx="759400" cy="225750"/>
            </a:xfrm>
            <a:custGeom>
              <a:avLst/>
              <a:gdLst/>
              <a:ahLst/>
              <a:cxnLst/>
              <a:rect l="l" t="t" r="r" b="b"/>
              <a:pathLst>
                <a:path w="30376" h="9030" extrusionOk="0">
                  <a:moveTo>
                    <a:pt x="29854" y="0"/>
                  </a:moveTo>
                  <a:lnTo>
                    <a:pt x="24113" y="5011"/>
                  </a:lnTo>
                  <a:lnTo>
                    <a:pt x="21660" y="5011"/>
                  </a:lnTo>
                  <a:lnTo>
                    <a:pt x="11691" y="731"/>
                  </a:lnTo>
                  <a:lnTo>
                    <a:pt x="992" y="6681"/>
                  </a:lnTo>
                  <a:cubicBezTo>
                    <a:pt x="0" y="7359"/>
                    <a:pt x="470" y="8925"/>
                    <a:pt x="1671" y="9029"/>
                  </a:cubicBezTo>
                  <a:lnTo>
                    <a:pt x="16911" y="8925"/>
                  </a:lnTo>
                  <a:lnTo>
                    <a:pt x="20929" y="6107"/>
                  </a:lnTo>
                  <a:lnTo>
                    <a:pt x="22078" y="6107"/>
                  </a:lnTo>
                  <a:lnTo>
                    <a:pt x="22078" y="8925"/>
                  </a:lnTo>
                  <a:lnTo>
                    <a:pt x="30324" y="8821"/>
                  </a:lnTo>
                  <a:lnTo>
                    <a:pt x="30324" y="4906"/>
                  </a:lnTo>
                  <a:lnTo>
                    <a:pt x="26409" y="4959"/>
                  </a:lnTo>
                  <a:lnTo>
                    <a:pt x="30376" y="1670"/>
                  </a:lnTo>
                  <a:lnTo>
                    <a:pt x="298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9"/>
            <p:cNvSpPr/>
            <p:nvPr/>
          </p:nvSpPr>
          <p:spPr>
            <a:xfrm>
              <a:off x="5291575" y="1869100"/>
              <a:ext cx="1479650" cy="1484875"/>
            </a:xfrm>
            <a:custGeom>
              <a:avLst/>
              <a:gdLst/>
              <a:ahLst/>
              <a:cxnLst/>
              <a:rect l="l" t="t" r="r" b="b"/>
              <a:pathLst>
                <a:path w="59186" h="59395" extrusionOk="0">
                  <a:moveTo>
                    <a:pt x="41180" y="1"/>
                  </a:moveTo>
                  <a:lnTo>
                    <a:pt x="9030" y="4072"/>
                  </a:lnTo>
                  <a:cubicBezTo>
                    <a:pt x="5533" y="14197"/>
                    <a:pt x="1" y="59395"/>
                    <a:pt x="1" y="59395"/>
                  </a:cubicBezTo>
                  <a:lnTo>
                    <a:pt x="56681" y="59395"/>
                  </a:lnTo>
                  <a:cubicBezTo>
                    <a:pt x="56681" y="59395"/>
                    <a:pt x="59186" y="23957"/>
                    <a:pt x="49948" y="9291"/>
                  </a:cubicBezTo>
                  <a:cubicBezTo>
                    <a:pt x="47704" y="5585"/>
                    <a:pt x="44729" y="2454"/>
                    <a:pt x="411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9"/>
            <p:cNvSpPr/>
            <p:nvPr/>
          </p:nvSpPr>
          <p:spPr>
            <a:xfrm>
              <a:off x="6037925" y="1737325"/>
              <a:ext cx="613275" cy="1616650"/>
            </a:xfrm>
            <a:custGeom>
              <a:avLst/>
              <a:gdLst/>
              <a:ahLst/>
              <a:cxnLst/>
              <a:rect l="l" t="t" r="r" b="b"/>
              <a:pathLst>
                <a:path w="24531" h="64666" fill="none" extrusionOk="0">
                  <a:moveTo>
                    <a:pt x="0" y="0"/>
                  </a:moveTo>
                  <a:cubicBezTo>
                    <a:pt x="0" y="0"/>
                    <a:pt x="10647" y="7934"/>
                    <a:pt x="17067" y="17850"/>
                  </a:cubicBezTo>
                  <a:cubicBezTo>
                    <a:pt x="24530" y="29489"/>
                    <a:pt x="23956" y="64666"/>
                    <a:pt x="23956" y="64666"/>
                  </a:cubicBezTo>
                </a:path>
              </a:pathLst>
            </a:custGeom>
            <a:noFill/>
            <a:ln w="11750" cap="flat" cmpd="sng">
              <a:solidFill>
                <a:schemeClr val="accent1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9"/>
            <p:cNvSpPr/>
            <p:nvPr/>
          </p:nvSpPr>
          <p:spPr>
            <a:xfrm>
              <a:off x="6004000" y="2017850"/>
              <a:ext cx="334050" cy="163125"/>
            </a:xfrm>
            <a:custGeom>
              <a:avLst/>
              <a:gdLst/>
              <a:ahLst/>
              <a:cxnLst/>
              <a:rect l="l" t="t" r="r" b="b"/>
              <a:pathLst>
                <a:path w="13362" h="6525" fill="none" extrusionOk="0">
                  <a:moveTo>
                    <a:pt x="0" y="1"/>
                  </a:moveTo>
                  <a:cubicBezTo>
                    <a:pt x="7359" y="6525"/>
                    <a:pt x="13361" y="1"/>
                    <a:pt x="13361" y="1"/>
                  </a:cubicBezTo>
                </a:path>
              </a:pathLst>
            </a:custGeom>
            <a:noFill/>
            <a:ln w="11750" cap="flat" cmpd="sng">
              <a:solidFill>
                <a:schemeClr val="accent1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9"/>
            <p:cNvSpPr/>
            <p:nvPr/>
          </p:nvSpPr>
          <p:spPr>
            <a:xfrm>
              <a:off x="4072900" y="1094050"/>
              <a:ext cx="983850" cy="765975"/>
            </a:xfrm>
            <a:custGeom>
              <a:avLst/>
              <a:gdLst/>
              <a:ahLst/>
              <a:cxnLst/>
              <a:rect l="l" t="t" r="r" b="b"/>
              <a:pathLst>
                <a:path w="39354" h="30639" extrusionOk="0">
                  <a:moveTo>
                    <a:pt x="8769" y="1"/>
                  </a:moveTo>
                  <a:lnTo>
                    <a:pt x="1" y="3811"/>
                  </a:lnTo>
                  <a:cubicBezTo>
                    <a:pt x="1" y="3811"/>
                    <a:pt x="11222" y="28550"/>
                    <a:pt x="18685" y="30481"/>
                  </a:cubicBezTo>
                  <a:cubicBezTo>
                    <a:pt x="19101" y="30588"/>
                    <a:pt x="19534" y="30639"/>
                    <a:pt x="19981" y="30639"/>
                  </a:cubicBezTo>
                  <a:cubicBezTo>
                    <a:pt x="27577" y="30639"/>
                    <a:pt x="39353" y="16024"/>
                    <a:pt x="39353" y="16024"/>
                  </a:cubicBezTo>
                  <a:lnTo>
                    <a:pt x="30846" y="2663"/>
                  </a:lnTo>
                  <a:cubicBezTo>
                    <a:pt x="30846" y="2663"/>
                    <a:pt x="21498" y="12997"/>
                    <a:pt x="20053" y="12997"/>
                  </a:cubicBezTo>
                  <a:cubicBezTo>
                    <a:pt x="20049" y="12997"/>
                    <a:pt x="20046" y="12997"/>
                    <a:pt x="20042" y="12997"/>
                  </a:cubicBezTo>
                  <a:cubicBezTo>
                    <a:pt x="18581" y="12892"/>
                    <a:pt x="8769" y="1"/>
                    <a:pt x="8769" y="1"/>
                  </a:cubicBezTo>
                  <a:close/>
                </a:path>
              </a:pathLst>
            </a:custGeom>
            <a:solidFill>
              <a:srgbClr val="AF57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9"/>
            <p:cNvSpPr/>
            <p:nvPr/>
          </p:nvSpPr>
          <p:spPr>
            <a:xfrm>
              <a:off x="3995925" y="834300"/>
              <a:ext cx="352325" cy="473775"/>
            </a:xfrm>
            <a:custGeom>
              <a:avLst/>
              <a:gdLst/>
              <a:ahLst/>
              <a:cxnLst/>
              <a:rect l="l" t="t" r="r" b="b"/>
              <a:pathLst>
                <a:path w="14093" h="18951" extrusionOk="0">
                  <a:moveTo>
                    <a:pt x="2749" y="1"/>
                  </a:moveTo>
                  <a:cubicBezTo>
                    <a:pt x="2737" y="1"/>
                    <a:pt x="2725" y="2"/>
                    <a:pt x="2714" y="5"/>
                  </a:cubicBezTo>
                  <a:cubicBezTo>
                    <a:pt x="1984" y="213"/>
                    <a:pt x="4071" y="4076"/>
                    <a:pt x="4071" y="4076"/>
                  </a:cubicBezTo>
                  <a:cubicBezTo>
                    <a:pt x="4071" y="4076"/>
                    <a:pt x="3670" y="3608"/>
                    <a:pt x="3216" y="3608"/>
                  </a:cubicBezTo>
                  <a:cubicBezTo>
                    <a:pt x="3103" y="3608"/>
                    <a:pt x="2986" y="3637"/>
                    <a:pt x="2871" y="3710"/>
                  </a:cubicBezTo>
                  <a:cubicBezTo>
                    <a:pt x="2401" y="3971"/>
                    <a:pt x="2766" y="5172"/>
                    <a:pt x="2766" y="5172"/>
                  </a:cubicBezTo>
                  <a:cubicBezTo>
                    <a:pt x="2766" y="5172"/>
                    <a:pt x="2383" y="4884"/>
                    <a:pt x="1991" y="4884"/>
                  </a:cubicBezTo>
                  <a:cubicBezTo>
                    <a:pt x="1882" y="4884"/>
                    <a:pt x="1773" y="4906"/>
                    <a:pt x="1670" y="4963"/>
                  </a:cubicBezTo>
                  <a:cubicBezTo>
                    <a:pt x="1253" y="5276"/>
                    <a:pt x="1566" y="6268"/>
                    <a:pt x="1566" y="6268"/>
                  </a:cubicBezTo>
                  <a:cubicBezTo>
                    <a:pt x="1566" y="6268"/>
                    <a:pt x="1262" y="5826"/>
                    <a:pt x="896" y="5826"/>
                  </a:cubicBezTo>
                  <a:cubicBezTo>
                    <a:pt x="759" y="5826"/>
                    <a:pt x="612" y="5888"/>
                    <a:pt x="470" y="6059"/>
                  </a:cubicBezTo>
                  <a:cubicBezTo>
                    <a:pt x="0" y="6685"/>
                    <a:pt x="1984" y="12478"/>
                    <a:pt x="5324" y="18950"/>
                  </a:cubicBezTo>
                  <a:lnTo>
                    <a:pt x="14092" y="13366"/>
                  </a:lnTo>
                  <a:cubicBezTo>
                    <a:pt x="14092" y="13366"/>
                    <a:pt x="6629" y="2458"/>
                    <a:pt x="6055" y="2458"/>
                  </a:cubicBezTo>
                  <a:cubicBezTo>
                    <a:pt x="5546" y="2458"/>
                    <a:pt x="6424" y="4288"/>
                    <a:pt x="6037" y="4288"/>
                  </a:cubicBezTo>
                  <a:cubicBezTo>
                    <a:pt x="6026" y="4288"/>
                    <a:pt x="6015" y="4287"/>
                    <a:pt x="6002" y="4284"/>
                  </a:cubicBezTo>
                  <a:cubicBezTo>
                    <a:pt x="5541" y="4233"/>
                    <a:pt x="3417" y="1"/>
                    <a:pt x="2749" y="1"/>
                  </a:cubicBezTo>
                  <a:close/>
                </a:path>
              </a:pathLst>
            </a:custGeom>
            <a:solidFill>
              <a:srgbClr val="AF57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9"/>
            <p:cNvSpPr/>
            <p:nvPr/>
          </p:nvSpPr>
          <p:spPr>
            <a:xfrm>
              <a:off x="4157725" y="966200"/>
              <a:ext cx="15675" cy="95275"/>
            </a:xfrm>
            <a:custGeom>
              <a:avLst/>
              <a:gdLst/>
              <a:ahLst/>
              <a:cxnLst/>
              <a:rect l="l" t="t" r="r" b="b"/>
              <a:pathLst>
                <a:path w="627" h="3811" fill="none" extrusionOk="0">
                  <a:moveTo>
                    <a:pt x="0" y="0"/>
                  </a:moveTo>
                  <a:cubicBezTo>
                    <a:pt x="104" y="1305"/>
                    <a:pt x="313" y="2557"/>
                    <a:pt x="626" y="3810"/>
                  </a:cubicBezTo>
                </a:path>
              </a:pathLst>
            </a:custGeom>
            <a:noFill/>
            <a:ln w="11750" cap="flat" cmpd="sng">
              <a:solidFill>
                <a:srgbClr val="752D21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9"/>
            <p:cNvSpPr/>
            <p:nvPr/>
          </p:nvSpPr>
          <p:spPr>
            <a:xfrm>
              <a:off x="4010275" y="947925"/>
              <a:ext cx="120075" cy="137875"/>
            </a:xfrm>
            <a:custGeom>
              <a:avLst/>
              <a:gdLst/>
              <a:ahLst/>
              <a:cxnLst/>
              <a:rect l="l" t="t" r="r" b="b"/>
              <a:pathLst>
                <a:path w="4803" h="5515" extrusionOk="0">
                  <a:moveTo>
                    <a:pt x="3654" y="0"/>
                  </a:moveTo>
                  <a:lnTo>
                    <a:pt x="3654" y="0"/>
                  </a:lnTo>
                  <a:cubicBezTo>
                    <a:pt x="3863" y="679"/>
                    <a:pt x="4019" y="1305"/>
                    <a:pt x="4228" y="1984"/>
                  </a:cubicBezTo>
                  <a:cubicBezTo>
                    <a:pt x="4280" y="2297"/>
                    <a:pt x="4332" y="2610"/>
                    <a:pt x="4437" y="2923"/>
                  </a:cubicBezTo>
                  <a:cubicBezTo>
                    <a:pt x="4489" y="3236"/>
                    <a:pt x="4489" y="3549"/>
                    <a:pt x="4489" y="3863"/>
                  </a:cubicBezTo>
                  <a:cubicBezTo>
                    <a:pt x="4489" y="3915"/>
                    <a:pt x="4489" y="3915"/>
                    <a:pt x="4489" y="3915"/>
                  </a:cubicBezTo>
                  <a:cubicBezTo>
                    <a:pt x="4489" y="3915"/>
                    <a:pt x="4437" y="3915"/>
                    <a:pt x="4385" y="3863"/>
                  </a:cubicBezTo>
                  <a:cubicBezTo>
                    <a:pt x="4228" y="3758"/>
                    <a:pt x="4176" y="3654"/>
                    <a:pt x="4071" y="3497"/>
                  </a:cubicBezTo>
                  <a:cubicBezTo>
                    <a:pt x="3863" y="3236"/>
                    <a:pt x="3706" y="2975"/>
                    <a:pt x="3549" y="2662"/>
                  </a:cubicBezTo>
                  <a:cubicBezTo>
                    <a:pt x="3236" y="2088"/>
                    <a:pt x="2975" y="1514"/>
                    <a:pt x="2714" y="888"/>
                  </a:cubicBezTo>
                  <a:lnTo>
                    <a:pt x="2669" y="905"/>
                  </a:lnTo>
                  <a:lnTo>
                    <a:pt x="2669" y="905"/>
                  </a:lnTo>
                  <a:cubicBezTo>
                    <a:pt x="2667" y="899"/>
                    <a:pt x="2665" y="893"/>
                    <a:pt x="2662" y="888"/>
                  </a:cubicBezTo>
                  <a:lnTo>
                    <a:pt x="2297" y="1044"/>
                  </a:lnTo>
                  <a:cubicBezTo>
                    <a:pt x="2558" y="1670"/>
                    <a:pt x="2767" y="2297"/>
                    <a:pt x="2923" y="2871"/>
                  </a:cubicBezTo>
                  <a:cubicBezTo>
                    <a:pt x="3028" y="3184"/>
                    <a:pt x="3132" y="3497"/>
                    <a:pt x="3184" y="3810"/>
                  </a:cubicBezTo>
                  <a:cubicBezTo>
                    <a:pt x="3289" y="4123"/>
                    <a:pt x="3289" y="4437"/>
                    <a:pt x="3289" y="4698"/>
                  </a:cubicBezTo>
                  <a:cubicBezTo>
                    <a:pt x="3184" y="4645"/>
                    <a:pt x="3080" y="4541"/>
                    <a:pt x="2975" y="4437"/>
                  </a:cubicBezTo>
                  <a:cubicBezTo>
                    <a:pt x="2819" y="4176"/>
                    <a:pt x="2610" y="3915"/>
                    <a:pt x="2453" y="3654"/>
                  </a:cubicBezTo>
                  <a:cubicBezTo>
                    <a:pt x="2088" y="3132"/>
                    <a:pt x="1775" y="2558"/>
                    <a:pt x="1462" y="1984"/>
                  </a:cubicBezTo>
                  <a:lnTo>
                    <a:pt x="1044" y="2140"/>
                  </a:lnTo>
                  <a:cubicBezTo>
                    <a:pt x="1119" y="2278"/>
                    <a:pt x="1194" y="2415"/>
                    <a:pt x="1270" y="2553"/>
                  </a:cubicBezTo>
                  <a:lnTo>
                    <a:pt x="1270" y="2553"/>
                  </a:lnTo>
                  <a:cubicBezTo>
                    <a:pt x="1439" y="2940"/>
                    <a:pt x="1621" y="3335"/>
                    <a:pt x="1775" y="3758"/>
                  </a:cubicBezTo>
                  <a:cubicBezTo>
                    <a:pt x="1879" y="4019"/>
                    <a:pt x="1932" y="4280"/>
                    <a:pt x="2036" y="4541"/>
                  </a:cubicBezTo>
                  <a:cubicBezTo>
                    <a:pt x="2036" y="4698"/>
                    <a:pt x="2088" y="4802"/>
                    <a:pt x="2140" y="4959"/>
                  </a:cubicBezTo>
                  <a:cubicBezTo>
                    <a:pt x="2140" y="5063"/>
                    <a:pt x="2140" y="5272"/>
                    <a:pt x="2140" y="5272"/>
                  </a:cubicBezTo>
                  <a:cubicBezTo>
                    <a:pt x="2036" y="5272"/>
                    <a:pt x="1932" y="5220"/>
                    <a:pt x="1879" y="5167"/>
                  </a:cubicBezTo>
                  <a:cubicBezTo>
                    <a:pt x="1775" y="5115"/>
                    <a:pt x="1671" y="5011"/>
                    <a:pt x="1566" y="4906"/>
                  </a:cubicBezTo>
                  <a:cubicBezTo>
                    <a:pt x="1410" y="4698"/>
                    <a:pt x="1201" y="4489"/>
                    <a:pt x="1044" y="4280"/>
                  </a:cubicBezTo>
                  <a:cubicBezTo>
                    <a:pt x="679" y="3810"/>
                    <a:pt x="366" y="3341"/>
                    <a:pt x="0" y="2871"/>
                  </a:cubicBezTo>
                  <a:lnTo>
                    <a:pt x="0" y="2871"/>
                  </a:lnTo>
                  <a:cubicBezTo>
                    <a:pt x="261" y="3341"/>
                    <a:pt x="575" y="3863"/>
                    <a:pt x="888" y="4332"/>
                  </a:cubicBezTo>
                  <a:cubicBezTo>
                    <a:pt x="1044" y="4593"/>
                    <a:pt x="1201" y="4802"/>
                    <a:pt x="1410" y="5011"/>
                  </a:cubicBezTo>
                  <a:cubicBezTo>
                    <a:pt x="1514" y="5167"/>
                    <a:pt x="1618" y="5272"/>
                    <a:pt x="1723" y="5376"/>
                  </a:cubicBezTo>
                  <a:cubicBezTo>
                    <a:pt x="1775" y="5428"/>
                    <a:pt x="1879" y="5480"/>
                    <a:pt x="1984" y="5480"/>
                  </a:cubicBezTo>
                  <a:cubicBezTo>
                    <a:pt x="2027" y="5502"/>
                    <a:pt x="2070" y="5515"/>
                    <a:pt x="2113" y="5515"/>
                  </a:cubicBezTo>
                  <a:cubicBezTo>
                    <a:pt x="2175" y="5515"/>
                    <a:pt x="2236" y="5489"/>
                    <a:pt x="2297" y="5428"/>
                  </a:cubicBezTo>
                  <a:cubicBezTo>
                    <a:pt x="2401" y="5272"/>
                    <a:pt x="2453" y="5063"/>
                    <a:pt x="2401" y="4906"/>
                  </a:cubicBezTo>
                  <a:cubicBezTo>
                    <a:pt x="2401" y="4750"/>
                    <a:pt x="2349" y="4593"/>
                    <a:pt x="2349" y="4437"/>
                  </a:cubicBezTo>
                  <a:cubicBezTo>
                    <a:pt x="2330" y="4389"/>
                    <a:pt x="2313" y="4341"/>
                    <a:pt x="2297" y="4291"/>
                  </a:cubicBezTo>
                  <a:lnTo>
                    <a:pt x="2297" y="4291"/>
                  </a:lnTo>
                  <a:cubicBezTo>
                    <a:pt x="2397" y="4431"/>
                    <a:pt x="2503" y="4564"/>
                    <a:pt x="2610" y="4698"/>
                  </a:cubicBezTo>
                  <a:cubicBezTo>
                    <a:pt x="2714" y="4854"/>
                    <a:pt x="2871" y="5011"/>
                    <a:pt x="3028" y="5115"/>
                  </a:cubicBezTo>
                  <a:cubicBezTo>
                    <a:pt x="3099" y="5172"/>
                    <a:pt x="3182" y="5198"/>
                    <a:pt x="3265" y="5198"/>
                  </a:cubicBezTo>
                  <a:cubicBezTo>
                    <a:pt x="3486" y="5198"/>
                    <a:pt x="3706" y="5015"/>
                    <a:pt x="3706" y="4750"/>
                  </a:cubicBezTo>
                  <a:cubicBezTo>
                    <a:pt x="3758" y="4384"/>
                    <a:pt x="3706" y="4019"/>
                    <a:pt x="3602" y="3706"/>
                  </a:cubicBezTo>
                  <a:cubicBezTo>
                    <a:pt x="3586" y="3610"/>
                    <a:pt x="3565" y="3514"/>
                    <a:pt x="3540" y="3416"/>
                  </a:cubicBezTo>
                  <a:lnTo>
                    <a:pt x="3540" y="3416"/>
                  </a:lnTo>
                  <a:cubicBezTo>
                    <a:pt x="3611" y="3516"/>
                    <a:pt x="3685" y="3614"/>
                    <a:pt x="3758" y="3706"/>
                  </a:cubicBezTo>
                  <a:cubicBezTo>
                    <a:pt x="3863" y="3863"/>
                    <a:pt x="4019" y="3967"/>
                    <a:pt x="4124" y="4123"/>
                  </a:cubicBezTo>
                  <a:cubicBezTo>
                    <a:pt x="4228" y="4176"/>
                    <a:pt x="4385" y="4228"/>
                    <a:pt x="4489" y="4228"/>
                  </a:cubicBezTo>
                  <a:cubicBezTo>
                    <a:pt x="4645" y="4176"/>
                    <a:pt x="4750" y="4071"/>
                    <a:pt x="4750" y="3915"/>
                  </a:cubicBezTo>
                  <a:cubicBezTo>
                    <a:pt x="4802" y="3549"/>
                    <a:pt x="4750" y="3184"/>
                    <a:pt x="4645" y="2871"/>
                  </a:cubicBezTo>
                  <a:cubicBezTo>
                    <a:pt x="4593" y="2558"/>
                    <a:pt x="4489" y="2192"/>
                    <a:pt x="4385" y="1879"/>
                  </a:cubicBezTo>
                  <a:cubicBezTo>
                    <a:pt x="4176" y="1253"/>
                    <a:pt x="3915" y="627"/>
                    <a:pt x="3654" y="0"/>
                  </a:cubicBezTo>
                  <a:close/>
                </a:path>
              </a:pathLst>
            </a:custGeom>
            <a:solidFill>
              <a:srgbClr val="752D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9"/>
            <p:cNvSpPr/>
            <p:nvPr/>
          </p:nvSpPr>
          <p:spPr>
            <a:xfrm>
              <a:off x="4727900" y="825275"/>
              <a:ext cx="814225" cy="734625"/>
            </a:xfrm>
            <a:custGeom>
              <a:avLst/>
              <a:gdLst/>
              <a:ahLst/>
              <a:cxnLst/>
              <a:rect l="l" t="t" r="r" b="b"/>
              <a:pathLst>
                <a:path w="32569" h="29385" extrusionOk="0">
                  <a:moveTo>
                    <a:pt x="19886" y="0"/>
                  </a:moveTo>
                  <a:cubicBezTo>
                    <a:pt x="10961" y="0"/>
                    <a:pt x="1" y="16702"/>
                    <a:pt x="1" y="16702"/>
                  </a:cubicBezTo>
                  <a:lnTo>
                    <a:pt x="13571" y="29384"/>
                  </a:lnTo>
                  <a:lnTo>
                    <a:pt x="32568" y="9343"/>
                  </a:lnTo>
                  <a:lnTo>
                    <a:pt x="198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9"/>
            <p:cNvSpPr/>
            <p:nvPr/>
          </p:nvSpPr>
          <p:spPr>
            <a:xfrm>
              <a:off x="5004525" y="781950"/>
              <a:ext cx="1316550" cy="1426425"/>
            </a:xfrm>
            <a:custGeom>
              <a:avLst/>
              <a:gdLst/>
              <a:ahLst/>
              <a:cxnLst/>
              <a:rect l="l" t="t" r="r" b="b"/>
              <a:pathLst>
                <a:path w="52662" h="57057" extrusionOk="0">
                  <a:moveTo>
                    <a:pt x="22098" y="0"/>
                  </a:moveTo>
                  <a:cubicBezTo>
                    <a:pt x="21685" y="0"/>
                    <a:pt x="21451" y="11"/>
                    <a:pt x="21451" y="11"/>
                  </a:cubicBezTo>
                  <a:lnTo>
                    <a:pt x="2297" y="16399"/>
                  </a:lnTo>
                  <a:cubicBezTo>
                    <a:pt x="0" y="27620"/>
                    <a:pt x="1566" y="32892"/>
                    <a:pt x="7046" y="38372"/>
                  </a:cubicBezTo>
                  <a:cubicBezTo>
                    <a:pt x="12526" y="43852"/>
                    <a:pt x="19833" y="57057"/>
                    <a:pt x="19833" y="57057"/>
                  </a:cubicBezTo>
                  <a:cubicBezTo>
                    <a:pt x="19833" y="57057"/>
                    <a:pt x="43267" y="53299"/>
                    <a:pt x="52662" y="43539"/>
                  </a:cubicBezTo>
                  <a:cubicBezTo>
                    <a:pt x="52662" y="43539"/>
                    <a:pt x="43737" y="9666"/>
                    <a:pt x="34343" y="3142"/>
                  </a:cubicBezTo>
                  <a:cubicBezTo>
                    <a:pt x="30155" y="250"/>
                    <a:pt x="24075" y="0"/>
                    <a:pt x="220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9"/>
            <p:cNvSpPr/>
            <p:nvPr/>
          </p:nvSpPr>
          <p:spPr>
            <a:xfrm>
              <a:off x="5324200" y="719575"/>
              <a:ext cx="216625" cy="280550"/>
            </a:xfrm>
            <a:custGeom>
              <a:avLst/>
              <a:gdLst/>
              <a:ahLst/>
              <a:cxnLst/>
              <a:rect l="l" t="t" r="r" b="b"/>
              <a:pathLst>
                <a:path w="8665" h="11222" extrusionOk="0">
                  <a:moveTo>
                    <a:pt x="6159" y="1"/>
                  </a:moveTo>
                  <a:lnTo>
                    <a:pt x="0" y="7151"/>
                  </a:lnTo>
                  <a:lnTo>
                    <a:pt x="3810" y="11222"/>
                  </a:lnTo>
                  <a:cubicBezTo>
                    <a:pt x="3810" y="11222"/>
                    <a:pt x="6472" y="6681"/>
                    <a:pt x="8664" y="2506"/>
                  </a:cubicBezTo>
                  <a:lnTo>
                    <a:pt x="61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9"/>
            <p:cNvSpPr/>
            <p:nvPr/>
          </p:nvSpPr>
          <p:spPr>
            <a:xfrm>
              <a:off x="5175450" y="805700"/>
              <a:ext cx="147475" cy="194425"/>
            </a:xfrm>
            <a:custGeom>
              <a:avLst/>
              <a:gdLst/>
              <a:ahLst/>
              <a:cxnLst/>
              <a:rect l="l" t="t" r="r" b="b"/>
              <a:pathLst>
                <a:path w="5899" h="7777" extrusionOk="0">
                  <a:moveTo>
                    <a:pt x="1619" y="0"/>
                  </a:moveTo>
                  <a:lnTo>
                    <a:pt x="1" y="1044"/>
                  </a:lnTo>
                  <a:cubicBezTo>
                    <a:pt x="366" y="3393"/>
                    <a:pt x="1149" y="5689"/>
                    <a:pt x="2349" y="7777"/>
                  </a:cubicBezTo>
                  <a:lnTo>
                    <a:pt x="5898" y="3706"/>
                  </a:lnTo>
                  <a:lnTo>
                    <a:pt x="16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9"/>
            <p:cNvSpPr/>
            <p:nvPr/>
          </p:nvSpPr>
          <p:spPr>
            <a:xfrm>
              <a:off x="5017575" y="1198450"/>
              <a:ext cx="49600" cy="335350"/>
            </a:xfrm>
            <a:custGeom>
              <a:avLst/>
              <a:gdLst/>
              <a:ahLst/>
              <a:cxnLst/>
              <a:rect l="l" t="t" r="r" b="b"/>
              <a:pathLst>
                <a:path w="1984" h="13414" fill="none" extrusionOk="0">
                  <a:moveTo>
                    <a:pt x="1201" y="13413"/>
                  </a:moveTo>
                  <a:cubicBezTo>
                    <a:pt x="0" y="8507"/>
                    <a:pt x="1984" y="0"/>
                    <a:pt x="1984" y="0"/>
                  </a:cubicBezTo>
                </a:path>
              </a:pathLst>
            </a:custGeom>
            <a:noFill/>
            <a:ln w="11750" cap="flat" cmpd="sng">
              <a:solidFill>
                <a:schemeClr val="accent5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9"/>
            <p:cNvSpPr/>
            <p:nvPr/>
          </p:nvSpPr>
          <p:spPr>
            <a:xfrm>
              <a:off x="5178050" y="1421550"/>
              <a:ext cx="708550" cy="1303525"/>
            </a:xfrm>
            <a:custGeom>
              <a:avLst/>
              <a:gdLst/>
              <a:ahLst/>
              <a:cxnLst/>
              <a:rect l="l" t="t" r="r" b="b"/>
              <a:pathLst>
                <a:path w="28342" h="52141" extrusionOk="0">
                  <a:moveTo>
                    <a:pt x="12266" y="1"/>
                  </a:moveTo>
                  <a:cubicBezTo>
                    <a:pt x="12266" y="1"/>
                    <a:pt x="9656" y="17537"/>
                    <a:pt x="1" y="47913"/>
                  </a:cubicBezTo>
                  <a:lnTo>
                    <a:pt x="9552" y="52141"/>
                  </a:lnTo>
                  <a:cubicBezTo>
                    <a:pt x="9552" y="52141"/>
                    <a:pt x="20512" y="33560"/>
                    <a:pt x="28341" y="3968"/>
                  </a:cubicBezTo>
                  <a:lnTo>
                    <a:pt x="12266" y="1"/>
                  </a:lnTo>
                  <a:close/>
                </a:path>
              </a:pathLst>
            </a:custGeom>
            <a:solidFill>
              <a:srgbClr val="AF57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9"/>
            <p:cNvSpPr/>
            <p:nvPr/>
          </p:nvSpPr>
          <p:spPr>
            <a:xfrm>
              <a:off x="5427275" y="1094050"/>
              <a:ext cx="551950" cy="465850"/>
            </a:xfrm>
            <a:custGeom>
              <a:avLst/>
              <a:gdLst/>
              <a:ahLst/>
              <a:cxnLst/>
              <a:rect l="l" t="t" r="r" b="b"/>
              <a:pathLst>
                <a:path w="22078" h="18634" extrusionOk="0">
                  <a:moveTo>
                    <a:pt x="3236" y="1"/>
                  </a:moveTo>
                  <a:lnTo>
                    <a:pt x="1" y="15189"/>
                  </a:lnTo>
                  <a:lnTo>
                    <a:pt x="19259" y="18633"/>
                  </a:lnTo>
                  <a:cubicBezTo>
                    <a:pt x="20460" y="14301"/>
                    <a:pt x="21451" y="9969"/>
                    <a:pt x="22078" y="5585"/>
                  </a:cubicBezTo>
                  <a:lnTo>
                    <a:pt x="32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9"/>
            <p:cNvSpPr/>
            <p:nvPr/>
          </p:nvSpPr>
          <p:spPr>
            <a:xfrm>
              <a:off x="5898300" y="1322400"/>
              <a:ext cx="62650" cy="251850"/>
            </a:xfrm>
            <a:custGeom>
              <a:avLst/>
              <a:gdLst/>
              <a:ahLst/>
              <a:cxnLst/>
              <a:rect l="l" t="t" r="r" b="b"/>
              <a:pathLst>
                <a:path w="2506" h="10074" fill="none" extrusionOk="0">
                  <a:moveTo>
                    <a:pt x="1" y="10073"/>
                  </a:moveTo>
                  <a:lnTo>
                    <a:pt x="2506" y="0"/>
                  </a:lnTo>
                </a:path>
              </a:pathLst>
            </a:custGeom>
            <a:noFill/>
            <a:ln w="11750" cap="flat" cmpd="sng">
              <a:solidFill>
                <a:schemeClr val="accent5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9"/>
            <p:cNvSpPr/>
            <p:nvPr/>
          </p:nvSpPr>
          <p:spPr>
            <a:xfrm>
              <a:off x="5427275" y="1215400"/>
              <a:ext cx="52225" cy="258375"/>
            </a:xfrm>
            <a:custGeom>
              <a:avLst/>
              <a:gdLst/>
              <a:ahLst/>
              <a:cxnLst/>
              <a:rect l="l" t="t" r="r" b="b"/>
              <a:pathLst>
                <a:path w="2089" h="10335" fill="none" extrusionOk="0">
                  <a:moveTo>
                    <a:pt x="1" y="10335"/>
                  </a:moveTo>
                  <a:lnTo>
                    <a:pt x="2088" y="1"/>
                  </a:lnTo>
                </a:path>
              </a:pathLst>
            </a:custGeom>
            <a:noFill/>
            <a:ln w="11750" cap="flat" cmpd="sng">
              <a:solidFill>
                <a:schemeClr val="accent5"/>
              </a:solidFill>
              <a:prstDash val="solid"/>
              <a:miter lim="52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9"/>
            <p:cNvSpPr/>
            <p:nvPr/>
          </p:nvSpPr>
          <p:spPr>
            <a:xfrm>
              <a:off x="4764450" y="2316650"/>
              <a:ext cx="777675" cy="455400"/>
            </a:xfrm>
            <a:custGeom>
              <a:avLst/>
              <a:gdLst/>
              <a:ahLst/>
              <a:cxnLst/>
              <a:rect l="l" t="t" r="r" b="b"/>
              <a:pathLst>
                <a:path w="31107" h="18216" extrusionOk="0">
                  <a:moveTo>
                    <a:pt x="20251" y="1"/>
                  </a:moveTo>
                  <a:lnTo>
                    <a:pt x="16545" y="12161"/>
                  </a:lnTo>
                  <a:cubicBezTo>
                    <a:pt x="16545" y="12161"/>
                    <a:pt x="9917" y="13779"/>
                    <a:pt x="7777" y="14405"/>
                  </a:cubicBezTo>
                  <a:cubicBezTo>
                    <a:pt x="4280" y="15501"/>
                    <a:pt x="105" y="17328"/>
                    <a:pt x="0" y="18215"/>
                  </a:cubicBezTo>
                  <a:cubicBezTo>
                    <a:pt x="5011" y="18215"/>
                    <a:pt x="22443" y="18111"/>
                    <a:pt x="24426" y="18111"/>
                  </a:cubicBezTo>
                  <a:cubicBezTo>
                    <a:pt x="26409" y="18111"/>
                    <a:pt x="31106" y="6472"/>
                    <a:pt x="31106" y="6472"/>
                  </a:cubicBezTo>
                  <a:lnTo>
                    <a:pt x="20251" y="1"/>
                  </a:lnTo>
                  <a:close/>
                </a:path>
              </a:pathLst>
            </a:custGeom>
            <a:solidFill>
              <a:srgbClr val="AF57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21" name="Google Shape;921;p39"/>
          <p:cNvCxnSpPr/>
          <p:nvPr/>
        </p:nvCxnSpPr>
        <p:spPr>
          <a:xfrm>
            <a:off x="4043950" y="4603500"/>
            <a:ext cx="36147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2" name="Google Shape;922;p39"/>
          <p:cNvSpPr txBox="1">
            <a:spLocks noGrp="1"/>
          </p:cNvSpPr>
          <p:nvPr>
            <p:ph type="title"/>
          </p:nvPr>
        </p:nvSpPr>
        <p:spPr>
          <a:xfrm>
            <a:off x="1202650" y="649224"/>
            <a:ext cx="24690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 smtClean="0"/>
              <a:t>01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V</a:t>
            </a:r>
            <a:r>
              <a:rPr lang="en" dirty="0" smtClean="0"/>
              <a:t>ocabulary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6877"/>
            <a:ext cx="7097997" cy="5115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66800" y="2157787"/>
            <a:ext cx="2286000" cy="49016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429000" y="2157787"/>
            <a:ext cx="2286000" cy="49016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791200" y="2171874"/>
            <a:ext cx="2286000" cy="49016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66800" y="4629150"/>
            <a:ext cx="2286000" cy="49016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429000" y="4629150"/>
            <a:ext cx="2286000" cy="49016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791200" y="4629150"/>
            <a:ext cx="2286000" cy="49016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07616"/>
            <a:ext cx="7086600" cy="2475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" y="2647950"/>
            <a:ext cx="7077075" cy="2555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1143000" y="2114550"/>
            <a:ext cx="2286000" cy="49016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05200" y="2114549"/>
            <a:ext cx="2286000" cy="49016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862084" y="2114550"/>
            <a:ext cx="2286000" cy="49016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43000" y="4672387"/>
            <a:ext cx="2286000" cy="49016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429000" y="4672387"/>
            <a:ext cx="2286000" cy="49016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791200" y="4672387"/>
            <a:ext cx="2286000" cy="49016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69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-1"/>
            <a:ext cx="5029200" cy="5164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905000" y="1412269"/>
            <a:ext cx="1600200" cy="245081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505200" y="1428750"/>
            <a:ext cx="1600200" cy="245081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181600" y="1428750"/>
            <a:ext cx="1600200" cy="245081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905000" y="3164869"/>
            <a:ext cx="1600200" cy="245081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505200" y="3164869"/>
            <a:ext cx="1600200" cy="245081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181600" y="3164869"/>
            <a:ext cx="1600200" cy="245081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828800" y="4857750"/>
            <a:ext cx="1600200" cy="245081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505200" y="4857750"/>
            <a:ext cx="1600200" cy="245081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181600" y="4857750"/>
            <a:ext cx="1600200" cy="245081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880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922" y="742950"/>
            <a:ext cx="4828278" cy="382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810000" y="1945668"/>
            <a:ext cx="1066800" cy="1688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cashier</a:t>
            </a:r>
            <a:endParaRPr 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8200" y="2326668"/>
            <a:ext cx="1066800" cy="1688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salary</a:t>
            </a:r>
            <a:endParaRPr 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0" y="3105150"/>
            <a:ext cx="1066800" cy="1688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pilot</a:t>
            </a:r>
            <a:endParaRPr 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43400" y="3545868"/>
            <a:ext cx="1066800" cy="1688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quit</a:t>
            </a:r>
            <a:endParaRPr 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86200" y="3926868"/>
            <a:ext cx="1066800" cy="1688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musician</a:t>
            </a:r>
            <a:endParaRPr 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38600" y="4307868"/>
            <a:ext cx="1066800" cy="1688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h</a:t>
            </a:r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ire</a:t>
            </a:r>
            <a:endParaRPr 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42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-45300"/>
            <a:ext cx="4800600" cy="5199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286000" y="269268"/>
            <a:ext cx="1066800" cy="1688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secretary</a:t>
            </a:r>
            <a:endParaRPr 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81400" y="650268"/>
            <a:ext cx="1409700" cy="1688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j</a:t>
            </a:r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ob interview</a:t>
            </a:r>
            <a:endParaRPr 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9000" y="1488468"/>
            <a:ext cx="1752600" cy="1688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Waiter/ waitress</a:t>
            </a:r>
            <a:endParaRPr 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257800" y="1869468"/>
            <a:ext cx="1752600" cy="1688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work experience</a:t>
            </a:r>
            <a:endParaRPr 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0" y="2647950"/>
            <a:ext cx="1143000" cy="1688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commute</a:t>
            </a:r>
            <a:endParaRPr 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86200" y="3317268"/>
            <a:ext cx="1676400" cy="1688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photographer</a:t>
            </a:r>
            <a:endParaRPr 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352800" y="3867150"/>
            <a:ext cx="1676400" cy="1688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manager</a:t>
            </a:r>
            <a:endParaRPr 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91000" y="4307868"/>
            <a:ext cx="1676400" cy="1688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librarian</a:t>
            </a:r>
            <a:endParaRPr 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67000" y="4917468"/>
            <a:ext cx="1676400" cy="1688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reporter</a:t>
            </a:r>
            <a:endParaRPr 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79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2" name="Google Shape;1502;p54"/>
          <p:cNvGrpSpPr/>
          <p:nvPr/>
        </p:nvGrpSpPr>
        <p:grpSpPr>
          <a:xfrm>
            <a:off x="2313675" y="540000"/>
            <a:ext cx="6116400" cy="1567474"/>
            <a:chOff x="2313675" y="540000"/>
            <a:chExt cx="6116400" cy="1567474"/>
          </a:xfrm>
        </p:grpSpPr>
        <p:sp>
          <p:nvSpPr>
            <p:cNvPr id="1503" name="Google Shape;1503;p54"/>
            <p:cNvSpPr/>
            <p:nvPr/>
          </p:nvSpPr>
          <p:spPr>
            <a:xfrm>
              <a:off x="2313675" y="540000"/>
              <a:ext cx="6116400" cy="1364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54"/>
            <p:cNvSpPr/>
            <p:nvPr/>
          </p:nvSpPr>
          <p:spPr>
            <a:xfrm rot="-9903263">
              <a:off x="2643068" y="1802893"/>
              <a:ext cx="311746" cy="268961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1514;p55"/>
          <p:cNvSpPr txBox="1">
            <a:spLocks/>
          </p:cNvSpPr>
          <p:nvPr/>
        </p:nvSpPr>
        <p:spPr>
          <a:xfrm>
            <a:off x="3304500" y="739350"/>
            <a:ext cx="4239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rtan"/>
              <a:buNone/>
              <a:defRPr sz="3000" b="1" i="0" u="none" strike="noStrike" cap="none">
                <a:solidFill>
                  <a:schemeClr val="dk1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800" dirty="0" smtClean="0"/>
              <a:t>02</a:t>
            </a:r>
          </a:p>
          <a:p>
            <a:r>
              <a:rPr lang="en-US" sz="4800" dirty="0" smtClean="0"/>
              <a:t>SPEAKING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0" name="Google Shape;1090;p42"/>
          <p:cNvGrpSpPr/>
          <p:nvPr/>
        </p:nvGrpSpPr>
        <p:grpSpPr>
          <a:xfrm>
            <a:off x="2232525" y="445035"/>
            <a:ext cx="4777875" cy="1212315"/>
            <a:chOff x="2232675" y="540000"/>
            <a:chExt cx="4678800" cy="958065"/>
          </a:xfrm>
        </p:grpSpPr>
        <p:sp>
          <p:nvSpPr>
            <p:cNvPr id="1091" name="Google Shape;1091;p42"/>
            <p:cNvSpPr/>
            <p:nvPr/>
          </p:nvSpPr>
          <p:spPr>
            <a:xfrm>
              <a:off x="2232675" y="540000"/>
              <a:ext cx="4678800" cy="744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92" name="Google Shape;1092;p42"/>
            <p:cNvSpPr/>
            <p:nvPr/>
          </p:nvSpPr>
          <p:spPr>
            <a:xfrm rot="8997242">
              <a:off x="6310730" y="1169260"/>
              <a:ext cx="311567" cy="268811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2"/>
            <p:cNvSpPr/>
            <p:nvPr/>
          </p:nvSpPr>
          <p:spPr>
            <a:xfrm rot="-1802758">
              <a:off x="2569816" y="1097632"/>
              <a:ext cx="311567" cy="268811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2"/>
            <p:cNvSpPr/>
            <p:nvPr/>
          </p:nvSpPr>
          <p:spPr>
            <a:xfrm rot="3597242">
              <a:off x="4456986" y="1097631"/>
              <a:ext cx="311567" cy="268811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6" name="Google Shape;1096;p42"/>
          <p:cNvSpPr txBox="1">
            <a:spLocks noGrp="1"/>
          </p:cNvSpPr>
          <p:nvPr>
            <p:ph type="title"/>
          </p:nvPr>
        </p:nvSpPr>
        <p:spPr>
          <a:xfrm>
            <a:off x="2440375" y="649224"/>
            <a:ext cx="42633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DO </a:t>
            </a:r>
            <a:r>
              <a:rPr lang="en" dirty="0" smtClean="0"/>
              <a:t>YOU</a:t>
            </a:r>
            <a:r>
              <a:rPr lang="en" dirty="0" smtClean="0"/>
              <a:t> DO FOR A LIVING?</a:t>
            </a:r>
            <a:endParaRPr dirty="0"/>
          </a:p>
        </p:txBody>
      </p:sp>
      <p:sp>
        <p:nvSpPr>
          <p:cNvPr id="1097" name="Google Shape;1097;p42"/>
          <p:cNvSpPr txBox="1">
            <a:spLocks noGrp="1"/>
          </p:cNvSpPr>
          <p:nvPr>
            <p:ph type="subTitle" idx="2"/>
          </p:nvPr>
        </p:nvSpPr>
        <p:spPr>
          <a:xfrm>
            <a:off x="875550" y="2038350"/>
            <a:ext cx="2103000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 smtClean="0"/>
              <a:t>I’m a teacher</a:t>
            </a:r>
            <a:endParaRPr sz="2400" dirty="0"/>
          </a:p>
        </p:txBody>
      </p:sp>
      <p:sp>
        <p:nvSpPr>
          <p:cNvPr id="1099" name="Google Shape;1099;p42"/>
          <p:cNvSpPr txBox="1">
            <a:spLocks noGrp="1"/>
          </p:cNvSpPr>
          <p:nvPr>
            <p:ph type="subTitle" idx="4"/>
          </p:nvPr>
        </p:nvSpPr>
        <p:spPr>
          <a:xfrm>
            <a:off x="3526824" y="1809750"/>
            <a:ext cx="2188175" cy="10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/>
              <a:t>I</a:t>
            </a:r>
            <a:r>
              <a:rPr lang="en" sz="2400" dirty="0" smtClean="0"/>
              <a:t> work as an engineer</a:t>
            </a:r>
            <a:endParaRPr sz="2400" dirty="0"/>
          </a:p>
        </p:txBody>
      </p:sp>
      <p:sp>
        <p:nvSpPr>
          <p:cNvPr id="26" name="Google Shape;1099;p42"/>
          <p:cNvSpPr txBox="1">
            <a:spLocks noGrp="1"/>
          </p:cNvSpPr>
          <p:nvPr>
            <p:ph type="subTitle" idx="4"/>
          </p:nvPr>
        </p:nvSpPr>
        <p:spPr>
          <a:xfrm>
            <a:off x="6193825" y="1733550"/>
            <a:ext cx="2188175" cy="10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/>
              <a:t>I stay at home and look after my children</a:t>
            </a:r>
            <a:endParaRPr sz="2400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ubtitle 9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Google Shape;1099;p42"/>
          <p:cNvSpPr txBox="1">
            <a:spLocks noGrp="1"/>
          </p:cNvSpPr>
          <p:nvPr>
            <p:ph type="subTitle" idx="4"/>
          </p:nvPr>
        </p:nvSpPr>
        <p:spPr>
          <a:xfrm>
            <a:off x="783625" y="3486150"/>
            <a:ext cx="2188175" cy="10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/>
              <a:t>I</a:t>
            </a:r>
            <a:r>
              <a:rPr lang="en" sz="2400" dirty="0" smtClean="0"/>
              <a:t> work with computers</a:t>
            </a:r>
            <a:endParaRPr sz="2400" dirty="0"/>
          </a:p>
        </p:txBody>
      </p:sp>
      <p:sp>
        <p:nvSpPr>
          <p:cNvPr id="32" name="Google Shape;1099;p42"/>
          <p:cNvSpPr txBox="1">
            <a:spLocks noGrp="1"/>
          </p:cNvSpPr>
          <p:nvPr>
            <p:ph type="subTitle" idx="4"/>
          </p:nvPr>
        </p:nvSpPr>
        <p:spPr>
          <a:xfrm>
            <a:off x="3450625" y="3333750"/>
            <a:ext cx="2188175" cy="10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/>
              <a:t>I</a:t>
            </a:r>
            <a:r>
              <a:rPr lang="en" sz="2400" dirty="0" smtClean="0"/>
              <a:t> work with children  with disabilities</a:t>
            </a:r>
            <a:endParaRPr sz="2400" dirty="0"/>
          </a:p>
        </p:txBody>
      </p:sp>
      <p:sp>
        <p:nvSpPr>
          <p:cNvPr id="33" name="Google Shape;1099;p42"/>
          <p:cNvSpPr txBox="1">
            <a:spLocks noGrp="1"/>
          </p:cNvSpPr>
          <p:nvPr>
            <p:ph type="subTitle" idx="4"/>
          </p:nvPr>
        </p:nvSpPr>
        <p:spPr>
          <a:xfrm>
            <a:off x="6193825" y="3409950"/>
            <a:ext cx="2188175" cy="10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/>
              <a:t>I live by working as a nurse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7" grpId="0" build="p"/>
      <p:bldP spid="1099" grpId="0" build="p"/>
      <p:bldP spid="8" grpId="0" build="p"/>
      <p:bldP spid="31" grpId="0" build="p"/>
      <p:bldP spid="32" grpId="0" build="p"/>
      <p:bldP spid="3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6" name="Google Shape;1016;p41"/>
          <p:cNvGrpSpPr/>
          <p:nvPr/>
        </p:nvGrpSpPr>
        <p:grpSpPr>
          <a:xfrm>
            <a:off x="1764675" y="540000"/>
            <a:ext cx="5614800" cy="958065"/>
            <a:chOff x="1764675" y="540000"/>
            <a:chExt cx="5614800" cy="958065"/>
          </a:xfrm>
        </p:grpSpPr>
        <p:sp>
          <p:nvSpPr>
            <p:cNvPr id="1017" name="Google Shape;1017;p41"/>
            <p:cNvSpPr/>
            <p:nvPr/>
          </p:nvSpPr>
          <p:spPr>
            <a:xfrm>
              <a:off x="1764675" y="540000"/>
              <a:ext cx="5614800" cy="744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18" name="Google Shape;1018;p41"/>
            <p:cNvSpPr/>
            <p:nvPr/>
          </p:nvSpPr>
          <p:spPr>
            <a:xfrm rot="8997242">
              <a:off x="6076780" y="1169260"/>
              <a:ext cx="311567" cy="268811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1"/>
            <p:cNvSpPr/>
            <p:nvPr/>
          </p:nvSpPr>
          <p:spPr>
            <a:xfrm rot="-1802758">
              <a:off x="2837191" y="1119057"/>
              <a:ext cx="311567" cy="268811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0" name="Google Shape;1020;p41"/>
          <p:cNvSpPr/>
          <p:nvPr/>
        </p:nvSpPr>
        <p:spPr>
          <a:xfrm>
            <a:off x="4848575" y="1840450"/>
            <a:ext cx="2617800" cy="2763000"/>
          </a:xfrm>
          <a:prstGeom prst="roundRect">
            <a:avLst>
              <a:gd name="adj" fmla="val 17125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41"/>
          <p:cNvSpPr/>
          <p:nvPr/>
        </p:nvSpPr>
        <p:spPr>
          <a:xfrm>
            <a:off x="1676400" y="1840450"/>
            <a:ext cx="2617800" cy="2763000"/>
          </a:xfrm>
          <a:prstGeom prst="roundRect">
            <a:avLst>
              <a:gd name="adj" fmla="val 17125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3" name="Google Shape;1023;p41"/>
          <p:cNvSpPr txBox="1">
            <a:spLocks noGrp="1"/>
          </p:cNvSpPr>
          <p:nvPr>
            <p:ph type="title"/>
          </p:nvPr>
        </p:nvSpPr>
        <p:spPr>
          <a:xfrm>
            <a:off x="1804825" y="649224"/>
            <a:ext cx="5534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W</a:t>
            </a:r>
            <a:r>
              <a:rPr lang="en" dirty="0" smtClean="0"/>
              <a:t>HO DO YOU WORK FOR?</a:t>
            </a:r>
            <a:endParaRPr dirty="0"/>
          </a:p>
        </p:txBody>
      </p:sp>
      <p:sp>
        <p:nvSpPr>
          <p:cNvPr id="1024" name="Google Shape;1024;p41"/>
          <p:cNvSpPr txBox="1">
            <a:spLocks noGrp="1"/>
          </p:cNvSpPr>
          <p:nvPr>
            <p:ph type="subTitle" idx="2"/>
          </p:nvPr>
        </p:nvSpPr>
        <p:spPr>
          <a:xfrm>
            <a:off x="1832550" y="2647950"/>
            <a:ext cx="2313300" cy="10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smtClean="0"/>
              <a:t>I work for ABC agency</a:t>
            </a:r>
            <a:endParaRPr sz="2800" dirty="0"/>
          </a:p>
        </p:txBody>
      </p:sp>
      <p:grpSp>
        <p:nvGrpSpPr>
          <p:cNvPr id="1027" name="Google Shape;1027;p41"/>
          <p:cNvGrpSpPr/>
          <p:nvPr/>
        </p:nvGrpSpPr>
        <p:grpSpPr>
          <a:xfrm>
            <a:off x="2535784" y="1551204"/>
            <a:ext cx="914390" cy="923643"/>
            <a:chOff x="876175" y="2778850"/>
            <a:chExt cx="651600" cy="651600"/>
          </a:xfrm>
        </p:grpSpPr>
        <p:sp>
          <p:nvSpPr>
            <p:cNvPr id="1028" name="Google Shape;1028;p41"/>
            <p:cNvSpPr/>
            <p:nvPr/>
          </p:nvSpPr>
          <p:spPr>
            <a:xfrm>
              <a:off x="876175" y="2778850"/>
              <a:ext cx="651600" cy="6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9" name="Google Shape;1029;p41"/>
            <p:cNvGrpSpPr/>
            <p:nvPr/>
          </p:nvGrpSpPr>
          <p:grpSpPr>
            <a:xfrm>
              <a:off x="1047009" y="2888282"/>
              <a:ext cx="376752" cy="374468"/>
              <a:chOff x="2180884" y="2888719"/>
              <a:chExt cx="376752" cy="374468"/>
            </a:xfrm>
          </p:grpSpPr>
          <p:sp>
            <p:nvSpPr>
              <p:cNvPr id="1030" name="Google Shape;1030;p41"/>
              <p:cNvSpPr/>
              <p:nvPr/>
            </p:nvSpPr>
            <p:spPr>
              <a:xfrm>
                <a:off x="2180884" y="2954054"/>
                <a:ext cx="309395" cy="309133"/>
              </a:xfrm>
              <a:custGeom>
                <a:avLst/>
                <a:gdLst/>
                <a:ahLst/>
                <a:cxnLst/>
                <a:rect l="l" t="t" r="r" b="b"/>
                <a:pathLst>
                  <a:path w="11782" h="11772" extrusionOk="0">
                    <a:moveTo>
                      <a:pt x="5896" y="0"/>
                    </a:moveTo>
                    <a:cubicBezTo>
                      <a:pt x="2642" y="0"/>
                      <a:pt x="1" y="2632"/>
                      <a:pt x="1" y="5886"/>
                    </a:cubicBezTo>
                    <a:cubicBezTo>
                      <a:pt x="1" y="9140"/>
                      <a:pt x="2642" y="11772"/>
                      <a:pt x="5896" y="11772"/>
                    </a:cubicBezTo>
                    <a:cubicBezTo>
                      <a:pt x="9150" y="11772"/>
                      <a:pt x="11782" y="9140"/>
                      <a:pt x="11782" y="5886"/>
                    </a:cubicBezTo>
                    <a:cubicBezTo>
                      <a:pt x="11782" y="2632"/>
                      <a:pt x="9150" y="0"/>
                      <a:pt x="58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/>
              <p:cNvSpPr/>
              <p:nvPr/>
            </p:nvSpPr>
            <p:spPr>
              <a:xfrm>
                <a:off x="2465648" y="2888719"/>
                <a:ext cx="91989" cy="89993"/>
              </a:xfrm>
              <a:custGeom>
                <a:avLst/>
                <a:gdLst/>
                <a:ahLst/>
                <a:cxnLst/>
                <a:rect l="l" t="t" r="r" b="b"/>
                <a:pathLst>
                  <a:path w="3503" h="3427" extrusionOk="0">
                    <a:moveTo>
                      <a:pt x="2115" y="1"/>
                    </a:moveTo>
                    <a:cubicBezTo>
                      <a:pt x="2059" y="1"/>
                      <a:pt x="2001" y="21"/>
                      <a:pt x="1952" y="67"/>
                    </a:cubicBezTo>
                    <a:lnTo>
                      <a:pt x="211" y="1809"/>
                    </a:lnTo>
                    <a:cubicBezTo>
                      <a:pt x="77" y="1943"/>
                      <a:pt x="0" y="2125"/>
                      <a:pt x="0" y="2307"/>
                    </a:cubicBezTo>
                    <a:lnTo>
                      <a:pt x="0" y="3426"/>
                    </a:lnTo>
                    <a:lnTo>
                      <a:pt x="1120" y="3426"/>
                    </a:lnTo>
                    <a:cubicBezTo>
                      <a:pt x="1311" y="3426"/>
                      <a:pt x="1483" y="3350"/>
                      <a:pt x="1617" y="3216"/>
                    </a:cubicBezTo>
                    <a:lnTo>
                      <a:pt x="3369" y="1474"/>
                    </a:lnTo>
                    <a:cubicBezTo>
                      <a:pt x="3503" y="1321"/>
                      <a:pt x="3407" y="1082"/>
                      <a:pt x="3197" y="1072"/>
                    </a:cubicBezTo>
                    <a:lnTo>
                      <a:pt x="2354" y="1072"/>
                    </a:lnTo>
                    <a:lnTo>
                      <a:pt x="2354" y="230"/>
                    </a:lnTo>
                    <a:cubicBezTo>
                      <a:pt x="2348" y="93"/>
                      <a:pt x="2235" y="1"/>
                      <a:pt x="21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/>
              <p:cNvSpPr/>
              <p:nvPr/>
            </p:nvSpPr>
            <p:spPr>
              <a:xfrm>
                <a:off x="2465648" y="2888719"/>
                <a:ext cx="61842" cy="90229"/>
              </a:xfrm>
              <a:custGeom>
                <a:avLst/>
                <a:gdLst/>
                <a:ahLst/>
                <a:cxnLst/>
                <a:rect l="l" t="t" r="r" b="b"/>
                <a:pathLst>
                  <a:path w="2355" h="3436" extrusionOk="0">
                    <a:moveTo>
                      <a:pt x="2115" y="1"/>
                    </a:moveTo>
                    <a:cubicBezTo>
                      <a:pt x="2059" y="1"/>
                      <a:pt x="2001" y="21"/>
                      <a:pt x="1952" y="67"/>
                    </a:cubicBezTo>
                    <a:lnTo>
                      <a:pt x="211" y="1809"/>
                    </a:lnTo>
                    <a:cubicBezTo>
                      <a:pt x="77" y="1943"/>
                      <a:pt x="0" y="2125"/>
                      <a:pt x="0" y="2307"/>
                    </a:cubicBezTo>
                    <a:lnTo>
                      <a:pt x="0" y="3436"/>
                    </a:lnTo>
                    <a:lnTo>
                      <a:pt x="2354" y="1072"/>
                    </a:lnTo>
                    <a:lnTo>
                      <a:pt x="2354" y="230"/>
                    </a:lnTo>
                    <a:cubicBezTo>
                      <a:pt x="2348" y="93"/>
                      <a:pt x="2235" y="1"/>
                      <a:pt x="21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/>
              <p:cNvSpPr/>
              <p:nvPr/>
            </p:nvSpPr>
            <p:spPr>
              <a:xfrm>
                <a:off x="2218094" y="2991002"/>
                <a:ext cx="235263" cy="235263"/>
              </a:xfrm>
              <a:custGeom>
                <a:avLst/>
                <a:gdLst/>
                <a:ahLst/>
                <a:cxnLst/>
                <a:rect l="l" t="t" r="r" b="b"/>
                <a:pathLst>
                  <a:path w="8959" h="8959" extrusionOk="0">
                    <a:moveTo>
                      <a:pt x="4479" y="0"/>
                    </a:moveTo>
                    <a:cubicBezTo>
                      <a:pt x="2010" y="0"/>
                      <a:pt x="0" y="2010"/>
                      <a:pt x="0" y="4479"/>
                    </a:cubicBezTo>
                    <a:cubicBezTo>
                      <a:pt x="0" y="6948"/>
                      <a:pt x="2010" y="8958"/>
                      <a:pt x="4479" y="8958"/>
                    </a:cubicBezTo>
                    <a:cubicBezTo>
                      <a:pt x="6948" y="8958"/>
                      <a:pt x="8958" y="6948"/>
                      <a:pt x="8958" y="4479"/>
                    </a:cubicBezTo>
                    <a:cubicBezTo>
                      <a:pt x="8958" y="2010"/>
                      <a:pt x="6948" y="0"/>
                      <a:pt x="44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/>
              <p:cNvSpPr/>
              <p:nvPr/>
            </p:nvSpPr>
            <p:spPr>
              <a:xfrm>
                <a:off x="2249003" y="3021910"/>
                <a:ext cx="173185" cy="173421"/>
              </a:xfrm>
              <a:custGeom>
                <a:avLst/>
                <a:gdLst/>
                <a:ahLst/>
                <a:cxnLst/>
                <a:rect l="l" t="t" r="r" b="b"/>
                <a:pathLst>
                  <a:path w="6595" h="6604" extrusionOk="0">
                    <a:moveTo>
                      <a:pt x="3302" y="0"/>
                    </a:moveTo>
                    <a:cubicBezTo>
                      <a:pt x="1484" y="0"/>
                      <a:pt x="0" y="1484"/>
                      <a:pt x="0" y="3302"/>
                    </a:cubicBezTo>
                    <a:cubicBezTo>
                      <a:pt x="0" y="5121"/>
                      <a:pt x="1484" y="6604"/>
                      <a:pt x="3302" y="6604"/>
                    </a:cubicBezTo>
                    <a:cubicBezTo>
                      <a:pt x="5121" y="6604"/>
                      <a:pt x="6594" y="5121"/>
                      <a:pt x="6594" y="3302"/>
                    </a:cubicBezTo>
                    <a:cubicBezTo>
                      <a:pt x="6594" y="1484"/>
                      <a:pt x="5121" y="0"/>
                      <a:pt x="33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/>
              <p:cNvSpPr/>
              <p:nvPr/>
            </p:nvSpPr>
            <p:spPr>
              <a:xfrm>
                <a:off x="2286187" y="3059094"/>
                <a:ext cx="99053" cy="99053"/>
              </a:xfrm>
              <a:custGeom>
                <a:avLst/>
                <a:gdLst/>
                <a:ahLst/>
                <a:cxnLst/>
                <a:rect l="l" t="t" r="r" b="b"/>
                <a:pathLst>
                  <a:path w="3772" h="3772" extrusionOk="0">
                    <a:moveTo>
                      <a:pt x="1886" y="1"/>
                    </a:moveTo>
                    <a:cubicBezTo>
                      <a:pt x="843" y="1"/>
                      <a:pt x="1" y="843"/>
                      <a:pt x="1" y="1886"/>
                    </a:cubicBezTo>
                    <a:cubicBezTo>
                      <a:pt x="1" y="2929"/>
                      <a:pt x="843" y="3772"/>
                      <a:pt x="1886" y="3772"/>
                    </a:cubicBezTo>
                    <a:cubicBezTo>
                      <a:pt x="2929" y="3772"/>
                      <a:pt x="3772" y="2929"/>
                      <a:pt x="3772" y="1886"/>
                    </a:cubicBezTo>
                    <a:cubicBezTo>
                      <a:pt x="3772" y="843"/>
                      <a:pt x="2929" y="1"/>
                      <a:pt x="18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/>
              <p:cNvSpPr/>
              <p:nvPr/>
            </p:nvSpPr>
            <p:spPr>
              <a:xfrm>
                <a:off x="2317095" y="3090002"/>
                <a:ext cx="37237" cy="3723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418" extrusionOk="0">
                    <a:moveTo>
                      <a:pt x="709" y="1"/>
                    </a:moveTo>
                    <a:cubicBezTo>
                      <a:pt x="317" y="1"/>
                      <a:pt x="1" y="317"/>
                      <a:pt x="1" y="709"/>
                    </a:cubicBezTo>
                    <a:cubicBezTo>
                      <a:pt x="1" y="1102"/>
                      <a:pt x="317" y="1417"/>
                      <a:pt x="709" y="1417"/>
                    </a:cubicBezTo>
                    <a:cubicBezTo>
                      <a:pt x="1102" y="1417"/>
                      <a:pt x="1417" y="1102"/>
                      <a:pt x="1417" y="709"/>
                    </a:cubicBezTo>
                    <a:cubicBezTo>
                      <a:pt x="1417" y="317"/>
                      <a:pt x="1102" y="1"/>
                      <a:pt x="7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/>
              <p:cNvSpPr/>
              <p:nvPr/>
            </p:nvSpPr>
            <p:spPr>
              <a:xfrm>
                <a:off x="2326496" y="3073169"/>
                <a:ext cx="44668" cy="41570"/>
              </a:xfrm>
              <a:custGeom>
                <a:avLst/>
                <a:gdLst/>
                <a:ahLst/>
                <a:cxnLst/>
                <a:rect l="l" t="t" r="r" b="b"/>
                <a:pathLst>
                  <a:path w="1701" h="1583" extrusionOk="0">
                    <a:moveTo>
                      <a:pt x="1366" y="1"/>
                    </a:moveTo>
                    <a:lnTo>
                      <a:pt x="188" y="1178"/>
                    </a:lnTo>
                    <a:cubicBezTo>
                      <a:pt x="0" y="1306"/>
                      <a:pt x="215" y="1582"/>
                      <a:pt x="390" y="1582"/>
                    </a:cubicBezTo>
                    <a:cubicBezTo>
                      <a:pt x="437" y="1582"/>
                      <a:pt x="481" y="1562"/>
                      <a:pt x="514" y="1513"/>
                    </a:cubicBezTo>
                    <a:lnTo>
                      <a:pt x="1701" y="336"/>
                    </a:lnTo>
                    <a:lnTo>
                      <a:pt x="136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/>
              <p:cNvSpPr/>
              <p:nvPr/>
            </p:nvSpPr>
            <p:spPr>
              <a:xfrm>
                <a:off x="2355566" y="2901954"/>
                <a:ext cx="188704" cy="185080"/>
              </a:xfrm>
              <a:custGeom>
                <a:avLst/>
                <a:gdLst/>
                <a:ahLst/>
                <a:cxnLst/>
                <a:rect l="l" t="t" r="r" b="b"/>
                <a:pathLst>
                  <a:path w="7186" h="7048" extrusionOk="0">
                    <a:moveTo>
                      <a:pt x="6868" y="0"/>
                    </a:moveTo>
                    <a:cubicBezTo>
                      <a:pt x="6825" y="0"/>
                      <a:pt x="6780" y="13"/>
                      <a:pt x="6738" y="42"/>
                    </a:cubicBezTo>
                    <a:lnTo>
                      <a:pt x="134" y="6645"/>
                    </a:lnTo>
                    <a:cubicBezTo>
                      <a:pt x="0" y="6789"/>
                      <a:pt x="96" y="7038"/>
                      <a:pt x="306" y="7047"/>
                    </a:cubicBezTo>
                    <a:cubicBezTo>
                      <a:pt x="364" y="7047"/>
                      <a:pt x="421" y="7018"/>
                      <a:pt x="469" y="6980"/>
                    </a:cubicBezTo>
                    <a:lnTo>
                      <a:pt x="7063" y="377"/>
                    </a:lnTo>
                    <a:cubicBezTo>
                      <a:pt x="7186" y="201"/>
                      <a:pt x="7039" y="0"/>
                      <a:pt x="68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9" name="Google Shape;1039;p41"/>
          <p:cNvGrpSpPr/>
          <p:nvPr/>
        </p:nvGrpSpPr>
        <p:grpSpPr>
          <a:xfrm>
            <a:off x="5775364" y="1555834"/>
            <a:ext cx="914390" cy="914390"/>
            <a:chOff x="876175" y="3855000"/>
            <a:chExt cx="651600" cy="651600"/>
          </a:xfrm>
        </p:grpSpPr>
        <p:sp>
          <p:nvSpPr>
            <p:cNvPr id="1040" name="Google Shape;1040;p41"/>
            <p:cNvSpPr/>
            <p:nvPr/>
          </p:nvSpPr>
          <p:spPr>
            <a:xfrm>
              <a:off x="876175" y="3855000"/>
              <a:ext cx="651600" cy="6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1" name="Google Shape;1041;p41"/>
            <p:cNvGrpSpPr/>
            <p:nvPr/>
          </p:nvGrpSpPr>
          <p:grpSpPr>
            <a:xfrm>
              <a:off x="1009934" y="4010899"/>
              <a:ext cx="384037" cy="339804"/>
              <a:chOff x="6221064" y="3811049"/>
              <a:chExt cx="364673" cy="339804"/>
            </a:xfrm>
          </p:grpSpPr>
          <p:sp>
            <p:nvSpPr>
              <p:cNvPr id="1042" name="Google Shape;1042;p41"/>
              <p:cNvSpPr/>
              <p:nvPr/>
            </p:nvSpPr>
            <p:spPr>
              <a:xfrm>
                <a:off x="6277838" y="4054558"/>
                <a:ext cx="45272" cy="45272"/>
              </a:xfrm>
              <a:custGeom>
                <a:avLst/>
                <a:gdLst/>
                <a:ahLst/>
                <a:cxnLst/>
                <a:rect l="l" t="t" r="r" b="b"/>
                <a:pathLst>
                  <a:path w="1724" h="1724" extrusionOk="0">
                    <a:moveTo>
                      <a:pt x="211" y="1"/>
                    </a:moveTo>
                    <a:cubicBezTo>
                      <a:pt x="97" y="1"/>
                      <a:pt x="1" y="96"/>
                      <a:pt x="1" y="221"/>
                    </a:cubicBezTo>
                    <a:lnTo>
                      <a:pt x="1" y="1513"/>
                    </a:lnTo>
                    <a:cubicBezTo>
                      <a:pt x="1" y="1628"/>
                      <a:pt x="97" y="1723"/>
                      <a:pt x="211" y="1723"/>
                    </a:cubicBezTo>
                    <a:lnTo>
                      <a:pt x="1513" y="1723"/>
                    </a:lnTo>
                    <a:cubicBezTo>
                      <a:pt x="1628" y="1723"/>
                      <a:pt x="1724" y="1628"/>
                      <a:pt x="1724" y="1513"/>
                    </a:cubicBezTo>
                    <a:lnTo>
                      <a:pt x="1724" y="221"/>
                    </a:lnTo>
                    <a:cubicBezTo>
                      <a:pt x="1724" y="96"/>
                      <a:pt x="1628" y="1"/>
                      <a:pt x="151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/>
              <p:cNvSpPr/>
              <p:nvPr/>
            </p:nvSpPr>
            <p:spPr>
              <a:xfrm>
                <a:off x="6426890" y="3935679"/>
                <a:ext cx="105828" cy="90728"/>
              </a:xfrm>
              <a:custGeom>
                <a:avLst/>
                <a:gdLst/>
                <a:ahLst/>
                <a:cxnLst/>
                <a:rect l="l" t="t" r="r" b="b"/>
                <a:pathLst>
                  <a:path w="4030" h="3455" extrusionOk="0">
                    <a:moveTo>
                      <a:pt x="2307" y="1"/>
                    </a:moveTo>
                    <a:cubicBezTo>
                      <a:pt x="766" y="1"/>
                      <a:pt x="0" y="1858"/>
                      <a:pt x="1082" y="2949"/>
                    </a:cubicBezTo>
                    <a:cubicBezTo>
                      <a:pt x="1434" y="3298"/>
                      <a:pt x="1866" y="3454"/>
                      <a:pt x="2290" y="3454"/>
                    </a:cubicBezTo>
                    <a:cubicBezTo>
                      <a:pt x="3178" y="3454"/>
                      <a:pt x="4029" y="2767"/>
                      <a:pt x="4029" y="1724"/>
                    </a:cubicBezTo>
                    <a:cubicBezTo>
                      <a:pt x="4029" y="767"/>
                      <a:pt x="3264" y="1"/>
                      <a:pt x="230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/>
              <p:cNvSpPr/>
              <p:nvPr/>
            </p:nvSpPr>
            <p:spPr>
              <a:xfrm>
                <a:off x="6306251" y="3833659"/>
                <a:ext cx="153070" cy="294585"/>
              </a:xfrm>
              <a:custGeom>
                <a:avLst/>
                <a:gdLst/>
                <a:ahLst/>
                <a:cxnLst/>
                <a:rect l="l" t="t" r="r" b="b"/>
                <a:pathLst>
                  <a:path w="5829" h="11218" extrusionOk="0">
                    <a:moveTo>
                      <a:pt x="5603" y="1"/>
                    </a:moveTo>
                    <a:cubicBezTo>
                      <a:pt x="5530" y="1"/>
                      <a:pt x="5464" y="39"/>
                      <a:pt x="5427" y="106"/>
                    </a:cubicBezTo>
                    <a:cubicBezTo>
                      <a:pt x="5015" y="756"/>
                      <a:pt x="4527" y="1359"/>
                      <a:pt x="3972" y="1895"/>
                    </a:cubicBezTo>
                    <a:cubicBezTo>
                      <a:pt x="3139" y="2709"/>
                      <a:pt x="1819" y="3666"/>
                      <a:pt x="211" y="3666"/>
                    </a:cubicBezTo>
                    <a:cubicBezTo>
                      <a:pt x="96" y="3666"/>
                      <a:pt x="0" y="3761"/>
                      <a:pt x="0" y="3876"/>
                    </a:cubicBezTo>
                    <a:lnTo>
                      <a:pt x="0" y="7331"/>
                    </a:lnTo>
                    <a:cubicBezTo>
                      <a:pt x="0" y="7456"/>
                      <a:pt x="96" y="7551"/>
                      <a:pt x="211" y="7551"/>
                    </a:cubicBezTo>
                    <a:cubicBezTo>
                      <a:pt x="1809" y="7551"/>
                      <a:pt x="3139" y="8508"/>
                      <a:pt x="3972" y="9312"/>
                    </a:cubicBezTo>
                    <a:cubicBezTo>
                      <a:pt x="4527" y="9848"/>
                      <a:pt x="5015" y="10451"/>
                      <a:pt x="5427" y="11111"/>
                    </a:cubicBezTo>
                    <a:cubicBezTo>
                      <a:pt x="5467" y="11185"/>
                      <a:pt x="5535" y="11217"/>
                      <a:pt x="5604" y="11217"/>
                    </a:cubicBezTo>
                    <a:cubicBezTo>
                      <a:pt x="5716" y="11217"/>
                      <a:pt x="5829" y="11132"/>
                      <a:pt x="5829" y="10997"/>
                    </a:cubicBezTo>
                    <a:lnTo>
                      <a:pt x="5829" y="211"/>
                    </a:lnTo>
                    <a:cubicBezTo>
                      <a:pt x="5829" y="115"/>
                      <a:pt x="5762" y="29"/>
                      <a:pt x="5666" y="10"/>
                    </a:cubicBezTo>
                    <a:cubicBezTo>
                      <a:pt x="5645" y="4"/>
                      <a:pt x="5624" y="1"/>
                      <a:pt x="560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/>
              <p:cNvSpPr/>
              <p:nvPr/>
            </p:nvSpPr>
            <p:spPr>
              <a:xfrm>
                <a:off x="6447740" y="3811049"/>
                <a:ext cx="45509" cy="339804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12940" extrusionOk="0">
                    <a:moveTo>
                      <a:pt x="221" y="0"/>
                    </a:moveTo>
                    <a:cubicBezTo>
                      <a:pt x="96" y="0"/>
                      <a:pt x="0" y="96"/>
                      <a:pt x="0" y="211"/>
                    </a:cubicBezTo>
                    <a:lnTo>
                      <a:pt x="0" y="12728"/>
                    </a:lnTo>
                    <a:cubicBezTo>
                      <a:pt x="0" y="12843"/>
                      <a:pt x="96" y="12939"/>
                      <a:pt x="221" y="12939"/>
                    </a:cubicBezTo>
                    <a:lnTo>
                      <a:pt x="1513" y="12939"/>
                    </a:lnTo>
                    <a:cubicBezTo>
                      <a:pt x="1627" y="12939"/>
                      <a:pt x="1733" y="12843"/>
                      <a:pt x="1733" y="12728"/>
                    </a:cubicBezTo>
                    <a:lnTo>
                      <a:pt x="1733" y="211"/>
                    </a:lnTo>
                    <a:cubicBezTo>
                      <a:pt x="1733" y="96"/>
                      <a:pt x="1627" y="0"/>
                      <a:pt x="15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41"/>
              <p:cNvSpPr/>
              <p:nvPr/>
            </p:nvSpPr>
            <p:spPr>
              <a:xfrm>
                <a:off x="6221300" y="3929902"/>
                <a:ext cx="45272" cy="102073"/>
              </a:xfrm>
              <a:custGeom>
                <a:avLst/>
                <a:gdLst/>
                <a:ahLst/>
                <a:cxnLst/>
                <a:rect l="l" t="t" r="r" b="b"/>
                <a:pathLst>
                  <a:path w="1724" h="3887" extrusionOk="0">
                    <a:moveTo>
                      <a:pt x="1072" y="1"/>
                    </a:moveTo>
                    <a:cubicBezTo>
                      <a:pt x="479" y="1"/>
                      <a:pt x="1" y="479"/>
                      <a:pt x="1" y="1082"/>
                    </a:cubicBezTo>
                    <a:lnTo>
                      <a:pt x="1" y="2814"/>
                    </a:lnTo>
                    <a:cubicBezTo>
                      <a:pt x="1" y="3408"/>
                      <a:pt x="479" y="3886"/>
                      <a:pt x="1072" y="3886"/>
                    </a:cubicBezTo>
                    <a:lnTo>
                      <a:pt x="1503" y="3886"/>
                    </a:lnTo>
                    <a:cubicBezTo>
                      <a:pt x="1628" y="3886"/>
                      <a:pt x="1723" y="3791"/>
                      <a:pt x="1723" y="3676"/>
                    </a:cubicBezTo>
                    <a:lnTo>
                      <a:pt x="1723" y="221"/>
                    </a:lnTo>
                    <a:cubicBezTo>
                      <a:pt x="1723" y="96"/>
                      <a:pt x="1628" y="1"/>
                      <a:pt x="150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41"/>
              <p:cNvSpPr/>
              <p:nvPr/>
            </p:nvSpPr>
            <p:spPr>
              <a:xfrm>
                <a:off x="6221064" y="3935180"/>
                <a:ext cx="45509" cy="96794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3686" extrusionOk="0">
                    <a:moveTo>
                      <a:pt x="459" y="1"/>
                    </a:moveTo>
                    <a:lnTo>
                      <a:pt x="459" y="1"/>
                    </a:lnTo>
                    <a:cubicBezTo>
                      <a:pt x="172" y="202"/>
                      <a:pt x="0" y="527"/>
                      <a:pt x="0" y="881"/>
                    </a:cubicBezTo>
                    <a:lnTo>
                      <a:pt x="0" y="2613"/>
                    </a:lnTo>
                    <a:cubicBezTo>
                      <a:pt x="0" y="3207"/>
                      <a:pt x="488" y="3685"/>
                      <a:pt x="1081" y="3685"/>
                    </a:cubicBezTo>
                    <a:lnTo>
                      <a:pt x="1512" y="3685"/>
                    </a:lnTo>
                    <a:cubicBezTo>
                      <a:pt x="1627" y="3685"/>
                      <a:pt x="1732" y="3590"/>
                      <a:pt x="1732" y="3475"/>
                    </a:cubicBezTo>
                    <a:lnTo>
                      <a:pt x="1732" y="3035"/>
                    </a:lnTo>
                    <a:lnTo>
                      <a:pt x="1081" y="3035"/>
                    </a:lnTo>
                    <a:cubicBezTo>
                      <a:pt x="727" y="3035"/>
                      <a:pt x="440" y="2747"/>
                      <a:pt x="440" y="2393"/>
                    </a:cubicBezTo>
                    <a:lnTo>
                      <a:pt x="440" y="240"/>
                    </a:lnTo>
                    <a:cubicBezTo>
                      <a:pt x="431" y="154"/>
                      <a:pt x="440" y="77"/>
                      <a:pt x="4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41"/>
              <p:cNvSpPr/>
              <p:nvPr/>
            </p:nvSpPr>
            <p:spPr>
              <a:xfrm>
                <a:off x="6260769" y="3929902"/>
                <a:ext cx="56800" cy="102073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3887" extrusionOk="0">
                    <a:moveTo>
                      <a:pt x="0" y="1"/>
                    </a:moveTo>
                    <a:lnTo>
                      <a:pt x="0" y="3886"/>
                    </a:lnTo>
                    <a:lnTo>
                      <a:pt x="2163" y="3886"/>
                    </a:lnTo>
                    <a:lnTo>
                      <a:pt x="21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41"/>
              <p:cNvSpPr/>
              <p:nvPr/>
            </p:nvSpPr>
            <p:spPr>
              <a:xfrm>
                <a:off x="6260769" y="4031686"/>
                <a:ext cx="56800" cy="90755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3456" extrusionOk="0">
                    <a:moveTo>
                      <a:pt x="10" y="1"/>
                    </a:moveTo>
                    <a:lnTo>
                      <a:pt x="0" y="3245"/>
                    </a:lnTo>
                    <a:cubicBezTo>
                      <a:pt x="0" y="3360"/>
                      <a:pt x="96" y="3456"/>
                      <a:pt x="220" y="3456"/>
                    </a:cubicBezTo>
                    <a:lnTo>
                      <a:pt x="1082" y="3456"/>
                    </a:lnTo>
                    <a:cubicBezTo>
                      <a:pt x="1177" y="3456"/>
                      <a:pt x="1263" y="3389"/>
                      <a:pt x="1292" y="3293"/>
                    </a:cubicBezTo>
                    <a:lnTo>
                      <a:pt x="216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41"/>
              <p:cNvSpPr/>
              <p:nvPr/>
            </p:nvSpPr>
            <p:spPr>
              <a:xfrm>
                <a:off x="6553542" y="3975148"/>
                <a:ext cx="32195" cy="11581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441" extrusionOk="0">
                    <a:moveTo>
                      <a:pt x="288" y="0"/>
                    </a:moveTo>
                    <a:cubicBezTo>
                      <a:pt x="1" y="0"/>
                      <a:pt x="1" y="441"/>
                      <a:pt x="288" y="441"/>
                    </a:cubicBezTo>
                    <a:lnTo>
                      <a:pt x="938" y="441"/>
                    </a:lnTo>
                    <a:cubicBezTo>
                      <a:pt x="1226" y="441"/>
                      <a:pt x="1226" y="0"/>
                      <a:pt x="9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41"/>
              <p:cNvSpPr/>
              <p:nvPr/>
            </p:nvSpPr>
            <p:spPr>
              <a:xfrm>
                <a:off x="6532192" y="3911100"/>
                <a:ext cx="27442" cy="23608"/>
              </a:xfrm>
              <a:custGeom>
                <a:avLst/>
                <a:gdLst/>
                <a:ahLst/>
                <a:cxnLst/>
                <a:rect l="l" t="t" r="r" b="b"/>
                <a:pathLst>
                  <a:path w="1045" h="899" extrusionOk="0">
                    <a:moveTo>
                      <a:pt x="732" y="0"/>
                    </a:moveTo>
                    <a:cubicBezTo>
                      <a:pt x="682" y="0"/>
                      <a:pt x="630" y="20"/>
                      <a:pt x="584" y="66"/>
                    </a:cubicBezTo>
                    <a:lnTo>
                      <a:pt x="124" y="525"/>
                    </a:lnTo>
                    <a:cubicBezTo>
                      <a:pt x="0" y="659"/>
                      <a:pt x="86" y="889"/>
                      <a:pt x="278" y="899"/>
                    </a:cubicBezTo>
                    <a:cubicBezTo>
                      <a:pt x="335" y="889"/>
                      <a:pt x="392" y="870"/>
                      <a:pt x="431" y="832"/>
                    </a:cubicBezTo>
                    <a:lnTo>
                      <a:pt x="890" y="372"/>
                    </a:lnTo>
                    <a:cubicBezTo>
                      <a:pt x="1045" y="218"/>
                      <a:pt x="899" y="0"/>
                      <a:pt x="7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41"/>
              <p:cNvSpPr/>
              <p:nvPr/>
            </p:nvSpPr>
            <p:spPr>
              <a:xfrm>
                <a:off x="6531221" y="4027327"/>
                <a:ext cx="27626" cy="23503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895" extrusionOk="0">
                    <a:moveTo>
                      <a:pt x="310" y="0"/>
                    </a:moveTo>
                    <a:cubicBezTo>
                      <a:pt x="141" y="0"/>
                      <a:pt x="1" y="217"/>
                      <a:pt x="161" y="377"/>
                    </a:cubicBezTo>
                    <a:lnTo>
                      <a:pt x="621" y="827"/>
                    </a:lnTo>
                    <a:cubicBezTo>
                      <a:pt x="659" y="875"/>
                      <a:pt x="707" y="894"/>
                      <a:pt x="774" y="894"/>
                    </a:cubicBezTo>
                    <a:cubicBezTo>
                      <a:pt x="956" y="894"/>
                      <a:pt x="1051" y="664"/>
                      <a:pt x="918" y="530"/>
                    </a:cubicBezTo>
                    <a:lnTo>
                      <a:pt x="468" y="71"/>
                    </a:lnTo>
                    <a:cubicBezTo>
                      <a:pt x="418" y="21"/>
                      <a:pt x="363" y="0"/>
                      <a:pt x="31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3" name="Google Shape;1053;p41"/>
          <p:cNvGrpSpPr/>
          <p:nvPr/>
        </p:nvGrpSpPr>
        <p:grpSpPr>
          <a:xfrm>
            <a:off x="7314127" y="2415487"/>
            <a:ext cx="1079198" cy="2176323"/>
            <a:chOff x="3110602" y="1984212"/>
            <a:chExt cx="1079198" cy="2176323"/>
          </a:xfrm>
        </p:grpSpPr>
        <p:grpSp>
          <p:nvGrpSpPr>
            <p:cNvPr id="1054" name="Google Shape;1054;p41"/>
            <p:cNvGrpSpPr/>
            <p:nvPr/>
          </p:nvGrpSpPr>
          <p:grpSpPr>
            <a:xfrm>
              <a:off x="3110602" y="1984212"/>
              <a:ext cx="1043840" cy="2171849"/>
              <a:chOff x="2580725" y="238000"/>
              <a:chExt cx="2493050" cy="5187125"/>
            </a:xfrm>
          </p:grpSpPr>
          <p:sp>
            <p:nvSpPr>
              <p:cNvPr id="1055" name="Google Shape;1055;p41"/>
              <p:cNvSpPr/>
              <p:nvPr/>
            </p:nvSpPr>
            <p:spPr>
              <a:xfrm>
                <a:off x="4534000" y="2466225"/>
                <a:ext cx="304400" cy="430100"/>
              </a:xfrm>
              <a:custGeom>
                <a:avLst/>
                <a:gdLst/>
                <a:ahLst/>
                <a:cxnLst/>
                <a:rect l="l" t="t" r="r" b="b"/>
                <a:pathLst>
                  <a:path w="12176" h="17204" extrusionOk="0">
                    <a:moveTo>
                      <a:pt x="3007" y="0"/>
                    </a:moveTo>
                    <a:cubicBezTo>
                      <a:pt x="2662" y="3253"/>
                      <a:pt x="0" y="12570"/>
                      <a:pt x="542" y="12964"/>
                    </a:cubicBezTo>
                    <a:cubicBezTo>
                      <a:pt x="570" y="12982"/>
                      <a:pt x="598" y="12990"/>
                      <a:pt x="628" y="12990"/>
                    </a:cubicBezTo>
                    <a:cubicBezTo>
                      <a:pt x="1149" y="12990"/>
                      <a:pt x="1982" y="10417"/>
                      <a:pt x="2391" y="10417"/>
                    </a:cubicBezTo>
                    <a:cubicBezTo>
                      <a:pt x="2418" y="10417"/>
                      <a:pt x="2442" y="10428"/>
                      <a:pt x="2465" y="10450"/>
                    </a:cubicBezTo>
                    <a:cubicBezTo>
                      <a:pt x="2859" y="10894"/>
                      <a:pt x="1726" y="16021"/>
                      <a:pt x="2366" y="16218"/>
                    </a:cubicBezTo>
                    <a:cubicBezTo>
                      <a:pt x="2394" y="16229"/>
                      <a:pt x="2422" y="16234"/>
                      <a:pt x="2450" y="16234"/>
                    </a:cubicBezTo>
                    <a:cubicBezTo>
                      <a:pt x="3308" y="16234"/>
                      <a:pt x="4141" y="11241"/>
                      <a:pt x="4141" y="11239"/>
                    </a:cubicBezTo>
                    <a:lnTo>
                      <a:pt x="4141" y="11239"/>
                    </a:lnTo>
                    <a:cubicBezTo>
                      <a:pt x="4141" y="11241"/>
                      <a:pt x="3451" y="17105"/>
                      <a:pt x="4289" y="17204"/>
                    </a:cubicBezTo>
                    <a:cubicBezTo>
                      <a:pt x="4930" y="17204"/>
                      <a:pt x="5620" y="12767"/>
                      <a:pt x="6162" y="11091"/>
                    </a:cubicBezTo>
                    <a:lnTo>
                      <a:pt x="6162" y="11091"/>
                    </a:lnTo>
                    <a:cubicBezTo>
                      <a:pt x="5817" y="12964"/>
                      <a:pt x="5718" y="16021"/>
                      <a:pt x="6310" y="16119"/>
                    </a:cubicBezTo>
                    <a:cubicBezTo>
                      <a:pt x="6315" y="16120"/>
                      <a:pt x="6320" y="16120"/>
                      <a:pt x="6325" y="16120"/>
                    </a:cubicBezTo>
                    <a:cubicBezTo>
                      <a:pt x="6960" y="16120"/>
                      <a:pt x="7547" y="13094"/>
                      <a:pt x="8084" y="10845"/>
                    </a:cubicBezTo>
                    <a:lnTo>
                      <a:pt x="8084" y="10845"/>
                    </a:lnTo>
                    <a:cubicBezTo>
                      <a:pt x="7838" y="12274"/>
                      <a:pt x="7592" y="14986"/>
                      <a:pt x="8183" y="15035"/>
                    </a:cubicBezTo>
                    <a:cubicBezTo>
                      <a:pt x="8185" y="15035"/>
                      <a:pt x="8187" y="15035"/>
                      <a:pt x="8189" y="15035"/>
                    </a:cubicBezTo>
                    <a:cubicBezTo>
                      <a:pt x="8787" y="15035"/>
                      <a:pt x="10653" y="7815"/>
                      <a:pt x="12176" y="986"/>
                    </a:cubicBezTo>
                    <a:lnTo>
                      <a:pt x="3007" y="0"/>
                    </a:lnTo>
                    <a:close/>
                  </a:path>
                </a:pathLst>
              </a:custGeom>
              <a:solidFill>
                <a:srgbClr val="F49C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41"/>
              <p:cNvSpPr/>
              <p:nvPr/>
            </p:nvSpPr>
            <p:spPr>
              <a:xfrm>
                <a:off x="4499500" y="1344775"/>
                <a:ext cx="574275" cy="1337125"/>
              </a:xfrm>
              <a:custGeom>
                <a:avLst/>
                <a:gdLst/>
                <a:ahLst/>
                <a:cxnLst/>
                <a:rect l="l" t="t" r="r" b="b"/>
                <a:pathLst>
                  <a:path w="22971" h="53485" extrusionOk="0">
                    <a:moveTo>
                      <a:pt x="15035" y="0"/>
                    </a:moveTo>
                    <a:lnTo>
                      <a:pt x="0" y="3895"/>
                    </a:lnTo>
                    <a:lnTo>
                      <a:pt x="8577" y="23662"/>
                    </a:lnTo>
                    <a:cubicBezTo>
                      <a:pt x="8577" y="23662"/>
                      <a:pt x="2613" y="48999"/>
                      <a:pt x="2613" y="50034"/>
                    </a:cubicBezTo>
                    <a:cubicBezTo>
                      <a:pt x="2613" y="51118"/>
                      <a:pt x="11190" y="53485"/>
                      <a:pt x="11190" y="53485"/>
                    </a:cubicBezTo>
                    <a:cubicBezTo>
                      <a:pt x="11190" y="53485"/>
                      <a:pt x="22971" y="29380"/>
                      <a:pt x="21098" y="15183"/>
                    </a:cubicBezTo>
                    <a:cubicBezTo>
                      <a:pt x="20358" y="9415"/>
                      <a:pt x="15035" y="0"/>
                      <a:pt x="15035" y="0"/>
                    </a:cubicBezTo>
                    <a:close/>
                  </a:path>
                </a:pathLst>
              </a:custGeom>
              <a:solidFill>
                <a:srgbClr val="F49C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41"/>
              <p:cNvSpPr/>
              <p:nvPr/>
            </p:nvSpPr>
            <p:spPr>
              <a:xfrm>
                <a:off x="3960950" y="573325"/>
                <a:ext cx="299475" cy="319875"/>
              </a:xfrm>
              <a:custGeom>
                <a:avLst/>
                <a:gdLst/>
                <a:ahLst/>
                <a:cxnLst/>
                <a:rect l="l" t="t" r="r" b="b"/>
                <a:pathLst>
                  <a:path w="11979" h="12795" extrusionOk="0">
                    <a:moveTo>
                      <a:pt x="10845" y="0"/>
                    </a:moveTo>
                    <a:lnTo>
                      <a:pt x="691" y="2958"/>
                    </a:lnTo>
                    <a:lnTo>
                      <a:pt x="1" y="9908"/>
                    </a:lnTo>
                    <a:cubicBezTo>
                      <a:pt x="2028" y="12095"/>
                      <a:pt x="4151" y="12794"/>
                      <a:pt x="6037" y="12794"/>
                    </a:cubicBezTo>
                    <a:cubicBezTo>
                      <a:pt x="9380" y="12794"/>
                      <a:pt x="11979" y="10598"/>
                      <a:pt x="11979" y="10598"/>
                    </a:cubicBezTo>
                    <a:lnTo>
                      <a:pt x="10845" y="0"/>
                    </a:lnTo>
                    <a:close/>
                  </a:path>
                </a:pathLst>
              </a:custGeom>
              <a:solidFill>
                <a:srgbClr val="F49C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41"/>
              <p:cNvSpPr/>
              <p:nvPr/>
            </p:nvSpPr>
            <p:spPr>
              <a:xfrm>
                <a:off x="3838950" y="307050"/>
                <a:ext cx="420250" cy="387350"/>
              </a:xfrm>
              <a:custGeom>
                <a:avLst/>
                <a:gdLst/>
                <a:ahLst/>
                <a:cxnLst/>
                <a:rect l="l" t="t" r="r" b="b"/>
                <a:pathLst>
                  <a:path w="16810" h="15494" extrusionOk="0">
                    <a:moveTo>
                      <a:pt x="7031" y="1"/>
                    </a:moveTo>
                    <a:cubicBezTo>
                      <a:pt x="6915" y="1"/>
                      <a:pt x="6852" y="3"/>
                      <a:pt x="6852" y="3"/>
                    </a:cubicBezTo>
                    <a:cubicBezTo>
                      <a:pt x="6852" y="3"/>
                      <a:pt x="0" y="9468"/>
                      <a:pt x="2810" y="13017"/>
                    </a:cubicBezTo>
                    <a:cubicBezTo>
                      <a:pt x="4170" y="14766"/>
                      <a:pt x="6977" y="15493"/>
                      <a:pt x="9217" y="15493"/>
                    </a:cubicBezTo>
                    <a:cubicBezTo>
                      <a:pt x="10388" y="15493"/>
                      <a:pt x="11404" y="15295"/>
                      <a:pt x="11979" y="14940"/>
                    </a:cubicBezTo>
                    <a:cubicBezTo>
                      <a:pt x="12373" y="12968"/>
                      <a:pt x="16810" y="6560"/>
                      <a:pt x="16070" y="5130"/>
                    </a:cubicBezTo>
                    <a:cubicBezTo>
                      <a:pt x="13626" y="241"/>
                      <a:pt x="8096" y="1"/>
                      <a:pt x="7031" y="1"/>
                    </a:cubicBezTo>
                    <a:close/>
                  </a:path>
                </a:pathLst>
              </a:custGeom>
              <a:solidFill>
                <a:srgbClr val="F49C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41"/>
              <p:cNvSpPr/>
              <p:nvPr/>
            </p:nvSpPr>
            <p:spPr>
              <a:xfrm>
                <a:off x="3925200" y="238000"/>
                <a:ext cx="410400" cy="437900"/>
              </a:xfrm>
              <a:custGeom>
                <a:avLst/>
                <a:gdLst/>
                <a:ahLst/>
                <a:cxnLst/>
                <a:rect l="l" t="t" r="r" b="b"/>
                <a:pathLst>
                  <a:path w="16416" h="17516" extrusionOk="0">
                    <a:moveTo>
                      <a:pt x="1583" y="0"/>
                    </a:moveTo>
                    <a:cubicBezTo>
                      <a:pt x="1166" y="0"/>
                      <a:pt x="816" y="89"/>
                      <a:pt x="642" y="399"/>
                    </a:cubicBezTo>
                    <a:cubicBezTo>
                      <a:pt x="100" y="1484"/>
                      <a:pt x="1" y="3653"/>
                      <a:pt x="1036" y="4589"/>
                    </a:cubicBezTo>
                    <a:cubicBezTo>
                      <a:pt x="1628" y="5132"/>
                      <a:pt x="2416" y="5477"/>
                      <a:pt x="3205" y="5625"/>
                    </a:cubicBezTo>
                    <a:cubicBezTo>
                      <a:pt x="4437" y="5871"/>
                      <a:pt x="5670" y="7054"/>
                      <a:pt x="5078" y="8336"/>
                    </a:cubicBezTo>
                    <a:cubicBezTo>
                      <a:pt x="4881" y="8681"/>
                      <a:pt x="4487" y="9272"/>
                      <a:pt x="4733" y="9519"/>
                    </a:cubicBezTo>
                    <a:cubicBezTo>
                      <a:pt x="4980" y="9667"/>
                      <a:pt x="5226" y="9815"/>
                      <a:pt x="5473" y="9913"/>
                    </a:cubicBezTo>
                    <a:cubicBezTo>
                      <a:pt x="5966" y="10160"/>
                      <a:pt x="5916" y="10899"/>
                      <a:pt x="5621" y="11392"/>
                    </a:cubicBezTo>
                    <a:cubicBezTo>
                      <a:pt x="5325" y="11836"/>
                      <a:pt x="5473" y="12378"/>
                      <a:pt x="5177" y="12822"/>
                    </a:cubicBezTo>
                    <a:cubicBezTo>
                      <a:pt x="4437" y="13906"/>
                      <a:pt x="5275" y="15878"/>
                      <a:pt x="6409" y="16568"/>
                    </a:cubicBezTo>
                    <a:cubicBezTo>
                      <a:pt x="7044" y="16980"/>
                      <a:pt x="8619" y="17516"/>
                      <a:pt x="10304" y="17516"/>
                    </a:cubicBezTo>
                    <a:cubicBezTo>
                      <a:pt x="11237" y="17516"/>
                      <a:pt x="12204" y="17352"/>
                      <a:pt x="13064" y="16913"/>
                    </a:cubicBezTo>
                    <a:cubicBezTo>
                      <a:pt x="15134" y="15828"/>
                      <a:pt x="16367" y="12920"/>
                      <a:pt x="16416" y="7646"/>
                    </a:cubicBezTo>
                    <a:cubicBezTo>
                      <a:pt x="16368" y="5695"/>
                      <a:pt x="14989" y="4387"/>
                      <a:pt x="14184" y="4387"/>
                    </a:cubicBezTo>
                    <a:cubicBezTo>
                      <a:pt x="14155" y="4387"/>
                      <a:pt x="14127" y="4389"/>
                      <a:pt x="14099" y="4392"/>
                    </a:cubicBezTo>
                    <a:cubicBezTo>
                      <a:pt x="13927" y="1297"/>
                      <a:pt x="11206" y="76"/>
                      <a:pt x="6033" y="76"/>
                    </a:cubicBezTo>
                    <a:cubicBezTo>
                      <a:pt x="5274" y="76"/>
                      <a:pt x="4463" y="102"/>
                      <a:pt x="3599" y="153"/>
                    </a:cubicBezTo>
                    <a:cubicBezTo>
                      <a:pt x="3529" y="160"/>
                      <a:pt x="3456" y="164"/>
                      <a:pt x="3379" y="164"/>
                    </a:cubicBezTo>
                    <a:cubicBezTo>
                      <a:pt x="2835" y="164"/>
                      <a:pt x="2147" y="0"/>
                      <a:pt x="15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41"/>
              <p:cNvSpPr/>
              <p:nvPr/>
            </p:nvSpPr>
            <p:spPr>
              <a:xfrm>
                <a:off x="4001625" y="457600"/>
                <a:ext cx="107225" cy="117175"/>
              </a:xfrm>
              <a:custGeom>
                <a:avLst/>
                <a:gdLst/>
                <a:ahLst/>
                <a:cxnLst/>
                <a:rect l="l" t="t" r="r" b="b"/>
                <a:pathLst>
                  <a:path w="4289" h="4687" extrusionOk="0">
                    <a:moveTo>
                      <a:pt x="2625" y="1"/>
                    </a:moveTo>
                    <a:cubicBezTo>
                      <a:pt x="2191" y="1"/>
                      <a:pt x="1671" y="292"/>
                      <a:pt x="1085" y="1031"/>
                    </a:cubicBezTo>
                    <a:lnTo>
                      <a:pt x="0" y="3840"/>
                    </a:lnTo>
                    <a:cubicBezTo>
                      <a:pt x="55" y="4416"/>
                      <a:pt x="399" y="4687"/>
                      <a:pt x="906" y="4687"/>
                    </a:cubicBezTo>
                    <a:cubicBezTo>
                      <a:pt x="1311" y="4687"/>
                      <a:pt x="1819" y="4514"/>
                      <a:pt x="2366" y="4185"/>
                    </a:cubicBezTo>
                    <a:cubicBezTo>
                      <a:pt x="2958" y="3840"/>
                      <a:pt x="4289" y="1671"/>
                      <a:pt x="3599" y="636"/>
                    </a:cubicBezTo>
                    <a:cubicBezTo>
                      <a:pt x="3361" y="255"/>
                      <a:pt x="3030" y="1"/>
                      <a:pt x="2625" y="1"/>
                    </a:cubicBezTo>
                    <a:close/>
                  </a:path>
                </a:pathLst>
              </a:custGeom>
              <a:solidFill>
                <a:srgbClr val="F49C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41"/>
              <p:cNvSpPr/>
              <p:nvPr/>
            </p:nvSpPr>
            <p:spPr>
              <a:xfrm>
                <a:off x="3944925" y="426500"/>
                <a:ext cx="30825" cy="33800"/>
              </a:xfrm>
              <a:custGeom>
                <a:avLst/>
                <a:gdLst/>
                <a:ahLst/>
                <a:cxnLst/>
                <a:rect l="l" t="t" r="r" b="b"/>
                <a:pathLst>
                  <a:path w="1233" h="1352" extrusionOk="0">
                    <a:moveTo>
                      <a:pt x="827" y="0"/>
                    </a:moveTo>
                    <a:cubicBezTo>
                      <a:pt x="764" y="0"/>
                      <a:pt x="686" y="32"/>
                      <a:pt x="592" y="106"/>
                    </a:cubicBezTo>
                    <a:cubicBezTo>
                      <a:pt x="296" y="401"/>
                      <a:pt x="1" y="845"/>
                      <a:pt x="149" y="1239"/>
                    </a:cubicBezTo>
                    <a:cubicBezTo>
                      <a:pt x="188" y="1279"/>
                      <a:pt x="261" y="1351"/>
                      <a:pt x="365" y="1351"/>
                    </a:cubicBezTo>
                    <a:cubicBezTo>
                      <a:pt x="390" y="1351"/>
                      <a:pt x="416" y="1347"/>
                      <a:pt x="444" y="1338"/>
                    </a:cubicBezTo>
                    <a:cubicBezTo>
                      <a:pt x="1041" y="1295"/>
                      <a:pt x="1232" y="0"/>
                      <a:pt x="8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41"/>
              <p:cNvSpPr/>
              <p:nvPr/>
            </p:nvSpPr>
            <p:spPr>
              <a:xfrm>
                <a:off x="3962175" y="395850"/>
                <a:ext cx="35775" cy="28375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1135" fill="none" extrusionOk="0">
                    <a:moveTo>
                      <a:pt x="1" y="1"/>
                    </a:moveTo>
                    <a:cubicBezTo>
                      <a:pt x="592" y="198"/>
                      <a:pt x="1135" y="641"/>
                      <a:pt x="1430" y="1134"/>
                    </a:cubicBezTo>
                  </a:path>
                </a:pathLst>
              </a:custGeom>
              <a:noFill/>
              <a:ln w="11100" cap="flat" cmpd="sng">
                <a:solidFill>
                  <a:schemeClr val="dk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41"/>
              <p:cNvSpPr/>
              <p:nvPr/>
            </p:nvSpPr>
            <p:spPr>
              <a:xfrm>
                <a:off x="3898100" y="533875"/>
                <a:ext cx="64100" cy="60275"/>
              </a:xfrm>
              <a:custGeom>
                <a:avLst/>
                <a:gdLst/>
                <a:ahLst/>
                <a:cxnLst/>
                <a:rect l="l" t="t" r="r" b="b"/>
                <a:pathLst>
                  <a:path w="2564" h="2411" extrusionOk="0">
                    <a:moveTo>
                      <a:pt x="986" y="1"/>
                    </a:moveTo>
                    <a:cubicBezTo>
                      <a:pt x="986" y="1"/>
                      <a:pt x="1" y="1972"/>
                      <a:pt x="691" y="2367"/>
                    </a:cubicBezTo>
                    <a:cubicBezTo>
                      <a:pt x="755" y="2397"/>
                      <a:pt x="821" y="2410"/>
                      <a:pt x="890" y="2410"/>
                    </a:cubicBezTo>
                    <a:cubicBezTo>
                      <a:pt x="1618" y="2410"/>
                      <a:pt x="2564" y="888"/>
                      <a:pt x="2564" y="888"/>
                    </a:cubicBez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41"/>
              <p:cNvSpPr/>
              <p:nvPr/>
            </p:nvSpPr>
            <p:spPr>
              <a:xfrm>
                <a:off x="3369425" y="5195875"/>
                <a:ext cx="621125" cy="229250"/>
              </a:xfrm>
              <a:custGeom>
                <a:avLst/>
                <a:gdLst/>
                <a:ahLst/>
                <a:cxnLst/>
                <a:rect l="l" t="t" r="r" b="b"/>
                <a:pathLst>
                  <a:path w="24845" h="9170" extrusionOk="0">
                    <a:moveTo>
                      <a:pt x="21295" y="1"/>
                    </a:moveTo>
                    <a:lnTo>
                      <a:pt x="10106" y="592"/>
                    </a:lnTo>
                    <a:cubicBezTo>
                      <a:pt x="9120" y="1776"/>
                      <a:pt x="7937" y="2761"/>
                      <a:pt x="6606" y="3550"/>
                    </a:cubicBezTo>
                    <a:cubicBezTo>
                      <a:pt x="641" y="7001"/>
                      <a:pt x="0" y="9170"/>
                      <a:pt x="0" y="9170"/>
                    </a:cubicBezTo>
                    <a:lnTo>
                      <a:pt x="24845" y="9170"/>
                    </a:lnTo>
                    <a:cubicBezTo>
                      <a:pt x="24845" y="7839"/>
                      <a:pt x="24795" y="6557"/>
                      <a:pt x="24598" y="5275"/>
                    </a:cubicBezTo>
                    <a:cubicBezTo>
                      <a:pt x="24253" y="3304"/>
                      <a:pt x="23464" y="494"/>
                      <a:pt x="23464" y="494"/>
                    </a:cubicBezTo>
                    <a:lnTo>
                      <a:pt x="212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41"/>
              <p:cNvSpPr/>
              <p:nvPr/>
            </p:nvSpPr>
            <p:spPr>
              <a:xfrm>
                <a:off x="3601100" y="4892725"/>
                <a:ext cx="364800" cy="347550"/>
              </a:xfrm>
              <a:custGeom>
                <a:avLst/>
                <a:gdLst/>
                <a:ahLst/>
                <a:cxnLst/>
                <a:rect l="l" t="t" r="r" b="b"/>
                <a:pathLst>
                  <a:path w="14592" h="13902" extrusionOk="0">
                    <a:moveTo>
                      <a:pt x="1" y="1"/>
                    </a:moveTo>
                    <a:lnTo>
                      <a:pt x="839" y="12718"/>
                    </a:lnTo>
                    <a:cubicBezTo>
                      <a:pt x="3451" y="13458"/>
                      <a:pt x="6212" y="13852"/>
                      <a:pt x="8923" y="13902"/>
                    </a:cubicBezTo>
                    <a:cubicBezTo>
                      <a:pt x="13162" y="13902"/>
                      <a:pt x="14197" y="12620"/>
                      <a:pt x="14197" y="12620"/>
                    </a:cubicBezTo>
                    <a:lnTo>
                      <a:pt x="14592" y="320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2B1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41"/>
              <p:cNvSpPr/>
              <p:nvPr/>
            </p:nvSpPr>
            <p:spPr>
              <a:xfrm>
                <a:off x="4253025" y="5195875"/>
                <a:ext cx="622350" cy="229250"/>
              </a:xfrm>
              <a:custGeom>
                <a:avLst/>
                <a:gdLst/>
                <a:ahLst/>
                <a:cxnLst/>
                <a:rect l="l" t="t" r="r" b="b"/>
                <a:pathLst>
                  <a:path w="24894" h="9170" extrusionOk="0">
                    <a:moveTo>
                      <a:pt x="21295" y="1"/>
                    </a:moveTo>
                    <a:lnTo>
                      <a:pt x="10105" y="592"/>
                    </a:lnTo>
                    <a:cubicBezTo>
                      <a:pt x="9120" y="1776"/>
                      <a:pt x="7937" y="2761"/>
                      <a:pt x="6606" y="3550"/>
                    </a:cubicBezTo>
                    <a:cubicBezTo>
                      <a:pt x="641" y="7001"/>
                      <a:pt x="0" y="9170"/>
                      <a:pt x="0" y="9170"/>
                    </a:cubicBezTo>
                    <a:lnTo>
                      <a:pt x="24844" y="9170"/>
                    </a:lnTo>
                    <a:cubicBezTo>
                      <a:pt x="24894" y="7839"/>
                      <a:pt x="24795" y="6557"/>
                      <a:pt x="24598" y="5275"/>
                    </a:cubicBezTo>
                    <a:cubicBezTo>
                      <a:pt x="24302" y="3304"/>
                      <a:pt x="23464" y="494"/>
                      <a:pt x="23464" y="494"/>
                    </a:cubicBezTo>
                    <a:lnTo>
                      <a:pt x="212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41"/>
              <p:cNvSpPr/>
              <p:nvPr/>
            </p:nvSpPr>
            <p:spPr>
              <a:xfrm>
                <a:off x="4457600" y="4892725"/>
                <a:ext cx="382050" cy="347550"/>
              </a:xfrm>
              <a:custGeom>
                <a:avLst/>
                <a:gdLst/>
                <a:ahLst/>
                <a:cxnLst/>
                <a:rect l="l" t="t" r="r" b="b"/>
                <a:pathLst>
                  <a:path w="15282" h="13902" extrusionOk="0">
                    <a:moveTo>
                      <a:pt x="0" y="1"/>
                    </a:moveTo>
                    <a:lnTo>
                      <a:pt x="1922" y="12718"/>
                    </a:lnTo>
                    <a:cubicBezTo>
                      <a:pt x="4584" y="13458"/>
                      <a:pt x="7296" y="13852"/>
                      <a:pt x="10007" y="13902"/>
                    </a:cubicBezTo>
                    <a:cubicBezTo>
                      <a:pt x="14246" y="13902"/>
                      <a:pt x="15281" y="12620"/>
                      <a:pt x="15281" y="12620"/>
                    </a:cubicBezTo>
                    <a:lnTo>
                      <a:pt x="14443" y="28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2B1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41"/>
              <p:cNvSpPr/>
              <p:nvPr/>
            </p:nvSpPr>
            <p:spPr>
              <a:xfrm>
                <a:off x="3967100" y="1724325"/>
                <a:ext cx="913200" cy="3402575"/>
              </a:xfrm>
              <a:custGeom>
                <a:avLst/>
                <a:gdLst/>
                <a:ahLst/>
                <a:cxnLst/>
                <a:rect l="l" t="t" r="r" b="b"/>
                <a:pathLst>
                  <a:path w="36528" h="136103" extrusionOk="0">
                    <a:moveTo>
                      <a:pt x="1" y="1"/>
                    </a:moveTo>
                    <a:cubicBezTo>
                      <a:pt x="1" y="2"/>
                      <a:pt x="1973" y="33817"/>
                      <a:pt x="5177" y="61471"/>
                    </a:cubicBezTo>
                    <a:cubicBezTo>
                      <a:pt x="8036" y="86266"/>
                      <a:pt x="12867" y="136004"/>
                      <a:pt x="12867" y="136004"/>
                    </a:cubicBezTo>
                    <a:lnTo>
                      <a:pt x="36528" y="136102"/>
                    </a:lnTo>
                    <a:cubicBezTo>
                      <a:pt x="36528" y="136102"/>
                      <a:pt x="32387" y="89815"/>
                      <a:pt x="30810" y="55358"/>
                    </a:cubicBezTo>
                    <a:cubicBezTo>
                      <a:pt x="33915" y="39929"/>
                      <a:pt x="30070" y="31845"/>
                      <a:pt x="30070" y="31845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41"/>
              <p:cNvSpPr/>
              <p:nvPr/>
            </p:nvSpPr>
            <p:spPr>
              <a:xfrm>
                <a:off x="4191400" y="3261075"/>
                <a:ext cx="193500" cy="1863350"/>
              </a:xfrm>
              <a:custGeom>
                <a:avLst/>
                <a:gdLst/>
                <a:ahLst/>
                <a:cxnLst/>
                <a:rect l="l" t="t" r="r" b="b"/>
                <a:pathLst>
                  <a:path w="7740" h="74534" fill="none" extrusionOk="0">
                    <a:moveTo>
                      <a:pt x="7740" y="74534"/>
                    </a:moveTo>
                    <a:cubicBezTo>
                      <a:pt x="7740" y="74534"/>
                      <a:pt x="2909" y="24796"/>
                      <a:pt x="1" y="1"/>
                    </a:cubicBezTo>
                  </a:path>
                </a:pathLst>
              </a:custGeom>
              <a:noFill/>
              <a:ln w="11100" cap="flat" cmpd="sng">
                <a:solidFill>
                  <a:schemeClr val="accent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41"/>
              <p:cNvSpPr/>
              <p:nvPr/>
            </p:nvSpPr>
            <p:spPr>
              <a:xfrm>
                <a:off x="3498825" y="2028725"/>
                <a:ext cx="1001925" cy="3098175"/>
              </a:xfrm>
              <a:custGeom>
                <a:avLst/>
                <a:gdLst/>
                <a:ahLst/>
                <a:cxnLst/>
                <a:rect l="l" t="t" r="r" b="b"/>
                <a:pathLst>
                  <a:path w="40077" h="123927" extrusionOk="0">
                    <a:moveTo>
                      <a:pt x="14098" y="1"/>
                    </a:moveTo>
                    <a:lnTo>
                      <a:pt x="3648" y="21246"/>
                    </a:lnTo>
                    <a:cubicBezTo>
                      <a:pt x="3648" y="21246"/>
                      <a:pt x="1134" y="57576"/>
                      <a:pt x="1134" y="74977"/>
                    </a:cubicBezTo>
                    <a:cubicBezTo>
                      <a:pt x="1134" y="92427"/>
                      <a:pt x="0" y="123926"/>
                      <a:pt x="0" y="123926"/>
                    </a:cubicBezTo>
                    <a:lnTo>
                      <a:pt x="23908" y="123926"/>
                    </a:lnTo>
                    <a:lnTo>
                      <a:pt x="32781" y="41506"/>
                    </a:lnTo>
                    <a:cubicBezTo>
                      <a:pt x="40076" y="32781"/>
                      <a:pt x="39583" y="13852"/>
                      <a:pt x="37809" y="6507"/>
                    </a:cubicBezTo>
                    <a:lnTo>
                      <a:pt x="1409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41"/>
              <p:cNvSpPr/>
              <p:nvPr/>
            </p:nvSpPr>
            <p:spPr>
              <a:xfrm>
                <a:off x="4196325" y="2681875"/>
                <a:ext cx="274850" cy="1515825"/>
              </a:xfrm>
              <a:custGeom>
                <a:avLst/>
                <a:gdLst/>
                <a:ahLst/>
                <a:cxnLst/>
                <a:rect l="l" t="t" r="r" b="b"/>
                <a:pathLst>
                  <a:path w="10994" h="60633" fill="none" extrusionOk="0">
                    <a:moveTo>
                      <a:pt x="1" y="60633"/>
                    </a:moveTo>
                    <a:lnTo>
                      <a:pt x="4881" y="15380"/>
                    </a:lnTo>
                    <a:cubicBezTo>
                      <a:pt x="10993" y="8578"/>
                      <a:pt x="10993" y="1"/>
                      <a:pt x="10993" y="1"/>
                    </a:cubicBezTo>
                  </a:path>
                </a:pathLst>
              </a:custGeom>
              <a:noFill/>
              <a:ln w="11100" cap="flat" cmpd="sng">
                <a:solidFill>
                  <a:schemeClr val="accent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41"/>
              <p:cNvSpPr/>
              <p:nvPr/>
            </p:nvSpPr>
            <p:spPr>
              <a:xfrm>
                <a:off x="3572750" y="2468675"/>
                <a:ext cx="141750" cy="2658225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106329" fill="none" extrusionOk="0">
                    <a:moveTo>
                      <a:pt x="5670" y="1"/>
                    </a:moveTo>
                    <a:lnTo>
                      <a:pt x="1" y="106328"/>
                    </a:lnTo>
                  </a:path>
                </a:pathLst>
              </a:custGeom>
              <a:noFill/>
              <a:ln w="11100" cap="flat" cmpd="sng">
                <a:solidFill>
                  <a:schemeClr val="accent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41"/>
              <p:cNvSpPr/>
              <p:nvPr/>
            </p:nvSpPr>
            <p:spPr>
              <a:xfrm>
                <a:off x="4106375" y="2707750"/>
                <a:ext cx="290850" cy="6200"/>
              </a:xfrm>
              <a:custGeom>
                <a:avLst/>
                <a:gdLst/>
                <a:ahLst/>
                <a:cxnLst/>
                <a:rect l="l" t="t" r="r" b="b"/>
                <a:pathLst>
                  <a:path w="11634" h="248" fill="none" extrusionOk="0">
                    <a:moveTo>
                      <a:pt x="0" y="1"/>
                    </a:moveTo>
                    <a:lnTo>
                      <a:pt x="11634" y="247"/>
                    </a:lnTo>
                  </a:path>
                </a:pathLst>
              </a:custGeom>
              <a:noFill/>
              <a:ln w="11100" cap="flat" cmpd="sng">
                <a:solidFill>
                  <a:schemeClr val="accent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41"/>
              <p:cNvSpPr/>
              <p:nvPr/>
            </p:nvSpPr>
            <p:spPr>
              <a:xfrm>
                <a:off x="4604225" y="2696675"/>
                <a:ext cx="109725" cy="2475"/>
              </a:xfrm>
              <a:custGeom>
                <a:avLst/>
                <a:gdLst/>
                <a:ahLst/>
                <a:cxnLst/>
                <a:rect l="l" t="t" r="r" b="b"/>
                <a:pathLst>
                  <a:path w="4389" h="99" fill="none" extrusionOk="0">
                    <a:moveTo>
                      <a:pt x="1" y="99"/>
                    </a:moveTo>
                    <a:lnTo>
                      <a:pt x="4388" y="0"/>
                    </a:lnTo>
                  </a:path>
                </a:pathLst>
              </a:custGeom>
              <a:noFill/>
              <a:ln w="11100" cap="flat" cmpd="sng">
                <a:solidFill>
                  <a:schemeClr val="accent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41"/>
              <p:cNvSpPr/>
              <p:nvPr/>
            </p:nvSpPr>
            <p:spPr>
              <a:xfrm>
                <a:off x="2580725" y="709425"/>
                <a:ext cx="505275" cy="680975"/>
              </a:xfrm>
              <a:custGeom>
                <a:avLst/>
                <a:gdLst/>
                <a:ahLst/>
                <a:cxnLst/>
                <a:rect l="l" t="t" r="r" b="b"/>
                <a:pathLst>
                  <a:path w="20211" h="27239" extrusionOk="0">
                    <a:moveTo>
                      <a:pt x="1943" y="0"/>
                    </a:moveTo>
                    <a:cubicBezTo>
                      <a:pt x="1899" y="0"/>
                      <a:pt x="1859" y="9"/>
                      <a:pt x="1824" y="28"/>
                    </a:cubicBezTo>
                    <a:cubicBezTo>
                      <a:pt x="759" y="582"/>
                      <a:pt x="4300" y="5337"/>
                      <a:pt x="5278" y="6614"/>
                    </a:cubicBezTo>
                    <a:lnTo>
                      <a:pt x="5278" y="6614"/>
                    </a:lnTo>
                    <a:cubicBezTo>
                      <a:pt x="4837" y="6068"/>
                      <a:pt x="3884" y="5004"/>
                      <a:pt x="3169" y="5004"/>
                    </a:cubicBezTo>
                    <a:cubicBezTo>
                      <a:pt x="3000" y="5004"/>
                      <a:pt x="2844" y="5063"/>
                      <a:pt x="2711" y="5204"/>
                    </a:cubicBezTo>
                    <a:cubicBezTo>
                      <a:pt x="2071" y="5795"/>
                      <a:pt x="2416" y="7126"/>
                      <a:pt x="3747" y="9295"/>
                    </a:cubicBezTo>
                    <a:cubicBezTo>
                      <a:pt x="3201" y="8598"/>
                      <a:pt x="2655" y="8254"/>
                      <a:pt x="2166" y="8254"/>
                    </a:cubicBezTo>
                    <a:cubicBezTo>
                      <a:pt x="1861" y="8254"/>
                      <a:pt x="1578" y="8389"/>
                      <a:pt x="1331" y="8654"/>
                    </a:cubicBezTo>
                    <a:cubicBezTo>
                      <a:pt x="690" y="9295"/>
                      <a:pt x="1331" y="10478"/>
                      <a:pt x="2120" y="11710"/>
                    </a:cubicBezTo>
                    <a:cubicBezTo>
                      <a:pt x="1734" y="11206"/>
                      <a:pt x="1241" y="10862"/>
                      <a:pt x="856" y="10862"/>
                    </a:cubicBezTo>
                    <a:cubicBezTo>
                      <a:pt x="601" y="10862"/>
                      <a:pt x="394" y="11012"/>
                      <a:pt x="296" y="11365"/>
                    </a:cubicBezTo>
                    <a:cubicBezTo>
                      <a:pt x="0" y="12401"/>
                      <a:pt x="2662" y="18020"/>
                      <a:pt x="8873" y="27238"/>
                    </a:cubicBezTo>
                    <a:lnTo>
                      <a:pt x="20211" y="18710"/>
                    </a:lnTo>
                    <a:cubicBezTo>
                      <a:pt x="16980" y="15088"/>
                      <a:pt x="8403" y="1307"/>
                      <a:pt x="7318" y="1307"/>
                    </a:cubicBezTo>
                    <a:cubicBezTo>
                      <a:pt x="7310" y="1307"/>
                      <a:pt x="7303" y="1308"/>
                      <a:pt x="7296" y="1309"/>
                    </a:cubicBezTo>
                    <a:cubicBezTo>
                      <a:pt x="6310" y="1556"/>
                      <a:pt x="8922" y="5844"/>
                      <a:pt x="8084" y="5894"/>
                    </a:cubicBezTo>
                    <a:cubicBezTo>
                      <a:pt x="7278" y="5894"/>
                      <a:pt x="3090" y="0"/>
                      <a:pt x="1943" y="0"/>
                    </a:cubicBezTo>
                    <a:close/>
                  </a:path>
                </a:pathLst>
              </a:custGeom>
              <a:solidFill>
                <a:srgbClr val="F49C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41"/>
              <p:cNvSpPr/>
              <p:nvPr/>
            </p:nvSpPr>
            <p:spPr>
              <a:xfrm>
                <a:off x="3528400" y="805000"/>
                <a:ext cx="1250850" cy="1790625"/>
              </a:xfrm>
              <a:custGeom>
                <a:avLst/>
                <a:gdLst/>
                <a:ahLst/>
                <a:cxnLst/>
                <a:rect l="l" t="t" r="r" b="b"/>
                <a:pathLst>
                  <a:path w="50034" h="71625" extrusionOk="0">
                    <a:moveTo>
                      <a:pt x="17401" y="0"/>
                    </a:moveTo>
                    <a:cubicBezTo>
                      <a:pt x="17401" y="0"/>
                      <a:pt x="3796" y="1036"/>
                      <a:pt x="1775" y="18289"/>
                    </a:cubicBezTo>
                    <a:cubicBezTo>
                      <a:pt x="641" y="27704"/>
                      <a:pt x="0" y="71280"/>
                      <a:pt x="0" y="71280"/>
                    </a:cubicBezTo>
                    <a:lnTo>
                      <a:pt x="50034" y="71625"/>
                    </a:lnTo>
                    <a:cubicBezTo>
                      <a:pt x="50034" y="71625"/>
                      <a:pt x="48851" y="23415"/>
                      <a:pt x="46978" y="16415"/>
                    </a:cubicBezTo>
                    <a:cubicBezTo>
                      <a:pt x="42886" y="789"/>
                      <a:pt x="29182" y="247"/>
                      <a:pt x="29182" y="247"/>
                    </a:cubicBezTo>
                    <a:cubicBezTo>
                      <a:pt x="29182" y="247"/>
                      <a:pt x="28591" y="1528"/>
                      <a:pt x="23316" y="1528"/>
                    </a:cubicBezTo>
                    <a:cubicBezTo>
                      <a:pt x="17993" y="1528"/>
                      <a:pt x="17401" y="0"/>
                      <a:pt x="1740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41"/>
              <p:cNvSpPr/>
              <p:nvPr/>
            </p:nvSpPr>
            <p:spPr>
              <a:xfrm>
                <a:off x="4257950" y="811150"/>
                <a:ext cx="656875" cy="686450"/>
              </a:xfrm>
              <a:custGeom>
                <a:avLst/>
                <a:gdLst/>
                <a:ahLst/>
                <a:cxnLst/>
                <a:rect l="l" t="t" r="r" b="b"/>
                <a:pathLst>
                  <a:path w="26275" h="27458" extrusionOk="0">
                    <a:moveTo>
                      <a:pt x="0" y="1"/>
                    </a:moveTo>
                    <a:lnTo>
                      <a:pt x="16070" y="27458"/>
                    </a:lnTo>
                    <a:lnTo>
                      <a:pt x="26274" y="22331"/>
                    </a:lnTo>
                    <a:cubicBezTo>
                      <a:pt x="26274" y="22331"/>
                      <a:pt x="16267" y="1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41"/>
              <p:cNvSpPr/>
              <p:nvPr/>
            </p:nvSpPr>
            <p:spPr>
              <a:xfrm>
                <a:off x="2675600" y="993550"/>
                <a:ext cx="1045075" cy="939550"/>
              </a:xfrm>
              <a:custGeom>
                <a:avLst/>
                <a:gdLst/>
                <a:ahLst/>
                <a:cxnLst/>
                <a:rect l="l" t="t" r="r" b="b"/>
                <a:pathLst>
                  <a:path w="41803" h="37582" extrusionOk="0">
                    <a:moveTo>
                      <a:pt x="10550" y="0"/>
                    </a:moveTo>
                    <a:lnTo>
                      <a:pt x="1" y="7099"/>
                    </a:lnTo>
                    <a:cubicBezTo>
                      <a:pt x="1" y="7099"/>
                      <a:pt x="16248" y="37581"/>
                      <a:pt x="25728" y="37581"/>
                    </a:cubicBezTo>
                    <a:cubicBezTo>
                      <a:pt x="25863" y="37581"/>
                      <a:pt x="25995" y="37575"/>
                      <a:pt x="26127" y="37563"/>
                    </a:cubicBezTo>
                    <a:cubicBezTo>
                      <a:pt x="33126" y="36873"/>
                      <a:pt x="41802" y="24352"/>
                      <a:pt x="41802" y="24352"/>
                    </a:cubicBezTo>
                    <a:lnTo>
                      <a:pt x="29922" y="10796"/>
                    </a:lnTo>
                    <a:lnTo>
                      <a:pt x="24993" y="18190"/>
                    </a:lnTo>
                    <a:lnTo>
                      <a:pt x="10550" y="0"/>
                    </a:lnTo>
                    <a:close/>
                  </a:path>
                </a:pathLst>
              </a:custGeom>
              <a:solidFill>
                <a:srgbClr val="F49C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41"/>
              <p:cNvSpPr/>
              <p:nvPr/>
            </p:nvSpPr>
            <p:spPr>
              <a:xfrm>
                <a:off x="3357100" y="803775"/>
                <a:ext cx="642075" cy="834325"/>
              </a:xfrm>
              <a:custGeom>
                <a:avLst/>
                <a:gdLst/>
                <a:ahLst/>
                <a:cxnLst/>
                <a:rect l="l" t="t" r="r" b="b"/>
                <a:pathLst>
                  <a:path w="25683" h="33373" extrusionOk="0">
                    <a:moveTo>
                      <a:pt x="24253" y="0"/>
                    </a:moveTo>
                    <a:cubicBezTo>
                      <a:pt x="10254" y="789"/>
                      <a:pt x="0" y="21640"/>
                      <a:pt x="0" y="21640"/>
                    </a:cubicBezTo>
                    <a:lnTo>
                      <a:pt x="16366" y="33372"/>
                    </a:lnTo>
                    <a:lnTo>
                      <a:pt x="25683" y="21246"/>
                    </a:lnTo>
                    <a:lnTo>
                      <a:pt x="2425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41"/>
              <p:cNvSpPr/>
              <p:nvPr/>
            </p:nvSpPr>
            <p:spPr>
              <a:xfrm>
                <a:off x="3752675" y="1370650"/>
                <a:ext cx="198450" cy="257575"/>
              </a:xfrm>
              <a:custGeom>
                <a:avLst/>
                <a:gdLst/>
                <a:ahLst/>
                <a:cxnLst/>
                <a:rect l="l" t="t" r="r" b="b"/>
                <a:pathLst>
                  <a:path w="7938" h="10303" fill="none" extrusionOk="0">
                    <a:moveTo>
                      <a:pt x="1" y="10303"/>
                    </a:moveTo>
                    <a:lnTo>
                      <a:pt x="7937" y="0"/>
                    </a:lnTo>
                  </a:path>
                </a:pathLst>
              </a:custGeom>
              <a:noFill/>
              <a:ln w="11100" cap="flat" cmpd="sng">
                <a:solidFill>
                  <a:schemeClr val="dk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41"/>
              <p:cNvSpPr/>
              <p:nvPr/>
            </p:nvSpPr>
            <p:spPr>
              <a:xfrm>
                <a:off x="4659700" y="1153750"/>
                <a:ext cx="77650" cy="304425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12177" fill="none" extrusionOk="0">
                    <a:moveTo>
                      <a:pt x="3106" y="12176"/>
                    </a:moveTo>
                    <a:cubicBezTo>
                      <a:pt x="2514" y="8036"/>
                      <a:pt x="1430" y="3944"/>
                      <a:pt x="0" y="1"/>
                    </a:cubicBezTo>
                  </a:path>
                </a:pathLst>
              </a:custGeom>
              <a:noFill/>
              <a:ln w="11100" cap="flat" cmpd="sng">
                <a:solidFill>
                  <a:schemeClr val="dk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41"/>
              <p:cNvSpPr/>
              <p:nvPr/>
            </p:nvSpPr>
            <p:spPr>
              <a:xfrm>
                <a:off x="3889475" y="448850"/>
                <a:ext cx="55475" cy="72725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2909" extrusionOk="0">
                    <a:moveTo>
                      <a:pt x="2219" y="0"/>
                    </a:moveTo>
                    <a:cubicBezTo>
                      <a:pt x="2218" y="0"/>
                      <a:pt x="0" y="1085"/>
                      <a:pt x="99" y="1528"/>
                    </a:cubicBezTo>
                    <a:cubicBezTo>
                      <a:pt x="296" y="2021"/>
                      <a:pt x="592" y="2465"/>
                      <a:pt x="888" y="2909"/>
                    </a:cubicBezTo>
                    <a:lnTo>
                      <a:pt x="2219" y="0"/>
                    </a:lnTo>
                    <a:close/>
                  </a:path>
                </a:pathLst>
              </a:custGeom>
              <a:solidFill>
                <a:srgbClr val="F49C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41"/>
              <p:cNvSpPr/>
              <p:nvPr/>
            </p:nvSpPr>
            <p:spPr>
              <a:xfrm>
                <a:off x="3498825" y="4997475"/>
                <a:ext cx="6075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4303" h="1" fill="none" extrusionOk="0">
                    <a:moveTo>
                      <a:pt x="0" y="1"/>
                    </a:moveTo>
                    <a:lnTo>
                      <a:pt x="24302" y="1"/>
                    </a:lnTo>
                  </a:path>
                </a:pathLst>
              </a:custGeom>
              <a:noFill/>
              <a:ln w="11100" cap="flat" cmpd="sng">
                <a:solidFill>
                  <a:schemeClr val="accent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41"/>
              <p:cNvSpPr/>
              <p:nvPr/>
            </p:nvSpPr>
            <p:spPr>
              <a:xfrm>
                <a:off x="4276425" y="5002400"/>
                <a:ext cx="5915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3662" h="1" fill="none" extrusionOk="0">
                    <a:moveTo>
                      <a:pt x="1" y="1"/>
                    </a:moveTo>
                    <a:lnTo>
                      <a:pt x="23662" y="1"/>
                    </a:lnTo>
                  </a:path>
                </a:pathLst>
              </a:custGeom>
              <a:noFill/>
              <a:ln w="11100" cap="flat" cmpd="sng">
                <a:solidFill>
                  <a:schemeClr val="accent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85" name="Google Shape;1085;p41"/>
            <p:cNvCxnSpPr/>
            <p:nvPr/>
          </p:nvCxnSpPr>
          <p:spPr>
            <a:xfrm>
              <a:off x="3173700" y="4160535"/>
              <a:ext cx="101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5" name="Google Shape;1024;p41"/>
          <p:cNvSpPr txBox="1">
            <a:spLocks noGrp="1"/>
          </p:cNvSpPr>
          <p:nvPr>
            <p:ph type="subTitle" idx="2"/>
          </p:nvPr>
        </p:nvSpPr>
        <p:spPr>
          <a:xfrm>
            <a:off x="5001900" y="2565450"/>
            <a:ext cx="2313300" cy="10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smtClean="0"/>
              <a:t>I</a:t>
            </a:r>
            <a:r>
              <a:rPr lang="en" sz="2800" dirty="0" smtClean="0"/>
              <a:t> have my own business</a:t>
            </a: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6" name="Google Shape;1016;p41"/>
          <p:cNvGrpSpPr/>
          <p:nvPr/>
        </p:nvGrpSpPr>
        <p:grpSpPr>
          <a:xfrm>
            <a:off x="1764675" y="285750"/>
            <a:ext cx="5614800" cy="1212315"/>
            <a:chOff x="1764675" y="540000"/>
            <a:chExt cx="5614800" cy="958065"/>
          </a:xfrm>
        </p:grpSpPr>
        <p:sp>
          <p:nvSpPr>
            <p:cNvPr id="1017" name="Google Shape;1017;p41"/>
            <p:cNvSpPr/>
            <p:nvPr/>
          </p:nvSpPr>
          <p:spPr>
            <a:xfrm>
              <a:off x="1764675" y="540000"/>
              <a:ext cx="5614800" cy="744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18" name="Google Shape;1018;p41"/>
            <p:cNvSpPr/>
            <p:nvPr/>
          </p:nvSpPr>
          <p:spPr>
            <a:xfrm rot="8997242">
              <a:off x="6076780" y="1169260"/>
              <a:ext cx="311567" cy="268811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1"/>
            <p:cNvSpPr/>
            <p:nvPr/>
          </p:nvSpPr>
          <p:spPr>
            <a:xfrm rot="-1802758">
              <a:off x="2837191" y="1119057"/>
              <a:ext cx="311567" cy="268811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0" name="Google Shape;1020;p41"/>
          <p:cNvSpPr/>
          <p:nvPr/>
        </p:nvSpPr>
        <p:spPr>
          <a:xfrm>
            <a:off x="6553200" y="1840450"/>
            <a:ext cx="2617800" cy="2763000"/>
          </a:xfrm>
          <a:prstGeom prst="roundRect">
            <a:avLst>
              <a:gd name="adj" fmla="val 17125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41"/>
          <p:cNvSpPr/>
          <p:nvPr/>
        </p:nvSpPr>
        <p:spPr>
          <a:xfrm>
            <a:off x="2940079" y="1840450"/>
            <a:ext cx="2617800" cy="2763000"/>
          </a:xfrm>
          <a:prstGeom prst="roundRect">
            <a:avLst>
              <a:gd name="adj" fmla="val 17125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3" name="Google Shape;1023;p41"/>
          <p:cNvSpPr txBox="1">
            <a:spLocks noGrp="1"/>
          </p:cNvSpPr>
          <p:nvPr>
            <p:ph type="title"/>
          </p:nvPr>
        </p:nvSpPr>
        <p:spPr>
          <a:xfrm>
            <a:off x="1804825" y="517350"/>
            <a:ext cx="5534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WHAT’S YOUR WORKING STATUS AT THE MOMENT? </a:t>
            </a:r>
            <a:endParaRPr dirty="0"/>
          </a:p>
        </p:txBody>
      </p:sp>
      <p:sp>
        <p:nvSpPr>
          <p:cNvPr id="1024" name="Google Shape;1024;p41"/>
          <p:cNvSpPr txBox="1">
            <a:spLocks noGrp="1"/>
          </p:cNvSpPr>
          <p:nvPr>
            <p:ph type="subTitle" idx="2"/>
          </p:nvPr>
        </p:nvSpPr>
        <p:spPr>
          <a:xfrm>
            <a:off x="2514600" y="2565450"/>
            <a:ext cx="2313300" cy="10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smtClean="0"/>
              <a:t>I</a:t>
            </a:r>
            <a:r>
              <a:rPr lang="en" sz="2800" dirty="0" smtClean="0"/>
              <a:t>’m unemployed</a:t>
            </a:r>
            <a:endParaRPr sz="2800" dirty="0"/>
          </a:p>
        </p:txBody>
      </p:sp>
      <p:grpSp>
        <p:nvGrpSpPr>
          <p:cNvPr id="1027" name="Google Shape;1027;p41"/>
          <p:cNvGrpSpPr/>
          <p:nvPr/>
        </p:nvGrpSpPr>
        <p:grpSpPr>
          <a:xfrm>
            <a:off x="3352810" y="1551204"/>
            <a:ext cx="914390" cy="923643"/>
            <a:chOff x="876175" y="2778850"/>
            <a:chExt cx="651600" cy="651600"/>
          </a:xfrm>
        </p:grpSpPr>
        <p:sp>
          <p:nvSpPr>
            <p:cNvPr id="1028" name="Google Shape;1028;p41"/>
            <p:cNvSpPr/>
            <p:nvPr/>
          </p:nvSpPr>
          <p:spPr>
            <a:xfrm>
              <a:off x="876175" y="2778850"/>
              <a:ext cx="651600" cy="6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9" name="Google Shape;1029;p41"/>
            <p:cNvGrpSpPr/>
            <p:nvPr/>
          </p:nvGrpSpPr>
          <p:grpSpPr>
            <a:xfrm>
              <a:off x="1047009" y="2888282"/>
              <a:ext cx="376753" cy="374468"/>
              <a:chOff x="2180884" y="2888719"/>
              <a:chExt cx="376753" cy="374468"/>
            </a:xfrm>
          </p:grpSpPr>
          <p:sp>
            <p:nvSpPr>
              <p:cNvPr id="1030" name="Google Shape;1030;p41"/>
              <p:cNvSpPr/>
              <p:nvPr/>
            </p:nvSpPr>
            <p:spPr>
              <a:xfrm>
                <a:off x="2180884" y="2954054"/>
                <a:ext cx="309395" cy="309133"/>
              </a:xfrm>
              <a:custGeom>
                <a:avLst/>
                <a:gdLst/>
                <a:ahLst/>
                <a:cxnLst/>
                <a:rect l="l" t="t" r="r" b="b"/>
                <a:pathLst>
                  <a:path w="11782" h="11772" extrusionOk="0">
                    <a:moveTo>
                      <a:pt x="5896" y="0"/>
                    </a:moveTo>
                    <a:cubicBezTo>
                      <a:pt x="2642" y="0"/>
                      <a:pt x="1" y="2632"/>
                      <a:pt x="1" y="5886"/>
                    </a:cubicBezTo>
                    <a:cubicBezTo>
                      <a:pt x="1" y="9140"/>
                      <a:pt x="2642" y="11772"/>
                      <a:pt x="5896" y="11772"/>
                    </a:cubicBezTo>
                    <a:cubicBezTo>
                      <a:pt x="9150" y="11772"/>
                      <a:pt x="11782" y="9140"/>
                      <a:pt x="11782" y="5886"/>
                    </a:cubicBezTo>
                    <a:cubicBezTo>
                      <a:pt x="11782" y="2632"/>
                      <a:pt x="9150" y="0"/>
                      <a:pt x="58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/>
              <p:cNvSpPr/>
              <p:nvPr/>
            </p:nvSpPr>
            <p:spPr>
              <a:xfrm>
                <a:off x="2465648" y="2888719"/>
                <a:ext cx="91989" cy="89993"/>
              </a:xfrm>
              <a:custGeom>
                <a:avLst/>
                <a:gdLst/>
                <a:ahLst/>
                <a:cxnLst/>
                <a:rect l="l" t="t" r="r" b="b"/>
                <a:pathLst>
                  <a:path w="3503" h="3427" extrusionOk="0">
                    <a:moveTo>
                      <a:pt x="2115" y="1"/>
                    </a:moveTo>
                    <a:cubicBezTo>
                      <a:pt x="2059" y="1"/>
                      <a:pt x="2001" y="21"/>
                      <a:pt x="1952" y="67"/>
                    </a:cubicBezTo>
                    <a:lnTo>
                      <a:pt x="211" y="1809"/>
                    </a:lnTo>
                    <a:cubicBezTo>
                      <a:pt x="77" y="1943"/>
                      <a:pt x="0" y="2125"/>
                      <a:pt x="0" y="2307"/>
                    </a:cubicBezTo>
                    <a:lnTo>
                      <a:pt x="0" y="3426"/>
                    </a:lnTo>
                    <a:lnTo>
                      <a:pt x="1120" y="3426"/>
                    </a:lnTo>
                    <a:cubicBezTo>
                      <a:pt x="1311" y="3426"/>
                      <a:pt x="1483" y="3350"/>
                      <a:pt x="1617" y="3216"/>
                    </a:cubicBezTo>
                    <a:lnTo>
                      <a:pt x="3369" y="1474"/>
                    </a:lnTo>
                    <a:cubicBezTo>
                      <a:pt x="3503" y="1321"/>
                      <a:pt x="3407" y="1082"/>
                      <a:pt x="3197" y="1072"/>
                    </a:cubicBezTo>
                    <a:lnTo>
                      <a:pt x="2354" y="1072"/>
                    </a:lnTo>
                    <a:lnTo>
                      <a:pt x="2354" y="230"/>
                    </a:lnTo>
                    <a:cubicBezTo>
                      <a:pt x="2348" y="93"/>
                      <a:pt x="2235" y="1"/>
                      <a:pt x="21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/>
              <p:cNvSpPr/>
              <p:nvPr/>
            </p:nvSpPr>
            <p:spPr>
              <a:xfrm>
                <a:off x="2465648" y="2888719"/>
                <a:ext cx="61842" cy="90229"/>
              </a:xfrm>
              <a:custGeom>
                <a:avLst/>
                <a:gdLst/>
                <a:ahLst/>
                <a:cxnLst/>
                <a:rect l="l" t="t" r="r" b="b"/>
                <a:pathLst>
                  <a:path w="2355" h="3436" extrusionOk="0">
                    <a:moveTo>
                      <a:pt x="2115" y="1"/>
                    </a:moveTo>
                    <a:cubicBezTo>
                      <a:pt x="2059" y="1"/>
                      <a:pt x="2001" y="21"/>
                      <a:pt x="1952" y="67"/>
                    </a:cubicBezTo>
                    <a:lnTo>
                      <a:pt x="211" y="1809"/>
                    </a:lnTo>
                    <a:cubicBezTo>
                      <a:pt x="77" y="1943"/>
                      <a:pt x="0" y="2125"/>
                      <a:pt x="0" y="2307"/>
                    </a:cubicBezTo>
                    <a:lnTo>
                      <a:pt x="0" y="3436"/>
                    </a:lnTo>
                    <a:lnTo>
                      <a:pt x="2354" y="1072"/>
                    </a:lnTo>
                    <a:lnTo>
                      <a:pt x="2354" y="230"/>
                    </a:lnTo>
                    <a:cubicBezTo>
                      <a:pt x="2348" y="93"/>
                      <a:pt x="2235" y="1"/>
                      <a:pt x="21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/>
              <p:cNvSpPr/>
              <p:nvPr/>
            </p:nvSpPr>
            <p:spPr>
              <a:xfrm>
                <a:off x="2218094" y="2991002"/>
                <a:ext cx="235263" cy="235263"/>
              </a:xfrm>
              <a:custGeom>
                <a:avLst/>
                <a:gdLst/>
                <a:ahLst/>
                <a:cxnLst/>
                <a:rect l="l" t="t" r="r" b="b"/>
                <a:pathLst>
                  <a:path w="8959" h="8959" extrusionOk="0">
                    <a:moveTo>
                      <a:pt x="4479" y="0"/>
                    </a:moveTo>
                    <a:cubicBezTo>
                      <a:pt x="2010" y="0"/>
                      <a:pt x="0" y="2010"/>
                      <a:pt x="0" y="4479"/>
                    </a:cubicBezTo>
                    <a:cubicBezTo>
                      <a:pt x="0" y="6948"/>
                      <a:pt x="2010" y="8958"/>
                      <a:pt x="4479" y="8958"/>
                    </a:cubicBezTo>
                    <a:cubicBezTo>
                      <a:pt x="6948" y="8958"/>
                      <a:pt x="8958" y="6948"/>
                      <a:pt x="8958" y="4479"/>
                    </a:cubicBezTo>
                    <a:cubicBezTo>
                      <a:pt x="8958" y="2010"/>
                      <a:pt x="6948" y="0"/>
                      <a:pt x="44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/>
              <p:cNvSpPr/>
              <p:nvPr/>
            </p:nvSpPr>
            <p:spPr>
              <a:xfrm>
                <a:off x="2256174" y="3021910"/>
                <a:ext cx="173185" cy="173421"/>
              </a:xfrm>
              <a:custGeom>
                <a:avLst/>
                <a:gdLst/>
                <a:ahLst/>
                <a:cxnLst/>
                <a:rect l="l" t="t" r="r" b="b"/>
                <a:pathLst>
                  <a:path w="6595" h="6604" extrusionOk="0">
                    <a:moveTo>
                      <a:pt x="3302" y="0"/>
                    </a:moveTo>
                    <a:cubicBezTo>
                      <a:pt x="1484" y="0"/>
                      <a:pt x="0" y="1484"/>
                      <a:pt x="0" y="3302"/>
                    </a:cubicBezTo>
                    <a:cubicBezTo>
                      <a:pt x="0" y="5121"/>
                      <a:pt x="1484" y="6604"/>
                      <a:pt x="3302" y="6604"/>
                    </a:cubicBezTo>
                    <a:cubicBezTo>
                      <a:pt x="5121" y="6604"/>
                      <a:pt x="6594" y="5121"/>
                      <a:pt x="6594" y="3302"/>
                    </a:cubicBezTo>
                    <a:cubicBezTo>
                      <a:pt x="6594" y="1484"/>
                      <a:pt x="5121" y="0"/>
                      <a:pt x="33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/>
              <p:cNvSpPr/>
              <p:nvPr/>
            </p:nvSpPr>
            <p:spPr>
              <a:xfrm>
                <a:off x="2286187" y="3059094"/>
                <a:ext cx="99053" cy="99053"/>
              </a:xfrm>
              <a:custGeom>
                <a:avLst/>
                <a:gdLst/>
                <a:ahLst/>
                <a:cxnLst/>
                <a:rect l="l" t="t" r="r" b="b"/>
                <a:pathLst>
                  <a:path w="3772" h="3772" extrusionOk="0">
                    <a:moveTo>
                      <a:pt x="1886" y="1"/>
                    </a:moveTo>
                    <a:cubicBezTo>
                      <a:pt x="843" y="1"/>
                      <a:pt x="1" y="843"/>
                      <a:pt x="1" y="1886"/>
                    </a:cubicBezTo>
                    <a:cubicBezTo>
                      <a:pt x="1" y="2929"/>
                      <a:pt x="843" y="3772"/>
                      <a:pt x="1886" y="3772"/>
                    </a:cubicBezTo>
                    <a:cubicBezTo>
                      <a:pt x="2929" y="3772"/>
                      <a:pt x="3772" y="2929"/>
                      <a:pt x="3772" y="1886"/>
                    </a:cubicBezTo>
                    <a:cubicBezTo>
                      <a:pt x="3772" y="843"/>
                      <a:pt x="2929" y="1"/>
                      <a:pt x="18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/>
              <p:cNvSpPr/>
              <p:nvPr/>
            </p:nvSpPr>
            <p:spPr>
              <a:xfrm>
                <a:off x="2317095" y="3090002"/>
                <a:ext cx="37237" cy="3723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418" extrusionOk="0">
                    <a:moveTo>
                      <a:pt x="709" y="1"/>
                    </a:moveTo>
                    <a:cubicBezTo>
                      <a:pt x="317" y="1"/>
                      <a:pt x="1" y="317"/>
                      <a:pt x="1" y="709"/>
                    </a:cubicBezTo>
                    <a:cubicBezTo>
                      <a:pt x="1" y="1102"/>
                      <a:pt x="317" y="1417"/>
                      <a:pt x="709" y="1417"/>
                    </a:cubicBezTo>
                    <a:cubicBezTo>
                      <a:pt x="1102" y="1417"/>
                      <a:pt x="1417" y="1102"/>
                      <a:pt x="1417" y="709"/>
                    </a:cubicBezTo>
                    <a:cubicBezTo>
                      <a:pt x="1417" y="317"/>
                      <a:pt x="1102" y="1"/>
                      <a:pt x="7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/>
              <p:cNvSpPr/>
              <p:nvPr/>
            </p:nvSpPr>
            <p:spPr>
              <a:xfrm>
                <a:off x="2326496" y="3073169"/>
                <a:ext cx="44668" cy="41570"/>
              </a:xfrm>
              <a:custGeom>
                <a:avLst/>
                <a:gdLst/>
                <a:ahLst/>
                <a:cxnLst/>
                <a:rect l="l" t="t" r="r" b="b"/>
                <a:pathLst>
                  <a:path w="1701" h="1583" extrusionOk="0">
                    <a:moveTo>
                      <a:pt x="1366" y="1"/>
                    </a:moveTo>
                    <a:lnTo>
                      <a:pt x="188" y="1178"/>
                    </a:lnTo>
                    <a:cubicBezTo>
                      <a:pt x="0" y="1306"/>
                      <a:pt x="215" y="1582"/>
                      <a:pt x="390" y="1582"/>
                    </a:cubicBezTo>
                    <a:cubicBezTo>
                      <a:pt x="437" y="1582"/>
                      <a:pt x="481" y="1562"/>
                      <a:pt x="514" y="1513"/>
                    </a:cubicBezTo>
                    <a:lnTo>
                      <a:pt x="1701" y="336"/>
                    </a:lnTo>
                    <a:lnTo>
                      <a:pt x="136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/>
              <p:cNvSpPr/>
              <p:nvPr/>
            </p:nvSpPr>
            <p:spPr>
              <a:xfrm>
                <a:off x="2355566" y="2901954"/>
                <a:ext cx="188704" cy="185080"/>
              </a:xfrm>
              <a:custGeom>
                <a:avLst/>
                <a:gdLst/>
                <a:ahLst/>
                <a:cxnLst/>
                <a:rect l="l" t="t" r="r" b="b"/>
                <a:pathLst>
                  <a:path w="7186" h="7048" extrusionOk="0">
                    <a:moveTo>
                      <a:pt x="6868" y="0"/>
                    </a:moveTo>
                    <a:cubicBezTo>
                      <a:pt x="6825" y="0"/>
                      <a:pt x="6780" y="13"/>
                      <a:pt x="6738" y="42"/>
                    </a:cubicBezTo>
                    <a:lnTo>
                      <a:pt x="134" y="6645"/>
                    </a:lnTo>
                    <a:cubicBezTo>
                      <a:pt x="0" y="6789"/>
                      <a:pt x="96" y="7038"/>
                      <a:pt x="306" y="7047"/>
                    </a:cubicBezTo>
                    <a:cubicBezTo>
                      <a:pt x="364" y="7047"/>
                      <a:pt x="421" y="7018"/>
                      <a:pt x="469" y="6980"/>
                    </a:cubicBezTo>
                    <a:lnTo>
                      <a:pt x="7063" y="377"/>
                    </a:lnTo>
                    <a:cubicBezTo>
                      <a:pt x="7186" y="201"/>
                      <a:pt x="7039" y="0"/>
                      <a:pt x="68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9" name="Google Shape;1039;p41"/>
          <p:cNvGrpSpPr/>
          <p:nvPr/>
        </p:nvGrpSpPr>
        <p:grpSpPr>
          <a:xfrm>
            <a:off x="5775364" y="1555834"/>
            <a:ext cx="914390" cy="914390"/>
            <a:chOff x="876175" y="3855000"/>
            <a:chExt cx="651600" cy="651600"/>
          </a:xfrm>
        </p:grpSpPr>
        <p:sp>
          <p:nvSpPr>
            <p:cNvPr id="1040" name="Google Shape;1040;p41"/>
            <p:cNvSpPr/>
            <p:nvPr/>
          </p:nvSpPr>
          <p:spPr>
            <a:xfrm>
              <a:off x="876175" y="3855000"/>
              <a:ext cx="651600" cy="6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1" name="Google Shape;1041;p41"/>
            <p:cNvGrpSpPr/>
            <p:nvPr/>
          </p:nvGrpSpPr>
          <p:grpSpPr>
            <a:xfrm>
              <a:off x="1009934" y="4010899"/>
              <a:ext cx="384037" cy="339804"/>
              <a:chOff x="6221064" y="3811049"/>
              <a:chExt cx="364673" cy="339804"/>
            </a:xfrm>
          </p:grpSpPr>
          <p:sp>
            <p:nvSpPr>
              <p:cNvPr id="1042" name="Google Shape;1042;p41"/>
              <p:cNvSpPr/>
              <p:nvPr/>
            </p:nvSpPr>
            <p:spPr>
              <a:xfrm>
                <a:off x="6277838" y="4054558"/>
                <a:ext cx="45272" cy="45272"/>
              </a:xfrm>
              <a:custGeom>
                <a:avLst/>
                <a:gdLst/>
                <a:ahLst/>
                <a:cxnLst/>
                <a:rect l="l" t="t" r="r" b="b"/>
                <a:pathLst>
                  <a:path w="1724" h="1724" extrusionOk="0">
                    <a:moveTo>
                      <a:pt x="211" y="1"/>
                    </a:moveTo>
                    <a:cubicBezTo>
                      <a:pt x="97" y="1"/>
                      <a:pt x="1" y="96"/>
                      <a:pt x="1" y="221"/>
                    </a:cubicBezTo>
                    <a:lnTo>
                      <a:pt x="1" y="1513"/>
                    </a:lnTo>
                    <a:cubicBezTo>
                      <a:pt x="1" y="1628"/>
                      <a:pt x="97" y="1723"/>
                      <a:pt x="211" y="1723"/>
                    </a:cubicBezTo>
                    <a:lnTo>
                      <a:pt x="1513" y="1723"/>
                    </a:lnTo>
                    <a:cubicBezTo>
                      <a:pt x="1628" y="1723"/>
                      <a:pt x="1724" y="1628"/>
                      <a:pt x="1724" y="1513"/>
                    </a:cubicBezTo>
                    <a:lnTo>
                      <a:pt x="1724" y="221"/>
                    </a:lnTo>
                    <a:cubicBezTo>
                      <a:pt x="1724" y="96"/>
                      <a:pt x="1628" y="1"/>
                      <a:pt x="151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/>
              <p:cNvSpPr/>
              <p:nvPr/>
            </p:nvSpPr>
            <p:spPr>
              <a:xfrm>
                <a:off x="6426890" y="3935679"/>
                <a:ext cx="105828" cy="90728"/>
              </a:xfrm>
              <a:custGeom>
                <a:avLst/>
                <a:gdLst/>
                <a:ahLst/>
                <a:cxnLst/>
                <a:rect l="l" t="t" r="r" b="b"/>
                <a:pathLst>
                  <a:path w="4030" h="3455" extrusionOk="0">
                    <a:moveTo>
                      <a:pt x="2307" y="1"/>
                    </a:moveTo>
                    <a:cubicBezTo>
                      <a:pt x="766" y="1"/>
                      <a:pt x="0" y="1858"/>
                      <a:pt x="1082" y="2949"/>
                    </a:cubicBezTo>
                    <a:cubicBezTo>
                      <a:pt x="1434" y="3298"/>
                      <a:pt x="1866" y="3454"/>
                      <a:pt x="2290" y="3454"/>
                    </a:cubicBezTo>
                    <a:cubicBezTo>
                      <a:pt x="3178" y="3454"/>
                      <a:pt x="4029" y="2767"/>
                      <a:pt x="4029" y="1724"/>
                    </a:cubicBezTo>
                    <a:cubicBezTo>
                      <a:pt x="4029" y="767"/>
                      <a:pt x="3264" y="1"/>
                      <a:pt x="230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/>
              <p:cNvSpPr/>
              <p:nvPr/>
            </p:nvSpPr>
            <p:spPr>
              <a:xfrm>
                <a:off x="6306251" y="3833659"/>
                <a:ext cx="153070" cy="294585"/>
              </a:xfrm>
              <a:custGeom>
                <a:avLst/>
                <a:gdLst/>
                <a:ahLst/>
                <a:cxnLst/>
                <a:rect l="l" t="t" r="r" b="b"/>
                <a:pathLst>
                  <a:path w="5829" h="11218" extrusionOk="0">
                    <a:moveTo>
                      <a:pt x="5603" y="1"/>
                    </a:moveTo>
                    <a:cubicBezTo>
                      <a:pt x="5530" y="1"/>
                      <a:pt x="5464" y="39"/>
                      <a:pt x="5427" y="106"/>
                    </a:cubicBezTo>
                    <a:cubicBezTo>
                      <a:pt x="5015" y="756"/>
                      <a:pt x="4527" y="1359"/>
                      <a:pt x="3972" y="1895"/>
                    </a:cubicBezTo>
                    <a:cubicBezTo>
                      <a:pt x="3139" y="2709"/>
                      <a:pt x="1819" y="3666"/>
                      <a:pt x="211" y="3666"/>
                    </a:cubicBezTo>
                    <a:cubicBezTo>
                      <a:pt x="96" y="3666"/>
                      <a:pt x="0" y="3761"/>
                      <a:pt x="0" y="3876"/>
                    </a:cubicBezTo>
                    <a:lnTo>
                      <a:pt x="0" y="7331"/>
                    </a:lnTo>
                    <a:cubicBezTo>
                      <a:pt x="0" y="7456"/>
                      <a:pt x="96" y="7551"/>
                      <a:pt x="211" y="7551"/>
                    </a:cubicBezTo>
                    <a:cubicBezTo>
                      <a:pt x="1809" y="7551"/>
                      <a:pt x="3139" y="8508"/>
                      <a:pt x="3972" y="9312"/>
                    </a:cubicBezTo>
                    <a:cubicBezTo>
                      <a:pt x="4527" y="9848"/>
                      <a:pt x="5015" y="10451"/>
                      <a:pt x="5427" y="11111"/>
                    </a:cubicBezTo>
                    <a:cubicBezTo>
                      <a:pt x="5467" y="11185"/>
                      <a:pt x="5535" y="11217"/>
                      <a:pt x="5604" y="11217"/>
                    </a:cubicBezTo>
                    <a:cubicBezTo>
                      <a:pt x="5716" y="11217"/>
                      <a:pt x="5829" y="11132"/>
                      <a:pt x="5829" y="10997"/>
                    </a:cubicBezTo>
                    <a:lnTo>
                      <a:pt x="5829" y="211"/>
                    </a:lnTo>
                    <a:cubicBezTo>
                      <a:pt x="5829" y="115"/>
                      <a:pt x="5762" y="29"/>
                      <a:pt x="5666" y="10"/>
                    </a:cubicBezTo>
                    <a:cubicBezTo>
                      <a:pt x="5645" y="4"/>
                      <a:pt x="5624" y="1"/>
                      <a:pt x="560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/>
              <p:cNvSpPr/>
              <p:nvPr/>
            </p:nvSpPr>
            <p:spPr>
              <a:xfrm>
                <a:off x="6447740" y="3811049"/>
                <a:ext cx="45509" cy="339804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12940" extrusionOk="0">
                    <a:moveTo>
                      <a:pt x="221" y="0"/>
                    </a:moveTo>
                    <a:cubicBezTo>
                      <a:pt x="96" y="0"/>
                      <a:pt x="0" y="96"/>
                      <a:pt x="0" y="211"/>
                    </a:cubicBezTo>
                    <a:lnTo>
                      <a:pt x="0" y="12728"/>
                    </a:lnTo>
                    <a:cubicBezTo>
                      <a:pt x="0" y="12843"/>
                      <a:pt x="96" y="12939"/>
                      <a:pt x="221" y="12939"/>
                    </a:cubicBezTo>
                    <a:lnTo>
                      <a:pt x="1513" y="12939"/>
                    </a:lnTo>
                    <a:cubicBezTo>
                      <a:pt x="1627" y="12939"/>
                      <a:pt x="1733" y="12843"/>
                      <a:pt x="1733" y="12728"/>
                    </a:cubicBezTo>
                    <a:lnTo>
                      <a:pt x="1733" y="211"/>
                    </a:lnTo>
                    <a:cubicBezTo>
                      <a:pt x="1733" y="96"/>
                      <a:pt x="1627" y="0"/>
                      <a:pt x="15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41"/>
              <p:cNvSpPr/>
              <p:nvPr/>
            </p:nvSpPr>
            <p:spPr>
              <a:xfrm>
                <a:off x="6221300" y="3929902"/>
                <a:ext cx="45272" cy="102073"/>
              </a:xfrm>
              <a:custGeom>
                <a:avLst/>
                <a:gdLst/>
                <a:ahLst/>
                <a:cxnLst/>
                <a:rect l="l" t="t" r="r" b="b"/>
                <a:pathLst>
                  <a:path w="1724" h="3887" extrusionOk="0">
                    <a:moveTo>
                      <a:pt x="1072" y="1"/>
                    </a:moveTo>
                    <a:cubicBezTo>
                      <a:pt x="479" y="1"/>
                      <a:pt x="1" y="479"/>
                      <a:pt x="1" y="1082"/>
                    </a:cubicBezTo>
                    <a:lnTo>
                      <a:pt x="1" y="2814"/>
                    </a:lnTo>
                    <a:cubicBezTo>
                      <a:pt x="1" y="3408"/>
                      <a:pt x="479" y="3886"/>
                      <a:pt x="1072" y="3886"/>
                    </a:cubicBezTo>
                    <a:lnTo>
                      <a:pt x="1503" y="3886"/>
                    </a:lnTo>
                    <a:cubicBezTo>
                      <a:pt x="1628" y="3886"/>
                      <a:pt x="1723" y="3791"/>
                      <a:pt x="1723" y="3676"/>
                    </a:cubicBezTo>
                    <a:lnTo>
                      <a:pt x="1723" y="221"/>
                    </a:lnTo>
                    <a:cubicBezTo>
                      <a:pt x="1723" y="96"/>
                      <a:pt x="1628" y="1"/>
                      <a:pt x="150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41"/>
              <p:cNvSpPr/>
              <p:nvPr/>
            </p:nvSpPr>
            <p:spPr>
              <a:xfrm>
                <a:off x="6221064" y="3935180"/>
                <a:ext cx="45509" cy="96794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3686" extrusionOk="0">
                    <a:moveTo>
                      <a:pt x="459" y="1"/>
                    </a:moveTo>
                    <a:lnTo>
                      <a:pt x="459" y="1"/>
                    </a:lnTo>
                    <a:cubicBezTo>
                      <a:pt x="172" y="202"/>
                      <a:pt x="0" y="527"/>
                      <a:pt x="0" y="881"/>
                    </a:cubicBezTo>
                    <a:lnTo>
                      <a:pt x="0" y="2613"/>
                    </a:lnTo>
                    <a:cubicBezTo>
                      <a:pt x="0" y="3207"/>
                      <a:pt x="488" y="3685"/>
                      <a:pt x="1081" y="3685"/>
                    </a:cubicBezTo>
                    <a:lnTo>
                      <a:pt x="1512" y="3685"/>
                    </a:lnTo>
                    <a:cubicBezTo>
                      <a:pt x="1627" y="3685"/>
                      <a:pt x="1732" y="3590"/>
                      <a:pt x="1732" y="3475"/>
                    </a:cubicBezTo>
                    <a:lnTo>
                      <a:pt x="1732" y="3035"/>
                    </a:lnTo>
                    <a:lnTo>
                      <a:pt x="1081" y="3035"/>
                    </a:lnTo>
                    <a:cubicBezTo>
                      <a:pt x="727" y="3035"/>
                      <a:pt x="440" y="2747"/>
                      <a:pt x="440" y="2393"/>
                    </a:cubicBezTo>
                    <a:lnTo>
                      <a:pt x="440" y="240"/>
                    </a:lnTo>
                    <a:cubicBezTo>
                      <a:pt x="431" y="154"/>
                      <a:pt x="440" y="77"/>
                      <a:pt x="4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41"/>
              <p:cNvSpPr/>
              <p:nvPr/>
            </p:nvSpPr>
            <p:spPr>
              <a:xfrm>
                <a:off x="6260769" y="3929902"/>
                <a:ext cx="56800" cy="102073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3887" extrusionOk="0">
                    <a:moveTo>
                      <a:pt x="0" y="1"/>
                    </a:moveTo>
                    <a:lnTo>
                      <a:pt x="0" y="3886"/>
                    </a:lnTo>
                    <a:lnTo>
                      <a:pt x="2163" y="3886"/>
                    </a:lnTo>
                    <a:lnTo>
                      <a:pt x="21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41"/>
              <p:cNvSpPr/>
              <p:nvPr/>
            </p:nvSpPr>
            <p:spPr>
              <a:xfrm>
                <a:off x="6260769" y="4031686"/>
                <a:ext cx="56800" cy="90755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3456" extrusionOk="0">
                    <a:moveTo>
                      <a:pt x="10" y="1"/>
                    </a:moveTo>
                    <a:lnTo>
                      <a:pt x="0" y="3245"/>
                    </a:lnTo>
                    <a:cubicBezTo>
                      <a:pt x="0" y="3360"/>
                      <a:pt x="96" y="3456"/>
                      <a:pt x="220" y="3456"/>
                    </a:cubicBezTo>
                    <a:lnTo>
                      <a:pt x="1082" y="3456"/>
                    </a:lnTo>
                    <a:cubicBezTo>
                      <a:pt x="1177" y="3456"/>
                      <a:pt x="1263" y="3389"/>
                      <a:pt x="1292" y="3293"/>
                    </a:cubicBezTo>
                    <a:lnTo>
                      <a:pt x="216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41"/>
              <p:cNvSpPr/>
              <p:nvPr/>
            </p:nvSpPr>
            <p:spPr>
              <a:xfrm>
                <a:off x="6553542" y="3975148"/>
                <a:ext cx="32195" cy="11581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441" extrusionOk="0">
                    <a:moveTo>
                      <a:pt x="288" y="0"/>
                    </a:moveTo>
                    <a:cubicBezTo>
                      <a:pt x="1" y="0"/>
                      <a:pt x="1" y="441"/>
                      <a:pt x="288" y="441"/>
                    </a:cubicBezTo>
                    <a:lnTo>
                      <a:pt x="938" y="441"/>
                    </a:lnTo>
                    <a:cubicBezTo>
                      <a:pt x="1226" y="441"/>
                      <a:pt x="1226" y="0"/>
                      <a:pt x="9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41"/>
              <p:cNvSpPr/>
              <p:nvPr/>
            </p:nvSpPr>
            <p:spPr>
              <a:xfrm>
                <a:off x="6532192" y="3911100"/>
                <a:ext cx="27442" cy="23608"/>
              </a:xfrm>
              <a:custGeom>
                <a:avLst/>
                <a:gdLst/>
                <a:ahLst/>
                <a:cxnLst/>
                <a:rect l="l" t="t" r="r" b="b"/>
                <a:pathLst>
                  <a:path w="1045" h="899" extrusionOk="0">
                    <a:moveTo>
                      <a:pt x="732" y="0"/>
                    </a:moveTo>
                    <a:cubicBezTo>
                      <a:pt x="682" y="0"/>
                      <a:pt x="630" y="20"/>
                      <a:pt x="584" y="66"/>
                    </a:cubicBezTo>
                    <a:lnTo>
                      <a:pt x="124" y="525"/>
                    </a:lnTo>
                    <a:cubicBezTo>
                      <a:pt x="0" y="659"/>
                      <a:pt x="86" y="889"/>
                      <a:pt x="278" y="899"/>
                    </a:cubicBezTo>
                    <a:cubicBezTo>
                      <a:pt x="335" y="889"/>
                      <a:pt x="392" y="870"/>
                      <a:pt x="431" y="832"/>
                    </a:cubicBezTo>
                    <a:lnTo>
                      <a:pt x="890" y="372"/>
                    </a:lnTo>
                    <a:cubicBezTo>
                      <a:pt x="1045" y="218"/>
                      <a:pt x="899" y="0"/>
                      <a:pt x="7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41"/>
              <p:cNvSpPr/>
              <p:nvPr/>
            </p:nvSpPr>
            <p:spPr>
              <a:xfrm>
                <a:off x="6531221" y="4027327"/>
                <a:ext cx="27626" cy="23503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895" extrusionOk="0">
                    <a:moveTo>
                      <a:pt x="310" y="0"/>
                    </a:moveTo>
                    <a:cubicBezTo>
                      <a:pt x="141" y="0"/>
                      <a:pt x="1" y="217"/>
                      <a:pt x="161" y="377"/>
                    </a:cubicBezTo>
                    <a:lnTo>
                      <a:pt x="621" y="827"/>
                    </a:lnTo>
                    <a:cubicBezTo>
                      <a:pt x="659" y="875"/>
                      <a:pt x="707" y="894"/>
                      <a:pt x="774" y="894"/>
                    </a:cubicBezTo>
                    <a:cubicBezTo>
                      <a:pt x="956" y="894"/>
                      <a:pt x="1051" y="664"/>
                      <a:pt x="918" y="530"/>
                    </a:cubicBezTo>
                    <a:lnTo>
                      <a:pt x="468" y="71"/>
                    </a:lnTo>
                    <a:cubicBezTo>
                      <a:pt x="418" y="21"/>
                      <a:pt x="363" y="0"/>
                      <a:pt x="31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3" name="Google Shape;1053;p41"/>
          <p:cNvGrpSpPr/>
          <p:nvPr/>
        </p:nvGrpSpPr>
        <p:grpSpPr>
          <a:xfrm>
            <a:off x="7314127" y="2415487"/>
            <a:ext cx="1079198" cy="2176323"/>
            <a:chOff x="3110602" y="1984212"/>
            <a:chExt cx="1079198" cy="2176323"/>
          </a:xfrm>
        </p:grpSpPr>
        <p:grpSp>
          <p:nvGrpSpPr>
            <p:cNvPr id="1054" name="Google Shape;1054;p41"/>
            <p:cNvGrpSpPr/>
            <p:nvPr/>
          </p:nvGrpSpPr>
          <p:grpSpPr>
            <a:xfrm>
              <a:off x="3110602" y="1984212"/>
              <a:ext cx="1043840" cy="2171849"/>
              <a:chOff x="2580725" y="238000"/>
              <a:chExt cx="2493050" cy="5187125"/>
            </a:xfrm>
          </p:grpSpPr>
          <p:sp>
            <p:nvSpPr>
              <p:cNvPr id="1055" name="Google Shape;1055;p41"/>
              <p:cNvSpPr/>
              <p:nvPr/>
            </p:nvSpPr>
            <p:spPr>
              <a:xfrm>
                <a:off x="4534000" y="2466225"/>
                <a:ext cx="304400" cy="430100"/>
              </a:xfrm>
              <a:custGeom>
                <a:avLst/>
                <a:gdLst/>
                <a:ahLst/>
                <a:cxnLst/>
                <a:rect l="l" t="t" r="r" b="b"/>
                <a:pathLst>
                  <a:path w="12176" h="17204" extrusionOk="0">
                    <a:moveTo>
                      <a:pt x="3007" y="0"/>
                    </a:moveTo>
                    <a:cubicBezTo>
                      <a:pt x="2662" y="3253"/>
                      <a:pt x="0" y="12570"/>
                      <a:pt x="542" y="12964"/>
                    </a:cubicBezTo>
                    <a:cubicBezTo>
                      <a:pt x="570" y="12982"/>
                      <a:pt x="598" y="12990"/>
                      <a:pt x="628" y="12990"/>
                    </a:cubicBezTo>
                    <a:cubicBezTo>
                      <a:pt x="1149" y="12990"/>
                      <a:pt x="1982" y="10417"/>
                      <a:pt x="2391" y="10417"/>
                    </a:cubicBezTo>
                    <a:cubicBezTo>
                      <a:pt x="2418" y="10417"/>
                      <a:pt x="2442" y="10428"/>
                      <a:pt x="2465" y="10450"/>
                    </a:cubicBezTo>
                    <a:cubicBezTo>
                      <a:pt x="2859" y="10894"/>
                      <a:pt x="1726" y="16021"/>
                      <a:pt x="2366" y="16218"/>
                    </a:cubicBezTo>
                    <a:cubicBezTo>
                      <a:pt x="2394" y="16229"/>
                      <a:pt x="2422" y="16234"/>
                      <a:pt x="2450" y="16234"/>
                    </a:cubicBezTo>
                    <a:cubicBezTo>
                      <a:pt x="3308" y="16234"/>
                      <a:pt x="4141" y="11241"/>
                      <a:pt x="4141" y="11239"/>
                    </a:cubicBezTo>
                    <a:lnTo>
                      <a:pt x="4141" y="11239"/>
                    </a:lnTo>
                    <a:cubicBezTo>
                      <a:pt x="4141" y="11241"/>
                      <a:pt x="3451" y="17105"/>
                      <a:pt x="4289" y="17204"/>
                    </a:cubicBezTo>
                    <a:cubicBezTo>
                      <a:pt x="4930" y="17204"/>
                      <a:pt x="5620" y="12767"/>
                      <a:pt x="6162" y="11091"/>
                    </a:cubicBezTo>
                    <a:lnTo>
                      <a:pt x="6162" y="11091"/>
                    </a:lnTo>
                    <a:cubicBezTo>
                      <a:pt x="5817" y="12964"/>
                      <a:pt x="5718" y="16021"/>
                      <a:pt x="6310" y="16119"/>
                    </a:cubicBezTo>
                    <a:cubicBezTo>
                      <a:pt x="6315" y="16120"/>
                      <a:pt x="6320" y="16120"/>
                      <a:pt x="6325" y="16120"/>
                    </a:cubicBezTo>
                    <a:cubicBezTo>
                      <a:pt x="6960" y="16120"/>
                      <a:pt x="7547" y="13094"/>
                      <a:pt x="8084" y="10845"/>
                    </a:cubicBezTo>
                    <a:lnTo>
                      <a:pt x="8084" y="10845"/>
                    </a:lnTo>
                    <a:cubicBezTo>
                      <a:pt x="7838" y="12274"/>
                      <a:pt x="7592" y="14986"/>
                      <a:pt x="8183" y="15035"/>
                    </a:cubicBezTo>
                    <a:cubicBezTo>
                      <a:pt x="8185" y="15035"/>
                      <a:pt x="8187" y="15035"/>
                      <a:pt x="8189" y="15035"/>
                    </a:cubicBezTo>
                    <a:cubicBezTo>
                      <a:pt x="8787" y="15035"/>
                      <a:pt x="10653" y="7815"/>
                      <a:pt x="12176" y="986"/>
                    </a:cubicBezTo>
                    <a:lnTo>
                      <a:pt x="3007" y="0"/>
                    </a:lnTo>
                    <a:close/>
                  </a:path>
                </a:pathLst>
              </a:custGeom>
              <a:solidFill>
                <a:srgbClr val="F49C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41"/>
              <p:cNvSpPr/>
              <p:nvPr/>
            </p:nvSpPr>
            <p:spPr>
              <a:xfrm>
                <a:off x="4499500" y="1344775"/>
                <a:ext cx="574275" cy="1337125"/>
              </a:xfrm>
              <a:custGeom>
                <a:avLst/>
                <a:gdLst/>
                <a:ahLst/>
                <a:cxnLst/>
                <a:rect l="l" t="t" r="r" b="b"/>
                <a:pathLst>
                  <a:path w="22971" h="53485" extrusionOk="0">
                    <a:moveTo>
                      <a:pt x="15035" y="0"/>
                    </a:moveTo>
                    <a:lnTo>
                      <a:pt x="0" y="3895"/>
                    </a:lnTo>
                    <a:lnTo>
                      <a:pt x="8577" y="23662"/>
                    </a:lnTo>
                    <a:cubicBezTo>
                      <a:pt x="8577" y="23662"/>
                      <a:pt x="2613" y="48999"/>
                      <a:pt x="2613" y="50034"/>
                    </a:cubicBezTo>
                    <a:cubicBezTo>
                      <a:pt x="2613" y="51118"/>
                      <a:pt x="11190" y="53485"/>
                      <a:pt x="11190" y="53485"/>
                    </a:cubicBezTo>
                    <a:cubicBezTo>
                      <a:pt x="11190" y="53485"/>
                      <a:pt x="22971" y="29380"/>
                      <a:pt x="21098" y="15183"/>
                    </a:cubicBezTo>
                    <a:cubicBezTo>
                      <a:pt x="20358" y="9415"/>
                      <a:pt x="15035" y="0"/>
                      <a:pt x="15035" y="0"/>
                    </a:cubicBezTo>
                    <a:close/>
                  </a:path>
                </a:pathLst>
              </a:custGeom>
              <a:solidFill>
                <a:srgbClr val="F49C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41"/>
              <p:cNvSpPr/>
              <p:nvPr/>
            </p:nvSpPr>
            <p:spPr>
              <a:xfrm>
                <a:off x="3960950" y="573325"/>
                <a:ext cx="299475" cy="319875"/>
              </a:xfrm>
              <a:custGeom>
                <a:avLst/>
                <a:gdLst/>
                <a:ahLst/>
                <a:cxnLst/>
                <a:rect l="l" t="t" r="r" b="b"/>
                <a:pathLst>
                  <a:path w="11979" h="12795" extrusionOk="0">
                    <a:moveTo>
                      <a:pt x="10845" y="0"/>
                    </a:moveTo>
                    <a:lnTo>
                      <a:pt x="691" y="2958"/>
                    </a:lnTo>
                    <a:lnTo>
                      <a:pt x="1" y="9908"/>
                    </a:lnTo>
                    <a:cubicBezTo>
                      <a:pt x="2028" y="12095"/>
                      <a:pt x="4151" y="12794"/>
                      <a:pt x="6037" y="12794"/>
                    </a:cubicBezTo>
                    <a:cubicBezTo>
                      <a:pt x="9380" y="12794"/>
                      <a:pt x="11979" y="10598"/>
                      <a:pt x="11979" y="10598"/>
                    </a:cubicBezTo>
                    <a:lnTo>
                      <a:pt x="10845" y="0"/>
                    </a:lnTo>
                    <a:close/>
                  </a:path>
                </a:pathLst>
              </a:custGeom>
              <a:solidFill>
                <a:srgbClr val="F49C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41"/>
              <p:cNvSpPr/>
              <p:nvPr/>
            </p:nvSpPr>
            <p:spPr>
              <a:xfrm>
                <a:off x="3838950" y="307050"/>
                <a:ext cx="420250" cy="387350"/>
              </a:xfrm>
              <a:custGeom>
                <a:avLst/>
                <a:gdLst/>
                <a:ahLst/>
                <a:cxnLst/>
                <a:rect l="l" t="t" r="r" b="b"/>
                <a:pathLst>
                  <a:path w="16810" h="15494" extrusionOk="0">
                    <a:moveTo>
                      <a:pt x="7031" y="1"/>
                    </a:moveTo>
                    <a:cubicBezTo>
                      <a:pt x="6915" y="1"/>
                      <a:pt x="6852" y="3"/>
                      <a:pt x="6852" y="3"/>
                    </a:cubicBezTo>
                    <a:cubicBezTo>
                      <a:pt x="6852" y="3"/>
                      <a:pt x="0" y="9468"/>
                      <a:pt x="2810" y="13017"/>
                    </a:cubicBezTo>
                    <a:cubicBezTo>
                      <a:pt x="4170" y="14766"/>
                      <a:pt x="6977" y="15493"/>
                      <a:pt x="9217" y="15493"/>
                    </a:cubicBezTo>
                    <a:cubicBezTo>
                      <a:pt x="10388" y="15493"/>
                      <a:pt x="11404" y="15295"/>
                      <a:pt x="11979" y="14940"/>
                    </a:cubicBezTo>
                    <a:cubicBezTo>
                      <a:pt x="12373" y="12968"/>
                      <a:pt x="16810" y="6560"/>
                      <a:pt x="16070" y="5130"/>
                    </a:cubicBezTo>
                    <a:cubicBezTo>
                      <a:pt x="13626" y="241"/>
                      <a:pt x="8096" y="1"/>
                      <a:pt x="7031" y="1"/>
                    </a:cubicBezTo>
                    <a:close/>
                  </a:path>
                </a:pathLst>
              </a:custGeom>
              <a:solidFill>
                <a:srgbClr val="F49C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41"/>
              <p:cNvSpPr/>
              <p:nvPr/>
            </p:nvSpPr>
            <p:spPr>
              <a:xfrm>
                <a:off x="3925200" y="238000"/>
                <a:ext cx="410400" cy="437900"/>
              </a:xfrm>
              <a:custGeom>
                <a:avLst/>
                <a:gdLst/>
                <a:ahLst/>
                <a:cxnLst/>
                <a:rect l="l" t="t" r="r" b="b"/>
                <a:pathLst>
                  <a:path w="16416" h="17516" extrusionOk="0">
                    <a:moveTo>
                      <a:pt x="1583" y="0"/>
                    </a:moveTo>
                    <a:cubicBezTo>
                      <a:pt x="1166" y="0"/>
                      <a:pt x="816" y="89"/>
                      <a:pt x="642" y="399"/>
                    </a:cubicBezTo>
                    <a:cubicBezTo>
                      <a:pt x="100" y="1484"/>
                      <a:pt x="1" y="3653"/>
                      <a:pt x="1036" y="4589"/>
                    </a:cubicBezTo>
                    <a:cubicBezTo>
                      <a:pt x="1628" y="5132"/>
                      <a:pt x="2416" y="5477"/>
                      <a:pt x="3205" y="5625"/>
                    </a:cubicBezTo>
                    <a:cubicBezTo>
                      <a:pt x="4437" y="5871"/>
                      <a:pt x="5670" y="7054"/>
                      <a:pt x="5078" y="8336"/>
                    </a:cubicBezTo>
                    <a:cubicBezTo>
                      <a:pt x="4881" y="8681"/>
                      <a:pt x="4487" y="9272"/>
                      <a:pt x="4733" y="9519"/>
                    </a:cubicBezTo>
                    <a:cubicBezTo>
                      <a:pt x="4980" y="9667"/>
                      <a:pt x="5226" y="9815"/>
                      <a:pt x="5473" y="9913"/>
                    </a:cubicBezTo>
                    <a:cubicBezTo>
                      <a:pt x="5966" y="10160"/>
                      <a:pt x="5916" y="10899"/>
                      <a:pt x="5621" y="11392"/>
                    </a:cubicBezTo>
                    <a:cubicBezTo>
                      <a:pt x="5325" y="11836"/>
                      <a:pt x="5473" y="12378"/>
                      <a:pt x="5177" y="12822"/>
                    </a:cubicBezTo>
                    <a:cubicBezTo>
                      <a:pt x="4437" y="13906"/>
                      <a:pt x="5275" y="15878"/>
                      <a:pt x="6409" y="16568"/>
                    </a:cubicBezTo>
                    <a:cubicBezTo>
                      <a:pt x="7044" y="16980"/>
                      <a:pt x="8619" y="17516"/>
                      <a:pt x="10304" y="17516"/>
                    </a:cubicBezTo>
                    <a:cubicBezTo>
                      <a:pt x="11237" y="17516"/>
                      <a:pt x="12204" y="17352"/>
                      <a:pt x="13064" y="16913"/>
                    </a:cubicBezTo>
                    <a:cubicBezTo>
                      <a:pt x="15134" y="15828"/>
                      <a:pt x="16367" y="12920"/>
                      <a:pt x="16416" y="7646"/>
                    </a:cubicBezTo>
                    <a:cubicBezTo>
                      <a:pt x="16368" y="5695"/>
                      <a:pt x="14989" y="4387"/>
                      <a:pt x="14184" y="4387"/>
                    </a:cubicBezTo>
                    <a:cubicBezTo>
                      <a:pt x="14155" y="4387"/>
                      <a:pt x="14127" y="4389"/>
                      <a:pt x="14099" y="4392"/>
                    </a:cubicBezTo>
                    <a:cubicBezTo>
                      <a:pt x="13927" y="1297"/>
                      <a:pt x="11206" y="76"/>
                      <a:pt x="6033" y="76"/>
                    </a:cubicBezTo>
                    <a:cubicBezTo>
                      <a:pt x="5274" y="76"/>
                      <a:pt x="4463" y="102"/>
                      <a:pt x="3599" y="153"/>
                    </a:cubicBezTo>
                    <a:cubicBezTo>
                      <a:pt x="3529" y="160"/>
                      <a:pt x="3456" y="164"/>
                      <a:pt x="3379" y="164"/>
                    </a:cubicBezTo>
                    <a:cubicBezTo>
                      <a:pt x="2835" y="164"/>
                      <a:pt x="2147" y="0"/>
                      <a:pt x="15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41"/>
              <p:cNvSpPr/>
              <p:nvPr/>
            </p:nvSpPr>
            <p:spPr>
              <a:xfrm>
                <a:off x="4001625" y="457600"/>
                <a:ext cx="107225" cy="117175"/>
              </a:xfrm>
              <a:custGeom>
                <a:avLst/>
                <a:gdLst/>
                <a:ahLst/>
                <a:cxnLst/>
                <a:rect l="l" t="t" r="r" b="b"/>
                <a:pathLst>
                  <a:path w="4289" h="4687" extrusionOk="0">
                    <a:moveTo>
                      <a:pt x="2625" y="1"/>
                    </a:moveTo>
                    <a:cubicBezTo>
                      <a:pt x="2191" y="1"/>
                      <a:pt x="1671" y="292"/>
                      <a:pt x="1085" y="1031"/>
                    </a:cubicBezTo>
                    <a:lnTo>
                      <a:pt x="0" y="3840"/>
                    </a:lnTo>
                    <a:cubicBezTo>
                      <a:pt x="55" y="4416"/>
                      <a:pt x="399" y="4687"/>
                      <a:pt x="906" y="4687"/>
                    </a:cubicBezTo>
                    <a:cubicBezTo>
                      <a:pt x="1311" y="4687"/>
                      <a:pt x="1819" y="4514"/>
                      <a:pt x="2366" y="4185"/>
                    </a:cubicBezTo>
                    <a:cubicBezTo>
                      <a:pt x="2958" y="3840"/>
                      <a:pt x="4289" y="1671"/>
                      <a:pt x="3599" y="636"/>
                    </a:cubicBezTo>
                    <a:cubicBezTo>
                      <a:pt x="3361" y="255"/>
                      <a:pt x="3030" y="1"/>
                      <a:pt x="2625" y="1"/>
                    </a:cubicBezTo>
                    <a:close/>
                  </a:path>
                </a:pathLst>
              </a:custGeom>
              <a:solidFill>
                <a:srgbClr val="F49C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41"/>
              <p:cNvSpPr/>
              <p:nvPr/>
            </p:nvSpPr>
            <p:spPr>
              <a:xfrm>
                <a:off x="3944925" y="426500"/>
                <a:ext cx="30825" cy="33800"/>
              </a:xfrm>
              <a:custGeom>
                <a:avLst/>
                <a:gdLst/>
                <a:ahLst/>
                <a:cxnLst/>
                <a:rect l="l" t="t" r="r" b="b"/>
                <a:pathLst>
                  <a:path w="1233" h="1352" extrusionOk="0">
                    <a:moveTo>
                      <a:pt x="827" y="0"/>
                    </a:moveTo>
                    <a:cubicBezTo>
                      <a:pt x="764" y="0"/>
                      <a:pt x="686" y="32"/>
                      <a:pt x="592" y="106"/>
                    </a:cubicBezTo>
                    <a:cubicBezTo>
                      <a:pt x="296" y="401"/>
                      <a:pt x="1" y="845"/>
                      <a:pt x="149" y="1239"/>
                    </a:cubicBezTo>
                    <a:cubicBezTo>
                      <a:pt x="188" y="1279"/>
                      <a:pt x="261" y="1351"/>
                      <a:pt x="365" y="1351"/>
                    </a:cubicBezTo>
                    <a:cubicBezTo>
                      <a:pt x="390" y="1351"/>
                      <a:pt x="416" y="1347"/>
                      <a:pt x="444" y="1338"/>
                    </a:cubicBezTo>
                    <a:cubicBezTo>
                      <a:pt x="1041" y="1295"/>
                      <a:pt x="1232" y="0"/>
                      <a:pt x="8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41"/>
              <p:cNvSpPr/>
              <p:nvPr/>
            </p:nvSpPr>
            <p:spPr>
              <a:xfrm>
                <a:off x="3962175" y="395850"/>
                <a:ext cx="35775" cy="28375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1135" fill="none" extrusionOk="0">
                    <a:moveTo>
                      <a:pt x="1" y="1"/>
                    </a:moveTo>
                    <a:cubicBezTo>
                      <a:pt x="592" y="198"/>
                      <a:pt x="1135" y="641"/>
                      <a:pt x="1430" y="1134"/>
                    </a:cubicBezTo>
                  </a:path>
                </a:pathLst>
              </a:custGeom>
              <a:noFill/>
              <a:ln w="11100" cap="flat" cmpd="sng">
                <a:solidFill>
                  <a:schemeClr val="dk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41"/>
              <p:cNvSpPr/>
              <p:nvPr/>
            </p:nvSpPr>
            <p:spPr>
              <a:xfrm>
                <a:off x="3898100" y="533875"/>
                <a:ext cx="64100" cy="60275"/>
              </a:xfrm>
              <a:custGeom>
                <a:avLst/>
                <a:gdLst/>
                <a:ahLst/>
                <a:cxnLst/>
                <a:rect l="l" t="t" r="r" b="b"/>
                <a:pathLst>
                  <a:path w="2564" h="2411" extrusionOk="0">
                    <a:moveTo>
                      <a:pt x="986" y="1"/>
                    </a:moveTo>
                    <a:cubicBezTo>
                      <a:pt x="986" y="1"/>
                      <a:pt x="1" y="1972"/>
                      <a:pt x="691" y="2367"/>
                    </a:cubicBezTo>
                    <a:cubicBezTo>
                      <a:pt x="755" y="2397"/>
                      <a:pt x="821" y="2410"/>
                      <a:pt x="890" y="2410"/>
                    </a:cubicBezTo>
                    <a:cubicBezTo>
                      <a:pt x="1618" y="2410"/>
                      <a:pt x="2564" y="888"/>
                      <a:pt x="2564" y="888"/>
                    </a:cubicBez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41"/>
              <p:cNvSpPr/>
              <p:nvPr/>
            </p:nvSpPr>
            <p:spPr>
              <a:xfrm>
                <a:off x="3369425" y="5195875"/>
                <a:ext cx="621125" cy="229250"/>
              </a:xfrm>
              <a:custGeom>
                <a:avLst/>
                <a:gdLst/>
                <a:ahLst/>
                <a:cxnLst/>
                <a:rect l="l" t="t" r="r" b="b"/>
                <a:pathLst>
                  <a:path w="24845" h="9170" extrusionOk="0">
                    <a:moveTo>
                      <a:pt x="21295" y="1"/>
                    </a:moveTo>
                    <a:lnTo>
                      <a:pt x="10106" y="592"/>
                    </a:lnTo>
                    <a:cubicBezTo>
                      <a:pt x="9120" y="1776"/>
                      <a:pt x="7937" y="2761"/>
                      <a:pt x="6606" y="3550"/>
                    </a:cubicBezTo>
                    <a:cubicBezTo>
                      <a:pt x="641" y="7001"/>
                      <a:pt x="0" y="9170"/>
                      <a:pt x="0" y="9170"/>
                    </a:cubicBezTo>
                    <a:lnTo>
                      <a:pt x="24845" y="9170"/>
                    </a:lnTo>
                    <a:cubicBezTo>
                      <a:pt x="24845" y="7839"/>
                      <a:pt x="24795" y="6557"/>
                      <a:pt x="24598" y="5275"/>
                    </a:cubicBezTo>
                    <a:cubicBezTo>
                      <a:pt x="24253" y="3304"/>
                      <a:pt x="23464" y="494"/>
                      <a:pt x="23464" y="494"/>
                    </a:cubicBezTo>
                    <a:lnTo>
                      <a:pt x="212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41"/>
              <p:cNvSpPr/>
              <p:nvPr/>
            </p:nvSpPr>
            <p:spPr>
              <a:xfrm>
                <a:off x="3601100" y="4892725"/>
                <a:ext cx="364800" cy="347550"/>
              </a:xfrm>
              <a:custGeom>
                <a:avLst/>
                <a:gdLst/>
                <a:ahLst/>
                <a:cxnLst/>
                <a:rect l="l" t="t" r="r" b="b"/>
                <a:pathLst>
                  <a:path w="14592" h="13902" extrusionOk="0">
                    <a:moveTo>
                      <a:pt x="1" y="1"/>
                    </a:moveTo>
                    <a:lnTo>
                      <a:pt x="839" y="12718"/>
                    </a:lnTo>
                    <a:cubicBezTo>
                      <a:pt x="3451" y="13458"/>
                      <a:pt x="6212" y="13852"/>
                      <a:pt x="8923" y="13902"/>
                    </a:cubicBezTo>
                    <a:cubicBezTo>
                      <a:pt x="13162" y="13902"/>
                      <a:pt x="14197" y="12620"/>
                      <a:pt x="14197" y="12620"/>
                    </a:cubicBezTo>
                    <a:lnTo>
                      <a:pt x="14592" y="320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2B1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41"/>
              <p:cNvSpPr/>
              <p:nvPr/>
            </p:nvSpPr>
            <p:spPr>
              <a:xfrm>
                <a:off x="4253025" y="5195875"/>
                <a:ext cx="622350" cy="229250"/>
              </a:xfrm>
              <a:custGeom>
                <a:avLst/>
                <a:gdLst/>
                <a:ahLst/>
                <a:cxnLst/>
                <a:rect l="l" t="t" r="r" b="b"/>
                <a:pathLst>
                  <a:path w="24894" h="9170" extrusionOk="0">
                    <a:moveTo>
                      <a:pt x="21295" y="1"/>
                    </a:moveTo>
                    <a:lnTo>
                      <a:pt x="10105" y="592"/>
                    </a:lnTo>
                    <a:cubicBezTo>
                      <a:pt x="9120" y="1776"/>
                      <a:pt x="7937" y="2761"/>
                      <a:pt x="6606" y="3550"/>
                    </a:cubicBezTo>
                    <a:cubicBezTo>
                      <a:pt x="641" y="7001"/>
                      <a:pt x="0" y="9170"/>
                      <a:pt x="0" y="9170"/>
                    </a:cubicBezTo>
                    <a:lnTo>
                      <a:pt x="24844" y="9170"/>
                    </a:lnTo>
                    <a:cubicBezTo>
                      <a:pt x="24894" y="7839"/>
                      <a:pt x="24795" y="6557"/>
                      <a:pt x="24598" y="5275"/>
                    </a:cubicBezTo>
                    <a:cubicBezTo>
                      <a:pt x="24302" y="3304"/>
                      <a:pt x="23464" y="494"/>
                      <a:pt x="23464" y="494"/>
                    </a:cubicBezTo>
                    <a:lnTo>
                      <a:pt x="212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41"/>
              <p:cNvSpPr/>
              <p:nvPr/>
            </p:nvSpPr>
            <p:spPr>
              <a:xfrm>
                <a:off x="4457600" y="4892725"/>
                <a:ext cx="382050" cy="347550"/>
              </a:xfrm>
              <a:custGeom>
                <a:avLst/>
                <a:gdLst/>
                <a:ahLst/>
                <a:cxnLst/>
                <a:rect l="l" t="t" r="r" b="b"/>
                <a:pathLst>
                  <a:path w="15282" h="13902" extrusionOk="0">
                    <a:moveTo>
                      <a:pt x="0" y="1"/>
                    </a:moveTo>
                    <a:lnTo>
                      <a:pt x="1922" y="12718"/>
                    </a:lnTo>
                    <a:cubicBezTo>
                      <a:pt x="4584" y="13458"/>
                      <a:pt x="7296" y="13852"/>
                      <a:pt x="10007" y="13902"/>
                    </a:cubicBezTo>
                    <a:cubicBezTo>
                      <a:pt x="14246" y="13902"/>
                      <a:pt x="15281" y="12620"/>
                      <a:pt x="15281" y="12620"/>
                    </a:cubicBezTo>
                    <a:lnTo>
                      <a:pt x="14443" y="28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2B1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41"/>
              <p:cNvSpPr/>
              <p:nvPr/>
            </p:nvSpPr>
            <p:spPr>
              <a:xfrm>
                <a:off x="3967100" y="1724325"/>
                <a:ext cx="913200" cy="3402575"/>
              </a:xfrm>
              <a:custGeom>
                <a:avLst/>
                <a:gdLst/>
                <a:ahLst/>
                <a:cxnLst/>
                <a:rect l="l" t="t" r="r" b="b"/>
                <a:pathLst>
                  <a:path w="36528" h="136103" extrusionOk="0">
                    <a:moveTo>
                      <a:pt x="1" y="1"/>
                    </a:moveTo>
                    <a:cubicBezTo>
                      <a:pt x="1" y="2"/>
                      <a:pt x="1973" y="33817"/>
                      <a:pt x="5177" y="61471"/>
                    </a:cubicBezTo>
                    <a:cubicBezTo>
                      <a:pt x="8036" y="86266"/>
                      <a:pt x="12867" y="136004"/>
                      <a:pt x="12867" y="136004"/>
                    </a:cubicBezTo>
                    <a:lnTo>
                      <a:pt x="36528" y="136102"/>
                    </a:lnTo>
                    <a:cubicBezTo>
                      <a:pt x="36528" y="136102"/>
                      <a:pt x="32387" y="89815"/>
                      <a:pt x="30810" y="55358"/>
                    </a:cubicBezTo>
                    <a:cubicBezTo>
                      <a:pt x="33915" y="39929"/>
                      <a:pt x="30070" y="31845"/>
                      <a:pt x="30070" y="31845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41"/>
              <p:cNvSpPr/>
              <p:nvPr/>
            </p:nvSpPr>
            <p:spPr>
              <a:xfrm>
                <a:off x="4191400" y="3261075"/>
                <a:ext cx="193500" cy="1863350"/>
              </a:xfrm>
              <a:custGeom>
                <a:avLst/>
                <a:gdLst/>
                <a:ahLst/>
                <a:cxnLst/>
                <a:rect l="l" t="t" r="r" b="b"/>
                <a:pathLst>
                  <a:path w="7740" h="74534" fill="none" extrusionOk="0">
                    <a:moveTo>
                      <a:pt x="7740" y="74534"/>
                    </a:moveTo>
                    <a:cubicBezTo>
                      <a:pt x="7740" y="74534"/>
                      <a:pt x="2909" y="24796"/>
                      <a:pt x="1" y="1"/>
                    </a:cubicBezTo>
                  </a:path>
                </a:pathLst>
              </a:custGeom>
              <a:noFill/>
              <a:ln w="11100" cap="flat" cmpd="sng">
                <a:solidFill>
                  <a:schemeClr val="accent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41"/>
              <p:cNvSpPr/>
              <p:nvPr/>
            </p:nvSpPr>
            <p:spPr>
              <a:xfrm>
                <a:off x="3498825" y="2028725"/>
                <a:ext cx="1001925" cy="3098175"/>
              </a:xfrm>
              <a:custGeom>
                <a:avLst/>
                <a:gdLst/>
                <a:ahLst/>
                <a:cxnLst/>
                <a:rect l="l" t="t" r="r" b="b"/>
                <a:pathLst>
                  <a:path w="40077" h="123927" extrusionOk="0">
                    <a:moveTo>
                      <a:pt x="14098" y="1"/>
                    </a:moveTo>
                    <a:lnTo>
                      <a:pt x="3648" y="21246"/>
                    </a:lnTo>
                    <a:cubicBezTo>
                      <a:pt x="3648" y="21246"/>
                      <a:pt x="1134" y="57576"/>
                      <a:pt x="1134" y="74977"/>
                    </a:cubicBezTo>
                    <a:cubicBezTo>
                      <a:pt x="1134" y="92427"/>
                      <a:pt x="0" y="123926"/>
                      <a:pt x="0" y="123926"/>
                    </a:cubicBezTo>
                    <a:lnTo>
                      <a:pt x="23908" y="123926"/>
                    </a:lnTo>
                    <a:lnTo>
                      <a:pt x="32781" y="41506"/>
                    </a:lnTo>
                    <a:cubicBezTo>
                      <a:pt x="40076" y="32781"/>
                      <a:pt x="39583" y="13852"/>
                      <a:pt x="37809" y="6507"/>
                    </a:cubicBezTo>
                    <a:lnTo>
                      <a:pt x="1409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41"/>
              <p:cNvSpPr/>
              <p:nvPr/>
            </p:nvSpPr>
            <p:spPr>
              <a:xfrm>
                <a:off x="4196325" y="2681875"/>
                <a:ext cx="274850" cy="1515825"/>
              </a:xfrm>
              <a:custGeom>
                <a:avLst/>
                <a:gdLst/>
                <a:ahLst/>
                <a:cxnLst/>
                <a:rect l="l" t="t" r="r" b="b"/>
                <a:pathLst>
                  <a:path w="10994" h="60633" fill="none" extrusionOk="0">
                    <a:moveTo>
                      <a:pt x="1" y="60633"/>
                    </a:moveTo>
                    <a:lnTo>
                      <a:pt x="4881" y="15380"/>
                    </a:lnTo>
                    <a:cubicBezTo>
                      <a:pt x="10993" y="8578"/>
                      <a:pt x="10993" y="1"/>
                      <a:pt x="10993" y="1"/>
                    </a:cubicBezTo>
                  </a:path>
                </a:pathLst>
              </a:custGeom>
              <a:noFill/>
              <a:ln w="11100" cap="flat" cmpd="sng">
                <a:solidFill>
                  <a:schemeClr val="accent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41"/>
              <p:cNvSpPr/>
              <p:nvPr/>
            </p:nvSpPr>
            <p:spPr>
              <a:xfrm>
                <a:off x="3572750" y="2468675"/>
                <a:ext cx="141750" cy="2658225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106329" fill="none" extrusionOk="0">
                    <a:moveTo>
                      <a:pt x="5670" y="1"/>
                    </a:moveTo>
                    <a:lnTo>
                      <a:pt x="1" y="106328"/>
                    </a:lnTo>
                  </a:path>
                </a:pathLst>
              </a:custGeom>
              <a:noFill/>
              <a:ln w="11100" cap="flat" cmpd="sng">
                <a:solidFill>
                  <a:schemeClr val="accent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41"/>
              <p:cNvSpPr/>
              <p:nvPr/>
            </p:nvSpPr>
            <p:spPr>
              <a:xfrm>
                <a:off x="4106375" y="2707750"/>
                <a:ext cx="290850" cy="6200"/>
              </a:xfrm>
              <a:custGeom>
                <a:avLst/>
                <a:gdLst/>
                <a:ahLst/>
                <a:cxnLst/>
                <a:rect l="l" t="t" r="r" b="b"/>
                <a:pathLst>
                  <a:path w="11634" h="248" fill="none" extrusionOk="0">
                    <a:moveTo>
                      <a:pt x="0" y="1"/>
                    </a:moveTo>
                    <a:lnTo>
                      <a:pt x="11634" y="247"/>
                    </a:lnTo>
                  </a:path>
                </a:pathLst>
              </a:custGeom>
              <a:noFill/>
              <a:ln w="11100" cap="flat" cmpd="sng">
                <a:solidFill>
                  <a:schemeClr val="accent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41"/>
              <p:cNvSpPr/>
              <p:nvPr/>
            </p:nvSpPr>
            <p:spPr>
              <a:xfrm>
                <a:off x="4604225" y="2696675"/>
                <a:ext cx="109725" cy="2475"/>
              </a:xfrm>
              <a:custGeom>
                <a:avLst/>
                <a:gdLst/>
                <a:ahLst/>
                <a:cxnLst/>
                <a:rect l="l" t="t" r="r" b="b"/>
                <a:pathLst>
                  <a:path w="4389" h="99" fill="none" extrusionOk="0">
                    <a:moveTo>
                      <a:pt x="1" y="99"/>
                    </a:moveTo>
                    <a:lnTo>
                      <a:pt x="4388" y="0"/>
                    </a:lnTo>
                  </a:path>
                </a:pathLst>
              </a:custGeom>
              <a:noFill/>
              <a:ln w="11100" cap="flat" cmpd="sng">
                <a:solidFill>
                  <a:schemeClr val="accent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41"/>
              <p:cNvSpPr/>
              <p:nvPr/>
            </p:nvSpPr>
            <p:spPr>
              <a:xfrm>
                <a:off x="2580725" y="709425"/>
                <a:ext cx="505275" cy="680975"/>
              </a:xfrm>
              <a:custGeom>
                <a:avLst/>
                <a:gdLst/>
                <a:ahLst/>
                <a:cxnLst/>
                <a:rect l="l" t="t" r="r" b="b"/>
                <a:pathLst>
                  <a:path w="20211" h="27239" extrusionOk="0">
                    <a:moveTo>
                      <a:pt x="1943" y="0"/>
                    </a:moveTo>
                    <a:cubicBezTo>
                      <a:pt x="1899" y="0"/>
                      <a:pt x="1859" y="9"/>
                      <a:pt x="1824" y="28"/>
                    </a:cubicBezTo>
                    <a:cubicBezTo>
                      <a:pt x="759" y="582"/>
                      <a:pt x="4300" y="5337"/>
                      <a:pt x="5278" y="6614"/>
                    </a:cubicBezTo>
                    <a:lnTo>
                      <a:pt x="5278" y="6614"/>
                    </a:lnTo>
                    <a:cubicBezTo>
                      <a:pt x="4837" y="6068"/>
                      <a:pt x="3884" y="5004"/>
                      <a:pt x="3169" y="5004"/>
                    </a:cubicBezTo>
                    <a:cubicBezTo>
                      <a:pt x="3000" y="5004"/>
                      <a:pt x="2844" y="5063"/>
                      <a:pt x="2711" y="5204"/>
                    </a:cubicBezTo>
                    <a:cubicBezTo>
                      <a:pt x="2071" y="5795"/>
                      <a:pt x="2416" y="7126"/>
                      <a:pt x="3747" y="9295"/>
                    </a:cubicBezTo>
                    <a:cubicBezTo>
                      <a:pt x="3201" y="8598"/>
                      <a:pt x="2655" y="8254"/>
                      <a:pt x="2166" y="8254"/>
                    </a:cubicBezTo>
                    <a:cubicBezTo>
                      <a:pt x="1861" y="8254"/>
                      <a:pt x="1578" y="8389"/>
                      <a:pt x="1331" y="8654"/>
                    </a:cubicBezTo>
                    <a:cubicBezTo>
                      <a:pt x="690" y="9295"/>
                      <a:pt x="1331" y="10478"/>
                      <a:pt x="2120" y="11710"/>
                    </a:cubicBezTo>
                    <a:cubicBezTo>
                      <a:pt x="1734" y="11206"/>
                      <a:pt x="1241" y="10862"/>
                      <a:pt x="856" y="10862"/>
                    </a:cubicBezTo>
                    <a:cubicBezTo>
                      <a:pt x="601" y="10862"/>
                      <a:pt x="394" y="11012"/>
                      <a:pt x="296" y="11365"/>
                    </a:cubicBezTo>
                    <a:cubicBezTo>
                      <a:pt x="0" y="12401"/>
                      <a:pt x="2662" y="18020"/>
                      <a:pt x="8873" y="27238"/>
                    </a:cubicBezTo>
                    <a:lnTo>
                      <a:pt x="20211" y="18710"/>
                    </a:lnTo>
                    <a:cubicBezTo>
                      <a:pt x="16980" y="15088"/>
                      <a:pt x="8403" y="1307"/>
                      <a:pt x="7318" y="1307"/>
                    </a:cubicBezTo>
                    <a:cubicBezTo>
                      <a:pt x="7310" y="1307"/>
                      <a:pt x="7303" y="1308"/>
                      <a:pt x="7296" y="1309"/>
                    </a:cubicBezTo>
                    <a:cubicBezTo>
                      <a:pt x="6310" y="1556"/>
                      <a:pt x="8922" y="5844"/>
                      <a:pt x="8084" y="5894"/>
                    </a:cubicBezTo>
                    <a:cubicBezTo>
                      <a:pt x="7278" y="5894"/>
                      <a:pt x="3090" y="0"/>
                      <a:pt x="1943" y="0"/>
                    </a:cubicBezTo>
                    <a:close/>
                  </a:path>
                </a:pathLst>
              </a:custGeom>
              <a:solidFill>
                <a:srgbClr val="F49C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41"/>
              <p:cNvSpPr/>
              <p:nvPr/>
            </p:nvSpPr>
            <p:spPr>
              <a:xfrm>
                <a:off x="3528400" y="805000"/>
                <a:ext cx="1250850" cy="1790625"/>
              </a:xfrm>
              <a:custGeom>
                <a:avLst/>
                <a:gdLst/>
                <a:ahLst/>
                <a:cxnLst/>
                <a:rect l="l" t="t" r="r" b="b"/>
                <a:pathLst>
                  <a:path w="50034" h="71625" extrusionOk="0">
                    <a:moveTo>
                      <a:pt x="17401" y="0"/>
                    </a:moveTo>
                    <a:cubicBezTo>
                      <a:pt x="17401" y="0"/>
                      <a:pt x="3796" y="1036"/>
                      <a:pt x="1775" y="18289"/>
                    </a:cubicBezTo>
                    <a:cubicBezTo>
                      <a:pt x="641" y="27704"/>
                      <a:pt x="0" y="71280"/>
                      <a:pt x="0" y="71280"/>
                    </a:cubicBezTo>
                    <a:lnTo>
                      <a:pt x="50034" y="71625"/>
                    </a:lnTo>
                    <a:cubicBezTo>
                      <a:pt x="50034" y="71625"/>
                      <a:pt x="48851" y="23415"/>
                      <a:pt x="46978" y="16415"/>
                    </a:cubicBezTo>
                    <a:cubicBezTo>
                      <a:pt x="42886" y="789"/>
                      <a:pt x="29182" y="247"/>
                      <a:pt x="29182" y="247"/>
                    </a:cubicBezTo>
                    <a:cubicBezTo>
                      <a:pt x="29182" y="247"/>
                      <a:pt x="28591" y="1528"/>
                      <a:pt x="23316" y="1528"/>
                    </a:cubicBezTo>
                    <a:cubicBezTo>
                      <a:pt x="17993" y="1528"/>
                      <a:pt x="17401" y="0"/>
                      <a:pt x="1740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41"/>
              <p:cNvSpPr/>
              <p:nvPr/>
            </p:nvSpPr>
            <p:spPr>
              <a:xfrm>
                <a:off x="4257950" y="811150"/>
                <a:ext cx="656875" cy="686450"/>
              </a:xfrm>
              <a:custGeom>
                <a:avLst/>
                <a:gdLst/>
                <a:ahLst/>
                <a:cxnLst/>
                <a:rect l="l" t="t" r="r" b="b"/>
                <a:pathLst>
                  <a:path w="26275" h="27458" extrusionOk="0">
                    <a:moveTo>
                      <a:pt x="0" y="1"/>
                    </a:moveTo>
                    <a:lnTo>
                      <a:pt x="16070" y="27458"/>
                    </a:lnTo>
                    <a:lnTo>
                      <a:pt x="26274" y="22331"/>
                    </a:lnTo>
                    <a:cubicBezTo>
                      <a:pt x="26274" y="22331"/>
                      <a:pt x="16267" y="1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41"/>
              <p:cNvSpPr/>
              <p:nvPr/>
            </p:nvSpPr>
            <p:spPr>
              <a:xfrm>
                <a:off x="2675600" y="993550"/>
                <a:ext cx="1045075" cy="939550"/>
              </a:xfrm>
              <a:custGeom>
                <a:avLst/>
                <a:gdLst/>
                <a:ahLst/>
                <a:cxnLst/>
                <a:rect l="l" t="t" r="r" b="b"/>
                <a:pathLst>
                  <a:path w="41803" h="37582" extrusionOk="0">
                    <a:moveTo>
                      <a:pt x="10550" y="0"/>
                    </a:moveTo>
                    <a:lnTo>
                      <a:pt x="1" y="7099"/>
                    </a:lnTo>
                    <a:cubicBezTo>
                      <a:pt x="1" y="7099"/>
                      <a:pt x="16248" y="37581"/>
                      <a:pt x="25728" y="37581"/>
                    </a:cubicBezTo>
                    <a:cubicBezTo>
                      <a:pt x="25863" y="37581"/>
                      <a:pt x="25995" y="37575"/>
                      <a:pt x="26127" y="37563"/>
                    </a:cubicBezTo>
                    <a:cubicBezTo>
                      <a:pt x="33126" y="36873"/>
                      <a:pt x="41802" y="24352"/>
                      <a:pt x="41802" y="24352"/>
                    </a:cubicBezTo>
                    <a:lnTo>
                      <a:pt x="29922" y="10796"/>
                    </a:lnTo>
                    <a:lnTo>
                      <a:pt x="24993" y="18190"/>
                    </a:lnTo>
                    <a:lnTo>
                      <a:pt x="10550" y="0"/>
                    </a:lnTo>
                    <a:close/>
                  </a:path>
                </a:pathLst>
              </a:custGeom>
              <a:solidFill>
                <a:srgbClr val="F49C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41"/>
              <p:cNvSpPr/>
              <p:nvPr/>
            </p:nvSpPr>
            <p:spPr>
              <a:xfrm>
                <a:off x="3357100" y="803775"/>
                <a:ext cx="642075" cy="834325"/>
              </a:xfrm>
              <a:custGeom>
                <a:avLst/>
                <a:gdLst/>
                <a:ahLst/>
                <a:cxnLst/>
                <a:rect l="l" t="t" r="r" b="b"/>
                <a:pathLst>
                  <a:path w="25683" h="33373" extrusionOk="0">
                    <a:moveTo>
                      <a:pt x="24253" y="0"/>
                    </a:moveTo>
                    <a:cubicBezTo>
                      <a:pt x="10254" y="789"/>
                      <a:pt x="0" y="21640"/>
                      <a:pt x="0" y="21640"/>
                    </a:cubicBezTo>
                    <a:lnTo>
                      <a:pt x="16366" y="33372"/>
                    </a:lnTo>
                    <a:lnTo>
                      <a:pt x="25683" y="21246"/>
                    </a:lnTo>
                    <a:lnTo>
                      <a:pt x="2425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41"/>
              <p:cNvSpPr/>
              <p:nvPr/>
            </p:nvSpPr>
            <p:spPr>
              <a:xfrm>
                <a:off x="3752675" y="1370650"/>
                <a:ext cx="198450" cy="257575"/>
              </a:xfrm>
              <a:custGeom>
                <a:avLst/>
                <a:gdLst/>
                <a:ahLst/>
                <a:cxnLst/>
                <a:rect l="l" t="t" r="r" b="b"/>
                <a:pathLst>
                  <a:path w="7938" h="10303" fill="none" extrusionOk="0">
                    <a:moveTo>
                      <a:pt x="1" y="10303"/>
                    </a:moveTo>
                    <a:lnTo>
                      <a:pt x="7937" y="0"/>
                    </a:lnTo>
                  </a:path>
                </a:pathLst>
              </a:custGeom>
              <a:noFill/>
              <a:ln w="11100" cap="flat" cmpd="sng">
                <a:solidFill>
                  <a:schemeClr val="dk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41"/>
              <p:cNvSpPr/>
              <p:nvPr/>
            </p:nvSpPr>
            <p:spPr>
              <a:xfrm>
                <a:off x="4659700" y="1153750"/>
                <a:ext cx="77650" cy="304425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12177" fill="none" extrusionOk="0">
                    <a:moveTo>
                      <a:pt x="3106" y="12176"/>
                    </a:moveTo>
                    <a:cubicBezTo>
                      <a:pt x="2514" y="8036"/>
                      <a:pt x="1430" y="3944"/>
                      <a:pt x="0" y="1"/>
                    </a:cubicBezTo>
                  </a:path>
                </a:pathLst>
              </a:custGeom>
              <a:noFill/>
              <a:ln w="11100" cap="flat" cmpd="sng">
                <a:solidFill>
                  <a:schemeClr val="dk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41"/>
              <p:cNvSpPr/>
              <p:nvPr/>
            </p:nvSpPr>
            <p:spPr>
              <a:xfrm>
                <a:off x="3889475" y="448850"/>
                <a:ext cx="55475" cy="72725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2909" extrusionOk="0">
                    <a:moveTo>
                      <a:pt x="2219" y="0"/>
                    </a:moveTo>
                    <a:cubicBezTo>
                      <a:pt x="2218" y="0"/>
                      <a:pt x="0" y="1085"/>
                      <a:pt x="99" y="1528"/>
                    </a:cubicBezTo>
                    <a:cubicBezTo>
                      <a:pt x="296" y="2021"/>
                      <a:pt x="592" y="2465"/>
                      <a:pt x="888" y="2909"/>
                    </a:cubicBezTo>
                    <a:lnTo>
                      <a:pt x="2219" y="0"/>
                    </a:lnTo>
                    <a:close/>
                  </a:path>
                </a:pathLst>
              </a:custGeom>
              <a:solidFill>
                <a:srgbClr val="F49C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41"/>
              <p:cNvSpPr/>
              <p:nvPr/>
            </p:nvSpPr>
            <p:spPr>
              <a:xfrm>
                <a:off x="3498825" y="4997475"/>
                <a:ext cx="6075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4303" h="1" fill="none" extrusionOk="0">
                    <a:moveTo>
                      <a:pt x="0" y="1"/>
                    </a:moveTo>
                    <a:lnTo>
                      <a:pt x="24302" y="1"/>
                    </a:lnTo>
                  </a:path>
                </a:pathLst>
              </a:custGeom>
              <a:noFill/>
              <a:ln w="11100" cap="flat" cmpd="sng">
                <a:solidFill>
                  <a:schemeClr val="accent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41"/>
              <p:cNvSpPr/>
              <p:nvPr/>
            </p:nvSpPr>
            <p:spPr>
              <a:xfrm>
                <a:off x="4276425" y="5002400"/>
                <a:ext cx="5915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3662" h="1" fill="none" extrusionOk="0">
                    <a:moveTo>
                      <a:pt x="1" y="1"/>
                    </a:moveTo>
                    <a:lnTo>
                      <a:pt x="23662" y="1"/>
                    </a:lnTo>
                  </a:path>
                </a:pathLst>
              </a:custGeom>
              <a:noFill/>
              <a:ln w="11100" cap="flat" cmpd="sng">
                <a:solidFill>
                  <a:schemeClr val="accent1"/>
                </a:solidFill>
                <a:prstDash val="solid"/>
                <a:miter lim="4929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85" name="Google Shape;1085;p41"/>
            <p:cNvCxnSpPr/>
            <p:nvPr/>
          </p:nvCxnSpPr>
          <p:spPr>
            <a:xfrm>
              <a:off x="3173700" y="4160535"/>
              <a:ext cx="1016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5" name="Google Shape;1024;p41"/>
          <p:cNvSpPr txBox="1">
            <a:spLocks noGrp="1"/>
          </p:cNvSpPr>
          <p:nvPr>
            <p:ph type="subTitle" idx="2"/>
          </p:nvPr>
        </p:nvSpPr>
        <p:spPr>
          <a:xfrm>
            <a:off x="5001900" y="2565450"/>
            <a:ext cx="2313300" cy="10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2800" dirty="0" err="1"/>
              <a:t>Im</a:t>
            </a:r>
            <a:r>
              <a:rPr lang="en-US" sz="2800" dirty="0"/>
              <a:t> looking for a job</a:t>
            </a:r>
            <a:endParaRPr lang="en-US" sz="2800" dirty="0"/>
          </a:p>
        </p:txBody>
      </p:sp>
      <p:sp>
        <p:nvSpPr>
          <p:cNvPr id="70" name="Google Shape;1021;p41"/>
          <p:cNvSpPr/>
          <p:nvPr/>
        </p:nvSpPr>
        <p:spPr>
          <a:xfrm>
            <a:off x="-76200" y="1809750"/>
            <a:ext cx="2617800" cy="2763000"/>
          </a:xfrm>
          <a:prstGeom prst="roundRect">
            <a:avLst>
              <a:gd name="adj" fmla="val 17125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1024;p41"/>
          <p:cNvSpPr txBox="1">
            <a:spLocks noGrp="1"/>
          </p:cNvSpPr>
          <p:nvPr>
            <p:ph type="subTitle" idx="2"/>
          </p:nvPr>
        </p:nvSpPr>
        <p:spPr>
          <a:xfrm>
            <a:off x="79950" y="2565450"/>
            <a:ext cx="2313300" cy="10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smtClean="0"/>
              <a:t>I</a:t>
            </a:r>
            <a:r>
              <a:rPr lang="en" sz="2800" dirty="0" smtClean="0"/>
              <a:t> have a part time/ full time job</a:t>
            </a:r>
            <a:endParaRPr sz="2800" dirty="0"/>
          </a:p>
        </p:txBody>
      </p:sp>
      <p:grpSp>
        <p:nvGrpSpPr>
          <p:cNvPr id="72" name="Google Shape;952;p40"/>
          <p:cNvGrpSpPr/>
          <p:nvPr/>
        </p:nvGrpSpPr>
        <p:grpSpPr>
          <a:xfrm>
            <a:off x="838200" y="1498011"/>
            <a:ext cx="914400" cy="911965"/>
            <a:chOff x="5413325" y="2654475"/>
            <a:chExt cx="649200" cy="649200"/>
          </a:xfrm>
        </p:grpSpPr>
        <p:sp>
          <p:nvSpPr>
            <p:cNvPr id="73" name="Google Shape;953;p40"/>
            <p:cNvSpPr/>
            <p:nvPr/>
          </p:nvSpPr>
          <p:spPr>
            <a:xfrm>
              <a:off x="5413325" y="2654475"/>
              <a:ext cx="649200" cy="64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4" name="Google Shape;954;p40"/>
            <p:cNvGrpSpPr/>
            <p:nvPr/>
          </p:nvGrpSpPr>
          <p:grpSpPr>
            <a:xfrm>
              <a:off x="5544940" y="2801497"/>
              <a:ext cx="385890" cy="354956"/>
              <a:chOff x="3944637" y="3354913"/>
              <a:chExt cx="415696" cy="371526"/>
            </a:xfrm>
          </p:grpSpPr>
          <p:sp>
            <p:nvSpPr>
              <p:cNvPr id="76" name="Google Shape;955;p40"/>
              <p:cNvSpPr/>
              <p:nvPr/>
            </p:nvSpPr>
            <p:spPr>
              <a:xfrm>
                <a:off x="4069031" y="3391598"/>
                <a:ext cx="126941" cy="126941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4834" extrusionOk="0">
                    <a:moveTo>
                      <a:pt x="2422" y="0"/>
                    </a:moveTo>
                    <a:cubicBezTo>
                      <a:pt x="1092" y="0"/>
                      <a:pt x="10" y="1072"/>
                      <a:pt x="1" y="2412"/>
                    </a:cubicBezTo>
                    <a:cubicBezTo>
                      <a:pt x="1" y="3742"/>
                      <a:pt x="1072" y="4824"/>
                      <a:pt x="2412" y="4833"/>
                    </a:cubicBezTo>
                    <a:cubicBezTo>
                      <a:pt x="3743" y="4833"/>
                      <a:pt x="4824" y="3752"/>
                      <a:pt x="4834" y="2422"/>
                    </a:cubicBezTo>
                    <a:cubicBezTo>
                      <a:pt x="4834" y="1091"/>
                      <a:pt x="3752" y="10"/>
                      <a:pt x="24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956;p40"/>
              <p:cNvSpPr/>
              <p:nvPr/>
            </p:nvSpPr>
            <p:spPr>
              <a:xfrm>
                <a:off x="4089382" y="3411950"/>
                <a:ext cx="86238" cy="86238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3284" extrusionOk="0">
                    <a:moveTo>
                      <a:pt x="1647" y="0"/>
                    </a:moveTo>
                    <a:cubicBezTo>
                      <a:pt x="738" y="0"/>
                      <a:pt x="1" y="728"/>
                      <a:pt x="1" y="1637"/>
                    </a:cubicBezTo>
                    <a:cubicBezTo>
                      <a:pt x="1" y="2546"/>
                      <a:pt x="728" y="3283"/>
                      <a:pt x="1637" y="3283"/>
                    </a:cubicBezTo>
                    <a:cubicBezTo>
                      <a:pt x="2546" y="3283"/>
                      <a:pt x="3283" y="2556"/>
                      <a:pt x="3283" y="1647"/>
                    </a:cubicBezTo>
                    <a:cubicBezTo>
                      <a:pt x="3283" y="737"/>
                      <a:pt x="2556" y="0"/>
                      <a:pt x="16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957;p40"/>
              <p:cNvSpPr/>
              <p:nvPr/>
            </p:nvSpPr>
            <p:spPr>
              <a:xfrm>
                <a:off x="4114776" y="3426025"/>
                <a:ext cx="34453" cy="59085"/>
              </a:xfrm>
              <a:custGeom>
                <a:avLst/>
                <a:gdLst/>
                <a:ahLst/>
                <a:cxnLst/>
                <a:rect l="l" t="t" r="r" b="b"/>
                <a:pathLst>
                  <a:path w="1312" h="2250" extrusionOk="0">
                    <a:moveTo>
                      <a:pt x="622" y="441"/>
                    </a:moveTo>
                    <a:lnTo>
                      <a:pt x="622" y="862"/>
                    </a:lnTo>
                    <a:cubicBezTo>
                      <a:pt x="450" y="795"/>
                      <a:pt x="402" y="737"/>
                      <a:pt x="402" y="642"/>
                    </a:cubicBezTo>
                    <a:cubicBezTo>
                      <a:pt x="402" y="517"/>
                      <a:pt x="498" y="469"/>
                      <a:pt x="622" y="441"/>
                    </a:cubicBezTo>
                    <a:close/>
                    <a:moveTo>
                      <a:pt x="756" y="1292"/>
                    </a:moveTo>
                    <a:cubicBezTo>
                      <a:pt x="926" y="1368"/>
                      <a:pt x="966" y="1443"/>
                      <a:pt x="967" y="1545"/>
                    </a:cubicBezTo>
                    <a:lnTo>
                      <a:pt x="967" y="1545"/>
                    </a:lnTo>
                    <a:cubicBezTo>
                      <a:pt x="965" y="1659"/>
                      <a:pt x="879" y="1761"/>
                      <a:pt x="756" y="1771"/>
                    </a:cubicBezTo>
                    <a:lnTo>
                      <a:pt x="756" y="1292"/>
                    </a:lnTo>
                    <a:close/>
                    <a:moveTo>
                      <a:pt x="689" y="0"/>
                    </a:moveTo>
                    <a:cubicBezTo>
                      <a:pt x="642" y="0"/>
                      <a:pt x="594" y="20"/>
                      <a:pt x="594" y="67"/>
                    </a:cubicBezTo>
                    <a:lnTo>
                      <a:pt x="594" y="144"/>
                    </a:lnTo>
                    <a:cubicBezTo>
                      <a:pt x="278" y="182"/>
                      <a:pt x="58" y="355"/>
                      <a:pt x="58" y="680"/>
                    </a:cubicBezTo>
                    <a:cubicBezTo>
                      <a:pt x="58" y="1024"/>
                      <a:pt x="326" y="1130"/>
                      <a:pt x="594" y="1225"/>
                    </a:cubicBezTo>
                    <a:lnTo>
                      <a:pt x="594" y="1780"/>
                    </a:lnTo>
                    <a:cubicBezTo>
                      <a:pt x="460" y="1752"/>
                      <a:pt x="335" y="1694"/>
                      <a:pt x="240" y="1599"/>
                    </a:cubicBezTo>
                    <a:cubicBezTo>
                      <a:pt x="218" y="1581"/>
                      <a:pt x="191" y="1572"/>
                      <a:pt x="164" y="1572"/>
                    </a:cubicBezTo>
                    <a:cubicBezTo>
                      <a:pt x="119" y="1572"/>
                      <a:pt x="76" y="1595"/>
                      <a:pt x="58" y="1637"/>
                    </a:cubicBezTo>
                    <a:cubicBezTo>
                      <a:pt x="0" y="1704"/>
                      <a:pt x="0" y="1809"/>
                      <a:pt x="58" y="1876"/>
                    </a:cubicBezTo>
                    <a:cubicBezTo>
                      <a:pt x="184" y="2021"/>
                      <a:pt x="371" y="2097"/>
                      <a:pt x="560" y="2097"/>
                    </a:cubicBezTo>
                    <a:cubicBezTo>
                      <a:pt x="571" y="2097"/>
                      <a:pt x="582" y="2097"/>
                      <a:pt x="594" y="2096"/>
                    </a:cubicBezTo>
                    <a:lnTo>
                      <a:pt x="594" y="2182"/>
                    </a:lnTo>
                    <a:cubicBezTo>
                      <a:pt x="594" y="2221"/>
                      <a:pt x="642" y="2249"/>
                      <a:pt x="689" y="2249"/>
                    </a:cubicBezTo>
                    <a:cubicBezTo>
                      <a:pt x="728" y="2249"/>
                      <a:pt x="776" y="2221"/>
                      <a:pt x="776" y="2182"/>
                    </a:cubicBezTo>
                    <a:lnTo>
                      <a:pt x="776" y="2096"/>
                    </a:lnTo>
                    <a:cubicBezTo>
                      <a:pt x="1082" y="2077"/>
                      <a:pt x="1311" y="1819"/>
                      <a:pt x="1302" y="1513"/>
                    </a:cubicBezTo>
                    <a:cubicBezTo>
                      <a:pt x="1302" y="1178"/>
                      <a:pt x="1091" y="1034"/>
                      <a:pt x="785" y="929"/>
                    </a:cubicBezTo>
                    <a:lnTo>
                      <a:pt x="785" y="450"/>
                    </a:lnTo>
                    <a:cubicBezTo>
                      <a:pt x="881" y="460"/>
                      <a:pt x="967" y="489"/>
                      <a:pt x="1044" y="536"/>
                    </a:cubicBezTo>
                    <a:cubicBezTo>
                      <a:pt x="1064" y="548"/>
                      <a:pt x="1085" y="554"/>
                      <a:pt x="1106" y="554"/>
                    </a:cubicBezTo>
                    <a:cubicBezTo>
                      <a:pt x="1153" y="554"/>
                      <a:pt x="1196" y="525"/>
                      <a:pt x="1216" y="479"/>
                    </a:cubicBezTo>
                    <a:cubicBezTo>
                      <a:pt x="1264" y="412"/>
                      <a:pt x="1264" y="316"/>
                      <a:pt x="1206" y="259"/>
                    </a:cubicBezTo>
                    <a:cubicBezTo>
                      <a:pt x="1082" y="173"/>
                      <a:pt x="929" y="134"/>
                      <a:pt x="785" y="134"/>
                    </a:cubicBezTo>
                    <a:lnTo>
                      <a:pt x="785" y="67"/>
                    </a:lnTo>
                    <a:cubicBezTo>
                      <a:pt x="785" y="29"/>
                      <a:pt x="737" y="0"/>
                      <a:pt x="68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958;p40"/>
              <p:cNvSpPr/>
              <p:nvPr/>
            </p:nvSpPr>
            <p:spPr>
              <a:xfrm>
                <a:off x="4167296" y="3354913"/>
                <a:ext cx="126941" cy="126678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4824" extrusionOk="0">
                    <a:moveTo>
                      <a:pt x="2422" y="0"/>
                    </a:moveTo>
                    <a:cubicBezTo>
                      <a:pt x="1092" y="0"/>
                      <a:pt x="10" y="1072"/>
                      <a:pt x="10" y="2412"/>
                    </a:cubicBezTo>
                    <a:cubicBezTo>
                      <a:pt x="1" y="3742"/>
                      <a:pt x="1082" y="4823"/>
                      <a:pt x="2412" y="4823"/>
                    </a:cubicBezTo>
                    <a:cubicBezTo>
                      <a:pt x="2418" y="4823"/>
                      <a:pt x="2424" y="4824"/>
                      <a:pt x="2430" y="4824"/>
                    </a:cubicBezTo>
                    <a:cubicBezTo>
                      <a:pt x="3752" y="4824"/>
                      <a:pt x="4824" y="3746"/>
                      <a:pt x="4834" y="2421"/>
                    </a:cubicBezTo>
                    <a:cubicBezTo>
                      <a:pt x="4834" y="1091"/>
                      <a:pt x="3762" y="10"/>
                      <a:pt x="24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959;p40"/>
              <p:cNvSpPr/>
              <p:nvPr/>
            </p:nvSpPr>
            <p:spPr>
              <a:xfrm>
                <a:off x="4187647" y="3375264"/>
                <a:ext cx="86238" cy="86212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3283" extrusionOk="0">
                    <a:moveTo>
                      <a:pt x="1629" y="0"/>
                    </a:moveTo>
                    <a:cubicBezTo>
                      <a:pt x="728" y="0"/>
                      <a:pt x="1" y="733"/>
                      <a:pt x="1" y="1637"/>
                    </a:cubicBezTo>
                    <a:cubicBezTo>
                      <a:pt x="1" y="2536"/>
                      <a:pt x="728" y="3273"/>
                      <a:pt x="1637" y="3283"/>
                    </a:cubicBezTo>
                    <a:cubicBezTo>
                      <a:pt x="2546" y="3283"/>
                      <a:pt x="3283" y="2546"/>
                      <a:pt x="3283" y="1646"/>
                    </a:cubicBezTo>
                    <a:cubicBezTo>
                      <a:pt x="3283" y="737"/>
                      <a:pt x="2556" y="0"/>
                      <a:pt x="1647" y="0"/>
                    </a:cubicBezTo>
                    <a:cubicBezTo>
                      <a:pt x="1641" y="0"/>
                      <a:pt x="1635" y="0"/>
                      <a:pt x="16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960;p40"/>
              <p:cNvSpPr/>
              <p:nvPr/>
            </p:nvSpPr>
            <p:spPr>
              <a:xfrm>
                <a:off x="4213040" y="3389340"/>
                <a:ext cx="34453" cy="59085"/>
              </a:xfrm>
              <a:custGeom>
                <a:avLst/>
                <a:gdLst/>
                <a:ahLst/>
                <a:cxnLst/>
                <a:rect l="l" t="t" r="r" b="b"/>
                <a:pathLst>
                  <a:path w="1312" h="2250" extrusionOk="0">
                    <a:moveTo>
                      <a:pt x="622" y="440"/>
                    </a:moveTo>
                    <a:lnTo>
                      <a:pt x="622" y="861"/>
                    </a:lnTo>
                    <a:cubicBezTo>
                      <a:pt x="450" y="794"/>
                      <a:pt x="402" y="737"/>
                      <a:pt x="402" y="632"/>
                    </a:cubicBezTo>
                    <a:cubicBezTo>
                      <a:pt x="402" y="517"/>
                      <a:pt x="508" y="460"/>
                      <a:pt x="622" y="440"/>
                    </a:cubicBezTo>
                    <a:close/>
                    <a:moveTo>
                      <a:pt x="766" y="1292"/>
                    </a:moveTo>
                    <a:cubicBezTo>
                      <a:pt x="938" y="1369"/>
                      <a:pt x="967" y="1445"/>
                      <a:pt x="967" y="1541"/>
                    </a:cubicBezTo>
                    <a:cubicBezTo>
                      <a:pt x="967" y="1665"/>
                      <a:pt x="881" y="1761"/>
                      <a:pt x="766" y="1771"/>
                    </a:cubicBezTo>
                    <a:lnTo>
                      <a:pt x="766" y="1292"/>
                    </a:lnTo>
                    <a:close/>
                    <a:moveTo>
                      <a:pt x="689" y="0"/>
                    </a:moveTo>
                    <a:cubicBezTo>
                      <a:pt x="651" y="0"/>
                      <a:pt x="603" y="29"/>
                      <a:pt x="603" y="67"/>
                    </a:cubicBezTo>
                    <a:lnTo>
                      <a:pt x="603" y="144"/>
                    </a:lnTo>
                    <a:cubicBezTo>
                      <a:pt x="278" y="182"/>
                      <a:pt x="67" y="354"/>
                      <a:pt x="67" y="680"/>
                    </a:cubicBezTo>
                    <a:cubicBezTo>
                      <a:pt x="67" y="1024"/>
                      <a:pt x="335" y="1129"/>
                      <a:pt x="594" y="1235"/>
                    </a:cubicBezTo>
                    <a:lnTo>
                      <a:pt x="594" y="1780"/>
                    </a:lnTo>
                    <a:cubicBezTo>
                      <a:pt x="460" y="1761"/>
                      <a:pt x="345" y="1694"/>
                      <a:pt x="249" y="1598"/>
                    </a:cubicBezTo>
                    <a:cubicBezTo>
                      <a:pt x="224" y="1580"/>
                      <a:pt x="196" y="1572"/>
                      <a:pt x="169" y="1572"/>
                    </a:cubicBezTo>
                    <a:cubicBezTo>
                      <a:pt x="124" y="1572"/>
                      <a:pt x="82" y="1595"/>
                      <a:pt x="58" y="1637"/>
                    </a:cubicBezTo>
                    <a:cubicBezTo>
                      <a:pt x="0" y="1713"/>
                      <a:pt x="0" y="1809"/>
                      <a:pt x="58" y="1876"/>
                    </a:cubicBezTo>
                    <a:cubicBezTo>
                      <a:pt x="201" y="2029"/>
                      <a:pt x="393" y="2106"/>
                      <a:pt x="594" y="2106"/>
                    </a:cubicBezTo>
                    <a:lnTo>
                      <a:pt x="594" y="2173"/>
                    </a:lnTo>
                    <a:cubicBezTo>
                      <a:pt x="594" y="2211"/>
                      <a:pt x="651" y="2249"/>
                      <a:pt x="689" y="2249"/>
                    </a:cubicBezTo>
                    <a:cubicBezTo>
                      <a:pt x="728" y="2249"/>
                      <a:pt x="785" y="2220"/>
                      <a:pt x="785" y="2173"/>
                    </a:cubicBezTo>
                    <a:lnTo>
                      <a:pt x="785" y="2096"/>
                    </a:lnTo>
                    <a:cubicBezTo>
                      <a:pt x="1082" y="2067"/>
                      <a:pt x="1311" y="1819"/>
                      <a:pt x="1302" y="1512"/>
                    </a:cubicBezTo>
                    <a:cubicBezTo>
                      <a:pt x="1302" y="1158"/>
                      <a:pt x="1082" y="1034"/>
                      <a:pt x="785" y="919"/>
                    </a:cubicBezTo>
                    <a:lnTo>
                      <a:pt x="785" y="440"/>
                    </a:lnTo>
                    <a:cubicBezTo>
                      <a:pt x="967" y="460"/>
                      <a:pt x="1034" y="546"/>
                      <a:pt x="1110" y="546"/>
                    </a:cubicBezTo>
                    <a:cubicBezTo>
                      <a:pt x="1187" y="546"/>
                      <a:pt x="1225" y="479"/>
                      <a:pt x="1244" y="412"/>
                    </a:cubicBezTo>
                    <a:cubicBezTo>
                      <a:pt x="1283" y="297"/>
                      <a:pt x="1206" y="230"/>
                      <a:pt x="1091" y="192"/>
                    </a:cubicBezTo>
                    <a:cubicBezTo>
                      <a:pt x="986" y="153"/>
                      <a:pt x="890" y="144"/>
                      <a:pt x="785" y="144"/>
                    </a:cubicBezTo>
                    <a:lnTo>
                      <a:pt x="785" y="67"/>
                    </a:lnTo>
                    <a:cubicBezTo>
                      <a:pt x="785" y="29"/>
                      <a:pt x="737" y="0"/>
                      <a:pt x="68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961;p40"/>
              <p:cNvSpPr/>
              <p:nvPr/>
            </p:nvSpPr>
            <p:spPr>
              <a:xfrm>
                <a:off x="3944637" y="3566017"/>
                <a:ext cx="142513" cy="160422"/>
              </a:xfrm>
              <a:custGeom>
                <a:avLst/>
                <a:gdLst/>
                <a:ahLst/>
                <a:cxnLst/>
                <a:rect l="l" t="t" r="r" b="b"/>
                <a:pathLst>
                  <a:path w="5427" h="6109" extrusionOk="0">
                    <a:moveTo>
                      <a:pt x="3618" y="0"/>
                    </a:moveTo>
                    <a:lnTo>
                      <a:pt x="259" y="1254"/>
                    </a:lnTo>
                    <a:cubicBezTo>
                      <a:pt x="96" y="1311"/>
                      <a:pt x="0" y="1503"/>
                      <a:pt x="67" y="1675"/>
                    </a:cubicBezTo>
                    <a:lnTo>
                      <a:pt x="1646" y="5895"/>
                    </a:lnTo>
                    <a:cubicBezTo>
                      <a:pt x="1691" y="6022"/>
                      <a:pt x="1817" y="6108"/>
                      <a:pt x="1953" y="6108"/>
                    </a:cubicBezTo>
                    <a:cubicBezTo>
                      <a:pt x="1991" y="6108"/>
                      <a:pt x="2030" y="6101"/>
                      <a:pt x="2067" y="6087"/>
                    </a:cubicBezTo>
                    <a:lnTo>
                      <a:pt x="5427" y="4833"/>
                    </a:lnTo>
                    <a:lnTo>
                      <a:pt x="361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962;p40"/>
              <p:cNvSpPr/>
              <p:nvPr/>
            </p:nvSpPr>
            <p:spPr>
              <a:xfrm>
                <a:off x="4082843" y="3493513"/>
                <a:ext cx="277489" cy="171294"/>
              </a:xfrm>
              <a:custGeom>
                <a:avLst/>
                <a:gdLst/>
                <a:ahLst/>
                <a:cxnLst/>
                <a:rect l="l" t="t" r="r" b="b"/>
                <a:pathLst>
                  <a:path w="10567" h="6523" extrusionOk="0">
                    <a:moveTo>
                      <a:pt x="9408" y="0"/>
                    </a:moveTo>
                    <a:cubicBezTo>
                      <a:pt x="8987" y="0"/>
                      <a:pt x="8645" y="338"/>
                      <a:pt x="8605" y="378"/>
                    </a:cubicBezTo>
                    <a:lnTo>
                      <a:pt x="5829" y="2658"/>
                    </a:lnTo>
                    <a:lnTo>
                      <a:pt x="5829" y="2658"/>
                    </a:lnTo>
                    <a:cubicBezTo>
                      <a:pt x="5822" y="2578"/>
                      <a:pt x="5743" y="1881"/>
                      <a:pt x="4958" y="1881"/>
                    </a:cubicBezTo>
                    <a:cubicBezTo>
                      <a:pt x="4190" y="1877"/>
                      <a:pt x="3644" y="1871"/>
                      <a:pt x="3240" y="1871"/>
                    </a:cubicBezTo>
                    <a:cubicBezTo>
                      <a:pt x="2431" y="1871"/>
                      <a:pt x="2186" y="1897"/>
                      <a:pt x="1848" y="2024"/>
                    </a:cubicBezTo>
                    <a:lnTo>
                      <a:pt x="1" y="2780"/>
                    </a:lnTo>
                    <a:lnTo>
                      <a:pt x="1398" y="6522"/>
                    </a:lnTo>
                    <a:cubicBezTo>
                      <a:pt x="2489" y="6070"/>
                      <a:pt x="2444" y="6005"/>
                      <a:pt x="3480" y="6005"/>
                    </a:cubicBezTo>
                    <a:cubicBezTo>
                      <a:pt x="3825" y="6005"/>
                      <a:pt x="4291" y="6013"/>
                      <a:pt x="4958" y="6015"/>
                    </a:cubicBezTo>
                    <a:cubicBezTo>
                      <a:pt x="5552" y="5996"/>
                      <a:pt x="6116" y="5728"/>
                      <a:pt x="6518" y="5288"/>
                    </a:cubicBezTo>
                    <a:lnTo>
                      <a:pt x="9935" y="1632"/>
                    </a:lnTo>
                    <a:cubicBezTo>
                      <a:pt x="10050" y="1507"/>
                      <a:pt x="10567" y="828"/>
                      <a:pt x="9983" y="244"/>
                    </a:cubicBezTo>
                    <a:cubicBezTo>
                      <a:pt x="9788" y="64"/>
                      <a:pt x="9591" y="0"/>
                      <a:pt x="94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963;p40"/>
              <p:cNvSpPr/>
              <p:nvPr/>
            </p:nvSpPr>
            <p:spPr>
              <a:xfrm>
                <a:off x="4155977" y="3543880"/>
                <a:ext cx="79962" cy="50944"/>
              </a:xfrm>
              <a:custGeom>
                <a:avLst/>
                <a:gdLst/>
                <a:ahLst/>
                <a:cxnLst/>
                <a:rect l="l" t="t" r="r" b="b"/>
                <a:pathLst>
                  <a:path w="3045" h="1940" extrusionOk="0">
                    <a:moveTo>
                      <a:pt x="2489" y="1"/>
                    </a:moveTo>
                    <a:lnTo>
                      <a:pt x="2489" y="1"/>
                    </a:lnTo>
                    <a:cubicBezTo>
                      <a:pt x="2556" y="336"/>
                      <a:pt x="2633" y="929"/>
                      <a:pt x="2422" y="1235"/>
                    </a:cubicBezTo>
                    <a:cubicBezTo>
                      <a:pt x="2290" y="1419"/>
                      <a:pt x="2118" y="1458"/>
                      <a:pt x="1670" y="1458"/>
                    </a:cubicBezTo>
                    <a:cubicBezTo>
                      <a:pt x="1370" y="1458"/>
                      <a:pt x="945" y="1440"/>
                      <a:pt x="326" y="1436"/>
                    </a:cubicBezTo>
                    <a:cubicBezTo>
                      <a:pt x="1" y="1436"/>
                      <a:pt x="1" y="1924"/>
                      <a:pt x="326" y="1924"/>
                    </a:cubicBezTo>
                    <a:cubicBezTo>
                      <a:pt x="837" y="1924"/>
                      <a:pt x="1239" y="1939"/>
                      <a:pt x="1562" y="1939"/>
                    </a:cubicBezTo>
                    <a:cubicBezTo>
                      <a:pt x="2219" y="1939"/>
                      <a:pt x="2551" y="1879"/>
                      <a:pt x="2815" y="1513"/>
                    </a:cubicBezTo>
                    <a:cubicBezTo>
                      <a:pt x="2958" y="1274"/>
                      <a:pt x="3044" y="1006"/>
                      <a:pt x="3044" y="738"/>
                    </a:cubicBezTo>
                    <a:cubicBezTo>
                      <a:pt x="3035" y="642"/>
                      <a:pt x="2958" y="154"/>
                      <a:pt x="24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964;p40"/>
              <p:cNvSpPr/>
              <p:nvPr/>
            </p:nvSpPr>
            <p:spPr>
              <a:xfrm>
                <a:off x="4038359" y="3553701"/>
                <a:ext cx="86500" cy="139756"/>
              </a:xfrm>
              <a:custGeom>
                <a:avLst/>
                <a:gdLst/>
                <a:ahLst/>
                <a:cxnLst/>
                <a:rect l="l" t="t" r="r" b="b"/>
                <a:pathLst>
                  <a:path w="3294" h="5322" extrusionOk="0">
                    <a:moveTo>
                      <a:pt x="1358" y="0"/>
                    </a:moveTo>
                    <a:cubicBezTo>
                      <a:pt x="1324" y="0"/>
                      <a:pt x="1289" y="6"/>
                      <a:pt x="1255" y="19"/>
                    </a:cubicBezTo>
                    <a:lnTo>
                      <a:pt x="1" y="488"/>
                    </a:lnTo>
                    <a:lnTo>
                      <a:pt x="1800" y="5321"/>
                    </a:lnTo>
                    <a:lnTo>
                      <a:pt x="3063" y="4852"/>
                    </a:lnTo>
                    <a:cubicBezTo>
                      <a:pt x="3217" y="4795"/>
                      <a:pt x="3293" y="4623"/>
                      <a:pt x="3236" y="4479"/>
                    </a:cubicBezTo>
                    <a:lnTo>
                      <a:pt x="1628" y="192"/>
                    </a:lnTo>
                    <a:cubicBezTo>
                      <a:pt x="1583" y="73"/>
                      <a:pt x="1476" y="0"/>
                      <a:pt x="135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965;p40"/>
              <p:cNvSpPr/>
              <p:nvPr/>
            </p:nvSpPr>
            <p:spPr>
              <a:xfrm>
                <a:off x="4078826" y="3658741"/>
                <a:ext cx="46034" cy="34716"/>
              </a:xfrm>
              <a:custGeom>
                <a:avLst/>
                <a:gdLst/>
                <a:ahLst/>
                <a:cxnLst/>
                <a:rect l="l" t="t" r="r" b="b"/>
                <a:pathLst>
                  <a:path w="1753" h="1322" extrusionOk="0">
                    <a:moveTo>
                      <a:pt x="1513" y="0"/>
                    </a:moveTo>
                    <a:cubicBezTo>
                      <a:pt x="1484" y="48"/>
                      <a:pt x="1436" y="77"/>
                      <a:pt x="1379" y="96"/>
                    </a:cubicBezTo>
                    <a:lnTo>
                      <a:pt x="1" y="613"/>
                    </a:lnTo>
                    <a:lnTo>
                      <a:pt x="259" y="1321"/>
                    </a:lnTo>
                    <a:lnTo>
                      <a:pt x="1522" y="852"/>
                    </a:lnTo>
                    <a:cubicBezTo>
                      <a:pt x="1676" y="795"/>
                      <a:pt x="1752" y="623"/>
                      <a:pt x="1695" y="479"/>
                    </a:cubicBezTo>
                    <a:lnTo>
                      <a:pt x="15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35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" grpId="0" build="p"/>
      <p:bldP spid="75" grpId="0" build="p"/>
      <p:bldP spid="7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2" name="Google Shape;1152;p44"/>
          <p:cNvGrpSpPr/>
          <p:nvPr/>
        </p:nvGrpSpPr>
        <p:grpSpPr>
          <a:xfrm>
            <a:off x="1016838" y="2232519"/>
            <a:ext cx="1725300" cy="2370981"/>
            <a:chOff x="1345163" y="2232519"/>
            <a:chExt cx="1725300" cy="2370981"/>
          </a:xfrm>
        </p:grpSpPr>
        <p:grpSp>
          <p:nvGrpSpPr>
            <p:cNvPr id="1153" name="Google Shape;1153;p44"/>
            <p:cNvGrpSpPr/>
            <p:nvPr/>
          </p:nvGrpSpPr>
          <p:grpSpPr>
            <a:xfrm>
              <a:off x="1659785" y="2232519"/>
              <a:ext cx="1096070" cy="2367834"/>
              <a:chOff x="2564225" y="237975"/>
              <a:chExt cx="2412125" cy="5212050"/>
            </a:xfrm>
          </p:grpSpPr>
          <p:sp>
            <p:nvSpPr>
              <p:cNvPr id="1154" name="Google Shape;1154;p44"/>
              <p:cNvSpPr/>
              <p:nvPr/>
            </p:nvSpPr>
            <p:spPr>
              <a:xfrm>
                <a:off x="3676875" y="1893675"/>
                <a:ext cx="364300" cy="170275"/>
              </a:xfrm>
              <a:custGeom>
                <a:avLst/>
                <a:gdLst/>
                <a:ahLst/>
                <a:cxnLst/>
                <a:rect l="l" t="t" r="r" b="b"/>
                <a:pathLst>
                  <a:path w="14572" h="6811" extrusionOk="0">
                    <a:moveTo>
                      <a:pt x="1" y="1"/>
                    </a:moveTo>
                    <a:cubicBezTo>
                      <a:pt x="187" y="94"/>
                      <a:pt x="374" y="234"/>
                      <a:pt x="561" y="328"/>
                    </a:cubicBezTo>
                    <a:cubicBezTo>
                      <a:pt x="2289" y="1542"/>
                      <a:pt x="4204" y="2569"/>
                      <a:pt x="6259" y="3270"/>
                    </a:cubicBezTo>
                    <a:cubicBezTo>
                      <a:pt x="7426" y="3597"/>
                      <a:pt x="8734" y="3784"/>
                      <a:pt x="9714" y="4578"/>
                    </a:cubicBezTo>
                    <a:cubicBezTo>
                      <a:pt x="10041" y="4905"/>
                      <a:pt x="10462" y="5185"/>
                      <a:pt x="10882" y="5465"/>
                    </a:cubicBezTo>
                    <a:cubicBezTo>
                      <a:pt x="10966" y="5507"/>
                      <a:pt x="11921" y="5852"/>
                      <a:pt x="12076" y="5852"/>
                    </a:cubicBezTo>
                    <a:cubicBezTo>
                      <a:pt x="12093" y="5852"/>
                      <a:pt x="12101" y="5848"/>
                      <a:pt x="12096" y="5839"/>
                    </a:cubicBezTo>
                    <a:lnTo>
                      <a:pt x="12096" y="5839"/>
                    </a:lnTo>
                    <a:cubicBezTo>
                      <a:pt x="12283" y="6212"/>
                      <a:pt x="12657" y="6492"/>
                      <a:pt x="13124" y="6586"/>
                    </a:cubicBezTo>
                    <a:cubicBezTo>
                      <a:pt x="13147" y="6609"/>
                      <a:pt x="13170" y="6621"/>
                      <a:pt x="13194" y="6621"/>
                    </a:cubicBezTo>
                    <a:cubicBezTo>
                      <a:pt x="13217" y="6621"/>
                      <a:pt x="13240" y="6609"/>
                      <a:pt x="13264" y="6586"/>
                    </a:cubicBezTo>
                    <a:cubicBezTo>
                      <a:pt x="13310" y="6586"/>
                      <a:pt x="13357" y="6539"/>
                      <a:pt x="13357" y="6492"/>
                    </a:cubicBezTo>
                    <a:cubicBezTo>
                      <a:pt x="13453" y="6685"/>
                      <a:pt x="13725" y="6811"/>
                      <a:pt x="13932" y="6811"/>
                    </a:cubicBezTo>
                    <a:cubicBezTo>
                      <a:pt x="14026" y="6811"/>
                      <a:pt x="14107" y="6785"/>
                      <a:pt x="14151" y="6726"/>
                    </a:cubicBezTo>
                    <a:cubicBezTo>
                      <a:pt x="14338" y="6586"/>
                      <a:pt x="13918" y="5885"/>
                      <a:pt x="13918" y="5885"/>
                    </a:cubicBezTo>
                    <a:cubicBezTo>
                      <a:pt x="13918" y="5885"/>
                      <a:pt x="14198" y="5885"/>
                      <a:pt x="14291" y="5792"/>
                    </a:cubicBezTo>
                    <a:cubicBezTo>
                      <a:pt x="14385" y="5605"/>
                      <a:pt x="14478" y="5418"/>
                      <a:pt x="14478" y="5185"/>
                    </a:cubicBezTo>
                    <a:cubicBezTo>
                      <a:pt x="14571" y="3317"/>
                      <a:pt x="13871" y="1449"/>
                      <a:pt x="12516" y="94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44"/>
              <p:cNvSpPr/>
              <p:nvPr/>
            </p:nvSpPr>
            <p:spPr>
              <a:xfrm>
                <a:off x="3997950" y="1988250"/>
                <a:ext cx="23375" cy="47725"/>
              </a:xfrm>
              <a:custGeom>
                <a:avLst/>
                <a:gdLst/>
                <a:ahLst/>
                <a:cxnLst/>
                <a:rect l="l" t="t" r="r" b="b"/>
                <a:pathLst>
                  <a:path w="935" h="1909" extrusionOk="0">
                    <a:moveTo>
                      <a:pt x="47" y="1"/>
                    </a:moveTo>
                    <a:cubicBezTo>
                      <a:pt x="47" y="1"/>
                      <a:pt x="0" y="1"/>
                      <a:pt x="0" y="47"/>
                    </a:cubicBezTo>
                    <a:cubicBezTo>
                      <a:pt x="0" y="94"/>
                      <a:pt x="0" y="141"/>
                      <a:pt x="0" y="187"/>
                    </a:cubicBezTo>
                    <a:cubicBezTo>
                      <a:pt x="0" y="234"/>
                      <a:pt x="47" y="281"/>
                      <a:pt x="47" y="328"/>
                    </a:cubicBezTo>
                    <a:lnTo>
                      <a:pt x="140" y="514"/>
                    </a:lnTo>
                    <a:cubicBezTo>
                      <a:pt x="187" y="654"/>
                      <a:pt x="281" y="841"/>
                      <a:pt x="327" y="981"/>
                    </a:cubicBezTo>
                    <a:lnTo>
                      <a:pt x="514" y="1402"/>
                    </a:lnTo>
                    <a:cubicBezTo>
                      <a:pt x="608" y="1589"/>
                      <a:pt x="654" y="1729"/>
                      <a:pt x="748" y="1869"/>
                    </a:cubicBezTo>
                    <a:cubicBezTo>
                      <a:pt x="762" y="1898"/>
                      <a:pt x="786" y="1909"/>
                      <a:pt x="811" y="1909"/>
                    </a:cubicBezTo>
                    <a:cubicBezTo>
                      <a:pt x="868" y="1909"/>
                      <a:pt x="934" y="1854"/>
                      <a:pt x="934" y="1822"/>
                    </a:cubicBezTo>
                    <a:cubicBezTo>
                      <a:pt x="888" y="1635"/>
                      <a:pt x="841" y="1448"/>
                      <a:pt x="794" y="1308"/>
                    </a:cubicBezTo>
                    <a:cubicBezTo>
                      <a:pt x="748" y="1168"/>
                      <a:pt x="654" y="981"/>
                      <a:pt x="608" y="841"/>
                    </a:cubicBezTo>
                    <a:cubicBezTo>
                      <a:pt x="514" y="701"/>
                      <a:pt x="421" y="561"/>
                      <a:pt x="374" y="374"/>
                    </a:cubicBezTo>
                    <a:cubicBezTo>
                      <a:pt x="281" y="234"/>
                      <a:pt x="281" y="281"/>
                      <a:pt x="234" y="187"/>
                    </a:cubicBezTo>
                    <a:cubicBezTo>
                      <a:pt x="187" y="94"/>
                      <a:pt x="140" y="47"/>
                      <a:pt x="47" y="1"/>
                    </a:cubicBezTo>
                    <a:close/>
                  </a:path>
                </a:pathLst>
              </a:custGeom>
              <a:solidFill>
                <a:srgbClr val="F49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44"/>
              <p:cNvSpPr/>
              <p:nvPr/>
            </p:nvSpPr>
            <p:spPr>
              <a:xfrm>
                <a:off x="3948425" y="1988450"/>
                <a:ext cx="55025" cy="61550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2462" extrusionOk="0">
                    <a:moveTo>
                      <a:pt x="103" y="1"/>
                    </a:moveTo>
                    <a:cubicBezTo>
                      <a:pt x="51" y="1"/>
                      <a:pt x="1" y="67"/>
                      <a:pt x="67" y="133"/>
                    </a:cubicBezTo>
                    <a:lnTo>
                      <a:pt x="67" y="86"/>
                    </a:lnTo>
                    <a:cubicBezTo>
                      <a:pt x="394" y="460"/>
                      <a:pt x="767" y="833"/>
                      <a:pt x="1141" y="1207"/>
                    </a:cubicBezTo>
                    <a:cubicBezTo>
                      <a:pt x="1281" y="1394"/>
                      <a:pt x="1468" y="1581"/>
                      <a:pt x="1608" y="1767"/>
                    </a:cubicBezTo>
                    <a:cubicBezTo>
                      <a:pt x="1701" y="1861"/>
                      <a:pt x="1748" y="2001"/>
                      <a:pt x="1841" y="2094"/>
                    </a:cubicBezTo>
                    <a:cubicBezTo>
                      <a:pt x="1888" y="2188"/>
                      <a:pt x="1981" y="2281"/>
                      <a:pt x="2028" y="2421"/>
                    </a:cubicBezTo>
                    <a:cubicBezTo>
                      <a:pt x="2043" y="2450"/>
                      <a:pt x="2066" y="2461"/>
                      <a:pt x="2090" y="2461"/>
                    </a:cubicBezTo>
                    <a:cubicBezTo>
                      <a:pt x="2144" y="2461"/>
                      <a:pt x="2200" y="2407"/>
                      <a:pt x="2168" y="2374"/>
                    </a:cubicBezTo>
                    <a:cubicBezTo>
                      <a:pt x="2168" y="2234"/>
                      <a:pt x="2121" y="2094"/>
                      <a:pt x="2075" y="2001"/>
                    </a:cubicBezTo>
                    <a:cubicBezTo>
                      <a:pt x="1981" y="1861"/>
                      <a:pt x="1935" y="1767"/>
                      <a:pt x="1841" y="1674"/>
                    </a:cubicBezTo>
                    <a:cubicBezTo>
                      <a:pt x="1701" y="1487"/>
                      <a:pt x="1514" y="1300"/>
                      <a:pt x="1328" y="1114"/>
                    </a:cubicBezTo>
                    <a:cubicBezTo>
                      <a:pt x="954" y="740"/>
                      <a:pt x="534" y="413"/>
                      <a:pt x="160" y="39"/>
                    </a:cubicBezTo>
                    <a:cubicBezTo>
                      <a:pt x="146" y="12"/>
                      <a:pt x="125" y="1"/>
                      <a:pt x="103" y="1"/>
                    </a:cubicBezTo>
                    <a:close/>
                  </a:path>
                </a:pathLst>
              </a:custGeom>
              <a:solidFill>
                <a:srgbClr val="F49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44"/>
              <p:cNvSpPr/>
              <p:nvPr/>
            </p:nvSpPr>
            <p:spPr>
              <a:xfrm>
                <a:off x="3293925" y="1939225"/>
                <a:ext cx="343275" cy="3510800"/>
              </a:xfrm>
              <a:custGeom>
                <a:avLst/>
                <a:gdLst/>
                <a:ahLst/>
                <a:cxnLst/>
                <a:rect l="l" t="t" r="r" b="b"/>
                <a:pathLst>
                  <a:path w="13731" h="140432" fill="none" extrusionOk="0">
                    <a:moveTo>
                      <a:pt x="13731" y="140432"/>
                    </a:moveTo>
                    <a:lnTo>
                      <a:pt x="1" y="0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44"/>
              <p:cNvSpPr/>
              <p:nvPr/>
            </p:nvSpPr>
            <p:spPr>
              <a:xfrm>
                <a:off x="3293925" y="1939225"/>
                <a:ext cx="1682425" cy="3510800"/>
              </a:xfrm>
              <a:custGeom>
                <a:avLst/>
                <a:gdLst/>
                <a:ahLst/>
                <a:cxnLst/>
                <a:rect l="l" t="t" r="r" b="b"/>
                <a:pathLst>
                  <a:path w="67297" h="140432" fill="none" extrusionOk="0">
                    <a:moveTo>
                      <a:pt x="67297" y="140432"/>
                    </a:moveTo>
                    <a:lnTo>
                      <a:pt x="53567" y="0"/>
                    </a:lnTo>
                    <a:lnTo>
                      <a:pt x="1" y="0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44"/>
              <p:cNvSpPr/>
              <p:nvPr/>
            </p:nvSpPr>
            <p:spPr>
              <a:xfrm>
                <a:off x="4288650" y="1939225"/>
                <a:ext cx="344450" cy="3510800"/>
              </a:xfrm>
              <a:custGeom>
                <a:avLst/>
                <a:gdLst/>
                <a:ahLst/>
                <a:cxnLst/>
                <a:rect l="l" t="t" r="r" b="b"/>
                <a:pathLst>
                  <a:path w="13778" h="140432" fill="none" extrusionOk="0">
                    <a:moveTo>
                      <a:pt x="1" y="140432"/>
                    </a:moveTo>
                    <a:lnTo>
                      <a:pt x="13778" y="0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44"/>
              <p:cNvSpPr/>
              <p:nvPr/>
            </p:nvSpPr>
            <p:spPr>
              <a:xfrm>
                <a:off x="2949500" y="1939225"/>
                <a:ext cx="1683600" cy="3510800"/>
              </a:xfrm>
              <a:custGeom>
                <a:avLst/>
                <a:gdLst/>
                <a:ahLst/>
                <a:cxnLst/>
                <a:rect l="l" t="t" r="r" b="b"/>
                <a:pathLst>
                  <a:path w="67344" h="140432" fill="none" extrusionOk="0">
                    <a:moveTo>
                      <a:pt x="1" y="140432"/>
                    </a:moveTo>
                    <a:lnTo>
                      <a:pt x="13778" y="0"/>
                    </a:lnTo>
                    <a:lnTo>
                      <a:pt x="67344" y="0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44"/>
              <p:cNvSpPr/>
              <p:nvPr/>
            </p:nvSpPr>
            <p:spPr>
              <a:xfrm>
                <a:off x="2998550" y="4952625"/>
                <a:ext cx="19229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76917" h="1" fill="none" extrusionOk="0">
                    <a:moveTo>
                      <a:pt x="76917" y="1"/>
                    </a:moveTo>
                    <a:lnTo>
                      <a:pt x="0" y="1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44"/>
              <p:cNvSpPr/>
              <p:nvPr/>
            </p:nvSpPr>
            <p:spPr>
              <a:xfrm>
                <a:off x="3040575" y="4522975"/>
                <a:ext cx="18365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73462" h="1" fill="none" extrusionOk="0">
                    <a:moveTo>
                      <a:pt x="73461" y="1"/>
                    </a:moveTo>
                    <a:lnTo>
                      <a:pt x="0" y="1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44"/>
              <p:cNvSpPr/>
              <p:nvPr/>
            </p:nvSpPr>
            <p:spPr>
              <a:xfrm>
                <a:off x="3083775" y="4081650"/>
                <a:ext cx="1759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70380" h="1" fill="none" extrusionOk="0">
                    <a:moveTo>
                      <a:pt x="70379" y="1"/>
                    </a:moveTo>
                    <a:lnTo>
                      <a:pt x="0" y="1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44"/>
              <p:cNvSpPr/>
              <p:nvPr/>
            </p:nvSpPr>
            <p:spPr>
              <a:xfrm>
                <a:off x="3125800" y="3660175"/>
                <a:ext cx="16742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6971" h="1" fill="none" extrusionOk="0">
                    <a:moveTo>
                      <a:pt x="66970" y="0"/>
                    </a:moveTo>
                    <a:lnTo>
                      <a:pt x="1" y="0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44"/>
              <p:cNvSpPr/>
              <p:nvPr/>
            </p:nvSpPr>
            <p:spPr>
              <a:xfrm>
                <a:off x="3166675" y="3220000"/>
                <a:ext cx="1591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3654" h="1" fill="none" extrusionOk="0">
                    <a:moveTo>
                      <a:pt x="63654" y="1"/>
                    </a:moveTo>
                    <a:lnTo>
                      <a:pt x="0" y="1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44"/>
              <p:cNvSpPr/>
              <p:nvPr/>
            </p:nvSpPr>
            <p:spPr>
              <a:xfrm>
                <a:off x="3209875" y="2784525"/>
                <a:ext cx="15061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0245" h="1" fill="none" extrusionOk="0">
                    <a:moveTo>
                      <a:pt x="60245" y="0"/>
                    </a:moveTo>
                    <a:lnTo>
                      <a:pt x="0" y="0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44"/>
              <p:cNvSpPr/>
              <p:nvPr/>
            </p:nvSpPr>
            <p:spPr>
              <a:xfrm>
                <a:off x="3251900" y="2372375"/>
                <a:ext cx="1413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6556" h="1" fill="none" extrusionOk="0">
                    <a:moveTo>
                      <a:pt x="56555" y="0"/>
                    </a:moveTo>
                    <a:lnTo>
                      <a:pt x="0" y="0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44"/>
              <p:cNvSpPr/>
              <p:nvPr/>
            </p:nvSpPr>
            <p:spPr>
              <a:xfrm>
                <a:off x="3602150" y="1788600"/>
                <a:ext cx="412175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16487" h="5699" extrusionOk="0">
                    <a:moveTo>
                      <a:pt x="4718" y="1"/>
                    </a:moveTo>
                    <a:lnTo>
                      <a:pt x="1" y="5698"/>
                    </a:lnTo>
                    <a:cubicBezTo>
                      <a:pt x="5465" y="5698"/>
                      <a:pt x="10975" y="5698"/>
                      <a:pt x="16486" y="5652"/>
                    </a:cubicBezTo>
                    <a:cubicBezTo>
                      <a:pt x="16113" y="4904"/>
                      <a:pt x="15599" y="4204"/>
                      <a:pt x="15038" y="3550"/>
                    </a:cubicBezTo>
                    <a:cubicBezTo>
                      <a:pt x="14431" y="2943"/>
                      <a:pt x="13731" y="2429"/>
                      <a:pt x="12984" y="2056"/>
                    </a:cubicBezTo>
                    <a:cubicBezTo>
                      <a:pt x="10415" y="701"/>
                      <a:pt x="7566" y="1"/>
                      <a:pt x="4718" y="1"/>
                    </a:cubicBez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44"/>
              <p:cNvSpPr/>
              <p:nvPr/>
            </p:nvSpPr>
            <p:spPr>
              <a:xfrm>
                <a:off x="2752200" y="984175"/>
                <a:ext cx="1099825" cy="1084675"/>
              </a:xfrm>
              <a:custGeom>
                <a:avLst/>
                <a:gdLst/>
                <a:ahLst/>
                <a:cxnLst/>
                <a:rect l="l" t="t" r="r" b="b"/>
                <a:pathLst>
                  <a:path w="43993" h="43387" extrusionOk="0">
                    <a:moveTo>
                      <a:pt x="14805" y="0"/>
                    </a:moveTo>
                    <a:lnTo>
                      <a:pt x="0" y="5371"/>
                    </a:lnTo>
                    <a:cubicBezTo>
                      <a:pt x="981" y="17093"/>
                      <a:pt x="10788" y="28768"/>
                      <a:pt x="13871" y="31757"/>
                    </a:cubicBezTo>
                    <a:cubicBezTo>
                      <a:pt x="16953" y="34746"/>
                      <a:pt x="38482" y="43386"/>
                      <a:pt x="38482" y="43386"/>
                    </a:cubicBezTo>
                    <a:lnTo>
                      <a:pt x="43993" y="31757"/>
                    </a:lnTo>
                    <a:cubicBezTo>
                      <a:pt x="43993" y="31757"/>
                      <a:pt x="26060" y="22837"/>
                      <a:pt x="24191" y="21203"/>
                    </a:cubicBezTo>
                    <a:cubicBezTo>
                      <a:pt x="22323" y="19568"/>
                      <a:pt x="14805" y="0"/>
                      <a:pt x="148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44"/>
              <p:cNvSpPr/>
              <p:nvPr/>
            </p:nvSpPr>
            <p:spPr>
              <a:xfrm>
                <a:off x="2744025" y="4143525"/>
                <a:ext cx="673675" cy="735575"/>
              </a:xfrm>
              <a:custGeom>
                <a:avLst/>
                <a:gdLst/>
                <a:ahLst/>
                <a:cxnLst/>
                <a:rect l="l" t="t" r="r" b="b"/>
                <a:pathLst>
                  <a:path w="26947" h="29423" extrusionOk="0">
                    <a:moveTo>
                      <a:pt x="16813" y="1"/>
                    </a:moveTo>
                    <a:lnTo>
                      <a:pt x="794" y="1682"/>
                    </a:lnTo>
                    <a:lnTo>
                      <a:pt x="0" y="22744"/>
                    </a:lnTo>
                    <a:lnTo>
                      <a:pt x="654" y="29423"/>
                    </a:lnTo>
                    <a:lnTo>
                      <a:pt x="25779" y="29423"/>
                    </a:lnTo>
                    <a:cubicBezTo>
                      <a:pt x="26433" y="29423"/>
                      <a:pt x="26947" y="28909"/>
                      <a:pt x="26947" y="28255"/>
                    </a:cubicBezTo>
                    <a:cubicBezTo>
                      <a:pt x="26947" y="27788"/>
                      <a:pt x="26667" y="27321"/>
                      <a:pt x="26246" y="27181"/>
                    </a:cubicBezTo>
                    <a:lnTo>
                      <a:pt x="15038" y="21951"/>
                    </a:lnTo>
                    <a:lnTo>
                      <a:pt x="16813" y="1"/>
                    </a:ln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44"/>
              <p:cNvSpPr/>
              <p:nvPr/>
            </p:nvSpPr>
            <p:spPr>
              <a:xfrm>
                <a:off x="2725350" y="4692275"/>
                <a:ext cx="729725" cy="251050"/>
              </a:xfrm>
              <a:custGeom>
                <a:avLst/>
                <a:gdLst/>
                <a:ahLst/>
                <a:cxnLst/>
                <a:rect l="l" t="t" r="r" b="b"/>
                <a:pathLst>
                  <a:path w="29189" h="10042" extrusionOk="0">
                    <a:moveTo>
                      <a:pt x="15738" y="1"/>
                    </a:moveTo>
                    <a:cubicBezTo>
                      <a:pt x="13178" y="1018"/>
                      <a:pt x="10334" y="1328"/>
                      <a:pt x="7816" y="1328"/>
                    </a:cubicBezTo>
                    <a:cubicBezTo>
                      <a:pt x="3857" y="1328"/>
                      <a:pt x="701" y="561"/>
                      <a:pt x="701" y="561"/>
                    </a:cubicBezTo>
                    <a:lnTo>
                      <a:pt x="0" y="9481"/>
                    </a:lnTo>
                    <a:cubicBezTo>
                      <a:pt x="0" y="9808"/>
                      <a:pt x="234" y="10041"/>
                      <a:pt x="514" y="10041"/>
                    </a:cubicBezTo>
                    <a:lnTo>
                      <a:pt x="28628" y="10041"/>
                    </a:lnTo>
                    <a:cubicBezTo>
                      <a:pt x="29188" y="10041"/>
                      <a:pt x="28861" y="7193"/>
                      <a:pt x="28815" y="7146"/>
                    </a:cubicBezTo>
                    <a:cubicBezTo>
                      <a:pt x="28581" y="6352"/>
                      <a:pt x="28068" y="5418"/>
                      <a:pt x="27601" y="5184"/>
                    </a:cubicBezTo>
                    <a:lnTo>
                      <a:pt x="1573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44"/>
              <p:cNvSpPr/>
              <p:nvPr/>
            </p:nvSpPr>
            <p:spPr>
              <a:xfrm>
                <a:off x="3140975" y="4705125"/>
                <a:ext cx="42050" cy="70075"/>
              </a:xfrm>
              <a:custGeom>
                <a:avLst/>
                <a:gdLst/>
                <a:ahLst/>
                <a:cxnLst/>
                <a:rect l="l" t="t" r="r" b="b"/>
                <a:pathLst>
                  <a:path w="1682" h="2803" fill="none" extrusionOk="0">
                    <a:moveTo>
                      <a:pt x="1682" y="0"/>
                    </a:moveTo>
                    <a:cubicBezTo>
                      <a:pt x="981" y="888"/>
                      <a:pt x="421" y="1822"/>
                      <a:pt x="1" y="2802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44"/>
              <p:cNvSpPr/>
              <p:nvPr/>
            </p:nvSpPr>
            <p:spPr>
              <a:xfrm>
                <a:off x="3185350" y="4728475"/>
                <a:ext cx="35050" cy="59575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383" fill="none" extrusionOk="0">
                    <a:moveTo>
                      <a:pt x="1401" y="0"/>
                    </a:moveTo>
                    <a:cubicBezTo>
                      <a:pt x="841" y="701"/>
                      <a:pt x="374" y="1541"/>
                      <a:pt x="0" y="2382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44"/>
              <p:cNvSpPr/>
              <p:nvPr/>
            </p:nvSpPr>
            <p:spPr>
              <a:xfrm>
                <a:off x="3219200" y="4744825"/>
                <a:ext cx="32725" cy="54900"/>
              </a:xfrm>
              <a:custGeom>
                <a:avLst/>
                <a:gdLst/>
                <a:ahLst/>
                <a:cxnLst/>
                <a:rect l="l" t="t" r="r" b="b"/>
                <a:pathLst>
                  <a:path w="1309" h="2196" fill="none" extrusionOk="0">
                    <a:moveTo>
                      <a:pt x="1308" y="0"/>
                    </a:moveTo>
                    <a:cubicBezTo>
                      <a:pt x="795" y="701"/>
                      <a:pt x="374" y="1401"/>
                      <a:pt x="1" y="2195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44"/>
              <p:cNvSpPr/>
              <p:nvPr/>
            </p:nvSpPr>
            <p:spPr>
              <a:xfrm>
                <a:off x="2728850" y="4894250"/>
                <a:ext cx="7203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8815" h="1" fill="none" extrusionOk="0">
                    <a:moveTo>
                      <a:pt x="0" y="1"/>
                    </a:moveTo>
                    <a:lnTo>
                      <a:pt x="28815" y="1"/>
                    </a:ln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44"/>
              <p:cNvSpPr/>
              <p:nvPr/>
            </p:nvSpPr>
            <p:spPr>
              <a:xfrm>
                <a:off x="2735850" y="4788025"/>
                <a:ext cx="182150" cy="106250"/>
              </a:xfrm>
              <a:custGeom>
                <a:avLst/>
                <a:gdLst/>
                <a:ahLst/>
                <a:cxnLst/>
                <a:rect l="l" t="t" r="r" b="b"/>
                <a:pathLst>
                  <a:path w="7286" h="4250" fill="none" extrusionOk="0">
                    <a:moveTo>
                      <a:pt x="0" y="0"/>
                    </a:moveTo>
                    <a:cubicBezTo>
                      <a:pt x="0" y="0"/>
                      <a:pt x="6725" y="47"/>
                      <a:pt x="7286" y="4250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44"/>
              <p:cNvSpPr/>
              <p:nvPr/>
            </p:nvSpPr>
            <p:spPr>
              <a:xfrm>
                <a:off x="3296250" y="4795025"/>
                <a:ext cx="58425" cy="99250"/>
              </a:xfrm>
              <a:custGeom>
                <a:avLst/>
                <a:gdLst/>
                <a:ahLst/>
                <a:cxnLst/>
                <a:rect l="l" t="t" r="r" b="b"/>
                <a:pathLst>
                  <a:path w="2337" h="3970" fill="none" extrusionOk="0">
                    <a:moveTo>
                      <a:pt x="2336" y="0"/>
                    </a:moveTo>
                    <a:cubicBezTo>
                      <a:pt x="2336" y="0"/>
                      <a:pt x="375" y="2709"/>
                      <a:pt x="1" y="3970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44"/>
              <p:cNvSpPr/>
              <p:nvPr/>
            </p:nvSpPr>
            <p:spPr>
              <a:xfrm>
                <a:off x="2564225" y="2069975"/>
                <a:ext cx="742575" cy="2548775"/>
              </a:xfrm>
              <a:custGeom>
                <a:avLst/>
                <a:gdLst/>
                <a:ahLst/>
                <a:cxnLst/>
                <a:rect l="l" t="t" r="r" b="b"/>
                <a:pathLst>
                  <a:path w="29703" h="101951" extrusionOk="0">
                    <a:moveTo>
                      <a:pt x="27647" y="1"/>
                    </a:moveTo>
                    <a:lnTo>
                      <a:pt x="2429" y="5325"/>
                    </a:lnTo>
                    <a:cubicBezTo>
                      <a:pt x="2429" y="5325"/>
                      <a:pt x="0" y="16066"/>
                      <a:pt x="5184" y="29096"/>
                    </a:cubicBezTo>
                    <a:cubicBezTo>
                      <a:pt x="6865" y="38763"/>
                      <a:pt x="7753" y="48524"/>
                      <a:pt x="7940" y="58284"/>
                    </a:cubicBezTo>
                    <a:cubicBezTo>
                      <a:pt x="8126" y="74163"/>
                      <a:pt x="6025" y="94385"/>
                      <a:pt x="6025" y="101950"/>
                    </a:cubicBezTo>
                    <a:lnTo>
                      <a:pt x="26713" y="101950"/>
                    </a:lnTo>
                    <a:cubicBezTo>
                      <a:pt x="26713" y="101950"/>
                      <a:pt x="29235" y="80421"/>
                      <a:pt x="29469" y="58751"/>
                    </a:cubicBezTo>
                    <a:cubicBezTo>
                      <a:pt x="29702" y="34467"/>
                      <a:pt x="27647" y="7053"/>
                      <a:pt x="276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44"/>
              <p:cNvSpPr/>
              <p:nvPr/>
            </p:nvSpPr>
            <p:spPr>
              <a:xfrm>
                <a:off x="3155000" y="2068825"/>
                <a:ext cx="75900" cy="2549925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101997" fill="none" extrusionOk="0">
                    <a:moveTo>
                      <a:pt x="0" y="101996"/>
                    </a:moveTo>
                    <a:cubicBezTo>
                      <a:pt x="0" y="101996"/>
                      <a:pt x="2522" y="80093"/>
                      <a:pt x="2802" y="58144"/>
                    </a:cubicBezTo>
                    <a:cubicBezTo>
                      <a:pt x="3036" y="33999"/>
                      <a:pt x="981" y="7052"/>
                      <a:pt x="981" y="0"/>
                    </a:cubicBezTo>
                  </a:path>
                </a:pathLst>
              </a:custGeom>
              <a:noFill/>
              <a:ln w="10500" cap="flat" cmpd="sng">
                <a:solidFill>
                  <a:schemeClr val="accent5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44"/>
              <p:cNvSpPr/>
              <p:nvPr/>
            </p:nvSpPr>
            <p:spPr>
              <a:xfrm>
                <a:off x="3618500" y="3715050"/>
                <a:ext cx="673700" cy="734400"/>
              </a:xfrm>
              <a:custGeom>
                <a:avLst/>
                <a:gdLst/>
                <a:ahLst/>
                <a:cxnLst/>
                <a:rect l="l" t="t" r="r" b="b"/>
                <a:pathLst>
                  <a:path w="26948" h="29376" extrusionOk="0">
                    <a:moveTo>
                      <a:pt x="16813" y="0"/>
                    </a:moveTo>
                    <a:lnTo>
                      <a:pt x="748" y="1635"/>
                    </a:lnTo>
                    <a:lnTo>
                      <a:pt x="1" y="22744"/>
                    </a:lnTo>
                    <a:lnTo>
                      <a:pt x="654" y="29376"/>
                    </a:lnTo>
                    <a:lnTo>
                      <a:pt x="25780" y="29376"/>
                    </a:lnTo>
                    <a:cubicBezTo>
                      <a:pt x="26433" y="29376"/>
                      <a:pt x="26947" y="28862"/>
                      <a:pt x="26947" y="28208"/>
                    </a:cubicBezTo>
                    <a:cubicBezTo>
                      <a:pt x="26947" y="27741"/>
                      <a:pt x="26667" y="27321"/>
                      <a:pt x="26247" y="27134"/>
                    </a:cubicBezTo>
                    <a:lnTo>
                      <a:pt x="15038" y="21903"/>
                    </a:lnTo>
                    <a:lnTo>
                      <a:pt x="16813" y="0"/>
                    </a:ln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44"/>
              <p:cNvSpPr/>
              <p:nvPr/>
            </p:nvSpPr>
            <p:spPr>
              <a:xfrm>
                <a:off x="3599825" y="4262625"/>
                <a:ext cx="729575" cy="251050"/>
              </a:xfrm>
              <a:custGeom>
                <a:avLst/>
                <a:gdLst/>
                <a:ahLst/>
                <a:cxnLst/>
                <a:rect l="l" t="t" r="r" b="b"/>
                <a:pathLst>
                  <a:path w="29183" h="10042" extrusionOk="0">
                    <a:moveTo>
                      <a:pt x="15739" y="0"/>
                    </a:moveTo>
                    <a:cubicBezTo>
                      <a:pt x="13185" y="1033"/>
                      <a:pt x="10351" y="1349"/>
                      <a:pt x="7838" y="1349"/>
                    </a:cubicBezTo>
                    <a:cubicBezTo>
                      <a:pt x="3869" y="1349"/>
                      <a:pt x="701" y="561"/>
                      <a:pt x="701" y="561"/>
                    </a:cubicBezTo>
                    <a:lnTo>
                      <a:pt x="0" y="9527"/>
                    </a:lnTo>
                    <a:cubicBezTo>
                      <a:pt x="0" y="9808"/>
                      <a:pt x="234" y="10041"/>
                      <a:pt x="514" y="10041"/>
                    </a:cubicBezTo>
                    <a:lnTo>
                      <a:pt x="28628" y="10041"/>
                    </a:lnTo>
                    <a:cubicBezTo>
                      <a:pt x="28633" y="10042"/>
                      <a:pt x="28637" y="10042"/>
                      <a:pt x="28642" y="10042"/>
                    </a:cubicBezTo>
                    <a:cubicBezTo>
                      <a:pt x="29182" y="10042"/>
                      <a:pt x="28815" y="7239"/>
                      <a:pt x="28815" y="7192"/>
                    </a:cubicBezTo>
                    <a:cubicBezTo>
                      <a:pt x="28581" y="6352"/>
                      <a:pt x="28068" y="5418"/>
                      <a:pt x="27601" y="5184"/>
                    </a:cubicBezTo>
                    <a:lnTo>
                      <a:pt x="1573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44"/>
              <p:cNvSpPr/>
              <p:nvPr/>
            </p:nvSpPr>
            <p:spPr>
              <a:xfrm>
                <a:off x="4015450" y="4276625"/>
                <a:ext cx="42075" cy="70075"/>
              </a:xfrm>
              <a:custGeom>
                <a:avLst/>
                <a:gdLst/>
                <a:ahLst/>
                <a:cxnLst/>
                <a:rect l="l" t="t" r="r" b="b"/>
                <a:pathLst>
                  <a:path w="1683" h="2803" fill="none" extrusionOk="0">
                    <a:moveTo>
                      <a:pt x="1682" y="1"/>
                    </a:moveTo>
                    <a:cubicBezTo>
                      <a:pt x="982" y="841"/>
                      <a:pt x="421" y="1775"/>
                      <a:pt x="1" y="2803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44"/>
              <p:cNvSpPr/>
              <p:nvPr/>
            </p:nvSpPr>
            <p:spPr>
              <a:xfrm>
                <a:off x="4059825" y="4298825"/>
                <a:ext cx="35050" cy="59550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382" fill="none" extrusionOk="0">
                    <a:moveTo>
                      <a:pt x="1402" y="0"/>
                    </a:moveTo>
                    <a:cubicBezTo>
                      <a:pt x="841" y="747"/>
                      <a:pt x="374" y="1541"/>
                      <a:pt x="1" y="2382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44"/>
              <p:cNvSpPr/>
              <p:nvPr/>
            </p:nvSpPr>
            <p:spPr>
              <a:xfrm>
                <a:off x="4093675" y="4315150"/>
                <a:ext cx="47900" cy="54900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2196" fill="none" extrusionOk="0">
                    <a:moveTo>
                      <a:pt x="1309" y="1"/>
                    </a:moveTo>
                    <a:cubicBezTo>
                      <a:pt x="842" y="655"/>
                      <a:pt x="1916" y="281"/>
                      <a:pt x="1" y="2196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44"/>
              <p:cNvSpPr/>
              <p:nvPr/>
            </p:nvSpPr>
            <p:spPr>
              <a:xfrm>
                <a:off x="3603325" y="4465775"/>
                <a:ext cx="720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8816" h="1" fill="none" extrusionOk="0">
                    <a:moveTo>
                      <a:pt x="0" y="0"/>
                    </a:moveTo>
                    <a:lnTo>
                      <a:pt x="28815" y="0"/>
                    </a:ln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44"/>
              <p:cNvSpPr/>
              <p:nvPr/>
            </p:nvSpPr>
            <p:spPr>
              <a:xfrm>
                <a:off x="3610325" y="4358350"/>
                <a:ext cx="181000" cy="107450"/>
              </a:xfrm>
              <a:custGeom>
                <a:avLst/>
                <a:gdLst/>
                <a:ahLst/>
                <a:cxnLst/>
                <a:rect l="l" t="t" r="r" b="b"/>
                <a:pathLst>
                  <a:path w="7240" h="4298" fill="none" extrusionOk="0">
                    <a:moveTo>
                      <a:pt x="1" y="1"/>
                    </a:moveTo>
                    <a:cubicBezTo>
                      <a:pt x="1" y="1"/>
                      <a:pt x="6679" y="94"/>
                      <a:pt x="7239" y="4297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44"/>
              <p:cNvSpPr/>
              <p:nvPr/>
            </p:nvSpPr>
            <p:spPr>
              <a:xfrm>
                <a:off x="4170750" y="4366525"/>
                <a:ext cx="58400" cy="99275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3971" fill="none" extrusionOk="0">
                    <a:moveTo>
                      <a:pt x="2335" y="1"/>
                    </a:moveTo>
                    <a:cubicBezTo>
                      <a:pt x="2335" y="1"/>
                      <a:pt x="374" y="2709"/>
                      <a:pt x="0" y="3970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44"/>
              <p:cNvSpPr/>
              <p:nvPr/>
            </p:nvSpPr>
            <p:spPr>
              <a:xfrm>
                <a:off x="2796550" y="2126025"/>
                <a:ext cx="1385900" cy="2074750"/>
              </a:xfrm>
              <a:custGeom>
                <a:avLst/>
                <a:gdLst/>
                <a:ahLst/>
                <a:cxnLst/>
                <a:rect l="l" t="t" r="r" b="b"/>
                <a:pathLst>
                  <a:path w="55436" h="82990" extrusionOk="0">
                    <a:moveTo>
                      <a:pt x="1402" y="0"/>
                    </a:moveTo>
                    <a:cubicBezTo>
                      <a:pt x="1402" y="1"/>
                      <a:pt x="1" y="8454"/>
                      <a:pt x="3083" y="15412"/>
                    </a:cubicBezTo>
                    <a:cubicBezTo>
                      <a:pt x="5091" y="19989"/>
                      <a:pt x="9014" y="23398"/>
                      <a:pt x="13778" y="24752"/>
                    </a:cubicBezTo>
                    <a:cubicBezTo>
                      <a:pt x="13778" y="24752"/>
                      <a:pt x="30824" y="39463"/>
                      <a:pt x="32318" y="43807"/>
                    </a:cubicBezTo>
                    <a:cubicBezTo>
                      <a:pt x="33532" y="47449"/>
                      <a:pt x="31151" y="82989"/>
                      <a:pt x="31151" y="82989"/>
                    </a:cubicBezTo>
                    <a:lnTo>
                      <a:pt x="50905" y="82989"/>
                    </a:lnTo>
                    <a:cubicBezTo>
                      <a:pt x="50905" y="82989"/>
                      <a:pt x="55435" y="43947"/>
                      <a:pt x="52306" y="35400"/>
                    </a:cubicBezTo>
                    <a:cubicBezTo>
                      <a:pt x="47823" y="23164"/>
                      <a:pt x="27975" y="4297"/>
                      <a:pt x="27975" y="4297"/>
                    </a:cubicBezTo>
                    <a:lnTo>
                      <a:pt x="14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44"/>
              <p:cNvSpPr/>
              <p:nvPr/>
            </p:nvSpPr>
            <p:spPr>
              <a:xfrm>
                <a:off x="3379150" y="2233450"/>
                <a:ext cx="680700" cy="1967325"/>
              </a:xfrm>
              <a:custGeom>
                <a:avLst/>
                <a:gdLst/>
                <a:ahLst/>
                <a:cxnLst/>
                <a:rect l="l" t="t" r="r" b="b"/>
                <a:pathLst>
                  <a:path w="27228" h="78693" fill="none" extrusionOk="0">
                    <a:moveTo>
                      <a:pt x="1" y="0"/>
                    </a:moveTo>
                    <a:cubicBezTo>
                      <a:pt x="1" y="0"/>
                      <a:pt x="20643" y="21763"/>
                      <a:pt x="24379" y="31103"/>
                    </a:cubicBezTo>
                    <a:cubicBezTo>
                      <a:pt x="27228" y="38202"/>
                      <a:pt x="22931" y="78692"/>
                      <a:pt x="22931" y="78692"/>
                    </a:cubicBezTo>
                  </a:path>
                </a:pathLst>
              </a:custGeom>
              <a:noFill/>
              <a:ln w="10500" cap="flat" cmpd="sng">
                <a:solidFill>
                  <a:schemeClr val="accent5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44"/>
              <p:cNvSpPr/>
              <p:nvPr/>
            </p:nvSpPr>
            <p:spPr>
              <a:xfrm>
                <a:off x="2872450" y="2511300"/>
                <a:ext cx="418000" cy="368975"/>
              </a:xfrm>
              <a:custGeom>
                <a:avLst/>
                <a:gdLst/>
                <a:ahLst/>
                <a:cxnLst/>
                <a:rect l="l" t="t" r="r" b="b"/>
                <a:pathLst>
                  <a:path w="16720" h="14759" fill="none" extrusionOk="0">
                    <a:moveTo>
                      <a:pt x="16719" y="14759"/>
                    </a:moveTo>
                    <a:cubicBezTo>
                      <a:pt x="15178" y="13311"/>
                      <a:pt x="12470" y="10882"/>
                      <a:pt x="11629" y="10182"/>
                    </a:cubicBezTo>
                    <a:cubicBezTo>
                      <a:pt x="11115" y="9715"/>
                      <a:pt x="10508" y="9341"/>
                      <a:pt x="9854" y="9108"/>
                    </a:cubicBezTo>
                    <a:cubicBezTo>
                      <a:pt x="5465" y="7567"/>
                      <a:pt x="1915" y="4251"/>
                      <a:pt x="0" y="1"/>
                    </a:cubicBezTo>
                  </a:path>
                </a:pathLst>
              </a:custGeom>
              <a:noFill/>
              <a:ln w="10500" cap="flat" cmpd="sng">
                <a:solidFill>
                  <a:schemeClr val="accent5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44"/>
              <p:cNvSpPr/>
              <p:nvPr/>
            </p:nvSpPr>
            <p:spPr>
              <a:xfrm>
                <a:off x="3010225" y="2402725"/>
                <a:ext cx="210175" cy="4700"/>
              </a:xfrm>
              <a:custGeom>
                <a:avLst/>
                <a:gdLst/>
                <a:ahLst/>
                <a:cxnLst/>
                <a:rect l="l" t="t" r="r" b="b"/>
                <a:pathLst>
                  <a:path w="8407" h="188" fill="none" extrusionOk="0">
                    <a:moveTo>
                      <a:pt x="0" y="1"/>
                    </a:moveTo>
                    <a:cubicBezTo>
                      <a:pt x="0" y="1"/>
                      <a:pt x="5931" y="188"/>
                      <a:pt x="8406" y="1"/>
                    </a:cubicBezTo>
                  </a:path>
                </a:pathLst>
              </a:custGeom>
              <a:noFill/>
              <a:ln w="10500" cap="flat" cmpd="sng">
                <a:solidFill>
                  <a:schemeClr val="accent5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44"/>
              <p:cNvSpPr/>
              <p:nvPr/>
            </p:nvSpPr>
            <p:spPr>
              <a:xfrm>
                <a:off x="2610925" y="2402725"/>
                <a:ext cx="1191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764" h="1" fill="none" extrusionOk="0">
                    <a:moveTo>
                      <a:pt x="0" y="1"/>
                    </a:moveTo>
                    <a:lnTo>
                      <a:pt x="4764" y="1"/>
                    </a:lnTo>
                  </a:path>
                </a:pathLst>
              </a:custGeom>
              <a:noFill/>
              <a:ln w="10500" cap="flat" cmpd="sng">
                <a:solidFill>
                  <a:schemeClr val="accent5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44"/>
              <p:cNvSpPr/>
              <p:nvPr/>
            </p:nvSpPr>
            <p:spPr>
              <a:xfrm>
                <a:off x="4383225" y="926825"/>
                <a:ext cx="440200" cy="358600"/>
              </a:xfrm>
              <a:custGeom>
                <a:avLst/>
                <a:gdLst/>
                <a:ahLst/>
                <a:cxnLst/>
                <a:rect l="l" t="t" r="r" b="b"/>
                <a:pathLst>
                  <a:path w="17608" h="14344" extrusionOk="0">
                    <a:moveTo>
                      <a:pt x="11626" y="0"/>
                    </a:moveTo>
                    <a:cubicBezTo>
                      <a:pt x="10411" y="0"/>
                      <a:pt x="1969" y="3664"/>
                      <a:pt x="1" y="4583"/>
                    </a:cubicBezTo>
                    <a:lnTo>
                      <a:pt x="3830" y="14343"/>
                    </a:lnTo>
                    <a:cubicBezTo>
                      <a:pt x="3830" y="14343"/>
                      <a:pt x="13638" y="10887"/>
                      <a:pt x="13451" y="9393"/>
                    </a:cubicBezTo>
                    <a:cubicBezTo>
                      <a:pt x="13383" y="8855"/>
                      <a:pt x="13058" y="8715"/>
                      <a:pt x="12738" y="8715"/>
                    </a:cubicBezTo>
                    <a:cubicBezTo>
                      <a:pt x="12391" y="8715"/>
                      <a:pt x="12050" y="8879"/>
                      <a:pt x="12050" y="8879"/>
                    </a:cubicBezTo>
                    <a:cubicBezTo>
                      <a:pt x="12050" y="8879"/>
                      <a:pt x="13591" y="8085"/>
                      <a:pt x="13217" y="7198"/>
                    </a:cubicBezTo>
                    <a:cubicBezTo>
                      <a:pt x="13066" y="6787"/>
                      <a:pt x="12764" y="6676"/>
                      <a:pt x="12483" y="6676"/>
                    </a:cubicBezTo>
                    <a:cubicBezTo>
                      <a:pt x="12159" y="6676"/>
                      <a:pt x="11863" y="6824"/>
                      <a:pt x="11863" y="6824"/>
                    </a:cubicBezTo>
                    <a:cubicBezTo>
                      <a:pt x="11863" y="6824"/>
                      <a:pt x="13684" y="5844"/>
                      <a:pt x="12797" y="4816"/>
                    </a:cubicBezTo>
                    <a:cubicBezTo>
                      <a:pt x="12570" y="4532"/>
                      <a:pt x="12243" y="4448"/>
                      <a:pt x="11934" y="4448"/>
                    </a:cubicBezTo>
                    <a:cubicBezTo>
                      <a:pt x="11482" y="4448"/>
                      <a:pt x="11069" y="4629"/>
                      <a:pt x="11069" y="4629"/>
                    </a:cubicBezTo>
                    <a:cubicBezTo>
                      <a:pt x="11069" y="4629"/>
                      <a:pt x="17607" y="1500"/>
                      <a:pt x="17047" y="566"/>
                    </a:cubicBezTo>
                    <a:cubicBezTo>
                      <a:pt x="16970" y="446"/>
                      <a:pt x="16801" y="395"/>
                      <a:pt x="16573" y="395"/>
                    </a:cubicBezTo>
                    <a:cubicBezTo>
                      <a:pt x="15825" y="395"/>
                      <a:pt x="14438" y="942"/>
                      <a:pt x="13544" y="1407"/>
                    </a:cubicBezTo>
                    <a:cubicBezTo>
                      <a:pt x="12190" y="2014"/>
                      <a:pt x="10789" y="2434"/>
                      <a:pt x="9341" y="2715"/>
                    </a:cubicBezTo>
                    <a:cubicBezTo>
                      <a:pt x="9014" y="2621"/>
                      <a:pt x="12003" y="613"/>
                      <a:pt x="11769" y="53"/>
                    </a:cubicBezTo>
                    <a:cubicBezTo>
                      <a:pt x="11758" y="17"/>
                      <a:pt x="11708" y="0"/>
                      <a:pt x="11626" y="0"/>
                    </a:cubicBez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44"/>
              <p:cNvSpPr/>
              <p:nvPr/>
            </p:nvSpPr>
            <p:spPr>
              <a:xfrm>
                <a:off x="2589900" y="775175"/>
                <a:ext cx="997100" cy="1501475"/>
              </a:xfrm>
              <a:custGeom>
                <a:avLst/>
                <a:gdLst/>
                <a:ahLst/>
                <a:cxnLst/>
                <a:rect l="l" t="t" r="r" b="b"/>
                <a:pathLst>
                  <a:path w="39884" h="60059" extrusionOk="0">
                    <a:moveTo>
                      <a:pt x="14758" y="1"/>
                    </a:moveTo>
                    <a:cubicBezTo>
                      <a:pt x="14758" y="1"/>
                      <a:pt x="6352" y="1168"/>
                      <a:pt x="2336" y="27088"/>
                    </a:cubicBezTo>
                    <a:cubicBezTo>
                      <a:pt x="608" y="37969"/>
                      <a:pt x="1" y="49037"/>
                      <a:pt x="421" y="60059"/>
                    </a:cubicBezTo>
                    <a:lnTo>
                      <a:pt x="38716" y="60059"/>
                    </a:lnTo>
                    <a:cubicBezTo>
                      <a:pt x="38716" y="60059"/>
                      <a:pt x="39884" y="20503"/>
                      <a:pt x="37969" y="13124"/>
                    </a:cubicBezTo>
                    <a:lnTo>
                      <a:pt x="23818" y="1028"/>
                    </a:lnTo>
                    <a:cubicBezTo>
                      <a:pt x="22704" y="1795"/>
                      <a:pt x="21381" y="2197"/>
                      <a:pt x="20044" y="2197"/>
                    </a:cubicBezTo>
                    <a:cubicBezTo>
                      <a:pt x="19589" y="2197"/>
                      <a:pt x="19132" y="2151"/>
                      <a:pt x="18681" y="2056"/>
                    </a:cubicBezTo>
                    <a:cubicBezTo>
                      <a:pt x="15552" y="1542"/>
                      <a:pt x="14758" y="1"/>
                      <a:pt x="1475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44"/>
              <p:cNvSpPr/>
              <p:nvPr/>
            </p:nvSpPr>
            <p:spPr>
              <a:xfrm>
                <a:off x="3185350" y="800875"/>
                <a:ext cx="1385875" cy="789275"/>
              </a:xfrm>
              <a:custGeom>
                <a:avLst/>
                <a:gdLst/>
                <a:ahLst/>
                <a:cxnLst/>
                <a:rect l="l" t="t" r="r" b="b"/>
                <a:pathLst>
                  <a:path w="55435" h="31571" extrusionOk="0">
                    <a:moveTo>
                      <a:pt x="0" y="0"/>
                    </a:moveTo>
                    <a:lnTo>
                      <a:pt x="3036" y="19054"/>
                    </a:lnTo>
                    <a:cubicBezTo>
                      <a:pt x="3036" y="19054"/>
                      <a:pt x="14338" y="31570"/>
                      <a:pt x="24939" y="31570"/>
                    </a:cubicBezTo>
                    <a:cubicBezTo>
                      <a:pt x="35493" y="31570"/>
                      <a:pt x="55435" y="20315"/>
                      <a:pt x="55435" y="20315"/>
                    </a:cubicBezTo>
                    <a:lnTo>
                      <a:pt x="50671" y="7286"/>
                    </a:lnTo>
                    <a:lnTo>
                      <a:pt x="27554" y="15552"/>
                    </a:lnTo>
                    <a:cubicBezTo>
                      <a:pt x="27554" y="15552"/>
                      <a:pt x="15365" y="4203"/>
                      <a:pt x="9761" y="2102"/>
                    </a:cubicBezTo>
                    <a:cubicBezTo>
                      <a:pt x="6632" y="841"/>
                      <a:pt x="3363" y="140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44"/>
              <p:cNvSpPr/>
              <p:nvPr/>
            </p:nvSpPr>
            <p:spPr>
              <a:xfrm>
                <a:off x="3302100" y="1318075"/>
                <a:ext cx="263875" cy="199675"/>
              </a:xfrm>
              <a:custGeom>
                <a:avLst/>
                <a:gdLst/>
                <a:ahLst/>
                <a:cxnLst/>
                <a:rect l="l" t="t" r="r" b="b"/>
                <a:pathLst>
                  <a:path w="10555" h="7987" fill="none" extrusionOk="0">
                    <a:moveTo>
                      <a:pt x="10555" y="7987"/>
                    </a:moveTo>
                    <a:cubicBezTo>
                      <a:pt x="10555" y="7987"/>
                      <a:pt x="3410" y="2570"/>
                      <a:pt x="1" y="1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44"/>
              <p:cNvSpPr/>
              <p:nvPr/>
            </p:nvSpPr>
            <p:spPr>
              <a:xfrm>
                <a:off x="4397250" y="1002850"/>
                <a:ext cx="108600" cy="342125"/>
              </a:xfrm>
              <a:custGeom>
                <a:avLst/>
                <a:gdLst/>
                <a:ahLst/>
                <a:cxnLst/>
                <a:rect l="l" t="t" r="r" b="b"/>
                <a:pathLst>
                  <a:path w="4344" h="13685" fill="none" extrusionOk="0">
                    <a:moveTo>
                      <a:pt x="0" y="1"/>
                    </a:moveTo>
                    <a:lnTo>
                      <a:pt x="4343" y="13684"/>
                    </a:ln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44"/>
              <p:cNvSpPr/>
              <p:nvPr/>
            </p:nvSpPr>
            <p:spPr>
              <a:xfrm>
                <a:off x="2598075" y="2197250"/>
                <a:ext cx="9620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8483" h="1" fill="none" extrusionOk="0">
                    <a:moveTo>
                      <a:pt x="1" y="0"/>
                    </a:moveTo>
                    <a:lnTo>
                      <a:pt x="38482" y="0"/>
                    </a:ln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44"/>
              <p:cNvSpPr/>
              <p:nvPr/>
            </p:nvSpPr>
            <p:spPr>
              <a:xfrm>
                <a:off x="3396675" y="1389300"/>
                <a:ext cx="9350" cy="887350"/>
              </a:xfrm>
              <a:custGeom>
                <a:avLst/>
                <a:gdLst/>
                <a:ahLst/>
                <a:cxnLst/>
                <a:rect l="l" t="t" r="r" b="b"/>
                <a:pathLst>
                  <a:path w="374" h="35494" fill="none" extrusionOk="0">
                    <a:moveTo>
                      <a:pt x="0" y="1"/>
                    </a:moveTo>
                    <a:cubicBezTo>
                      <a:pt x="374" y="11022"/>
                      <a:pt x="0" y="35494"/>
                      <a:pt x="0" y="35494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44"/>
              <p:cNvSpPr/>
              <p:nvPr/>
            </p:nvSpPr>
            <p:spPr>
              <a:xfrm>
                <a:off x="2940175" y="633900"/>
                <a:ext cx="280225" cy="212925"/>
              </a:xfrm>
              <a:custGeom>
                <a:avLst/>
                <a:gdLst/>
                <a:ahLst/>
                <a:cxnLst/>
                <a:rect l="l" t="t" r="r" b="b"/>
                <a:pathLst>
                  <a:path w="11209" h="8517" extrusionOk="0">
                    <a:moveTo>
                      <a:pt x="887" y="1"/>
                    </a:moveTo>
                    <a:lnTo>
                      <a:pt x="0" y="7006"/>
                    </a:lnTo>
                    <a:cubicBezTo>
                      <a:pt x="0" y="7006"/>
                      <a:pt x="2862" y="8517"/>
                      <a:pt x="6097" y="8517"/>
                    </a:cubicBezTo>
                    <a:cubicBezTo>
                      <a:pt x="7820" y="8517"/>
                      <a:pt x="9650" y="8088"/>
                      <a:pt x="11208" y="6773"/>
                    </a:cubicBezTo>
                    <a:lnTo>
                      <a:pt x="11208" y="2710"/>
                    </a:lnTo>
                    <a:lnTo>
                      <a:pt x="887" y="1"/>
                    </a:ln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4"/>
              <p:cNvSpPr/>
              <p:nvPr/>
            </p:nvSpPr>
            <p:spPr>
              <a:xfrm>
                <a:off x="2934325" y="359450"/>
                <a:ext cx="454200" cy="372700"/>
              </a:xfrm>
              <a:custGeom>
                <a:avLst/>
                <a:gdLst/>
                <a:ahLst/>
                <a:cxnLst/>
                <a:rect l="l" t="t" r="r" b="b"/>
                <a:pathLst>
                  <a:path w="18168" h="14908" extrusionOk="0">
                    <a:moveTo>
                      <a:pt x="10070" y="0"/>
                    </a:moveTo>
                    <a:cubicBezTo>
                      <a:pt x="8922" y="0"/>
                      <a:pt x="3259" y="263"/>
                      <a:pt x="748" y="5328"/>
                    </a:cubicBezTo>
                    <a:cubicBezTo>
                      <a:pt x="1" y="6776"/>
                      <a:pt x="4811" y="12567"/>
                      <a:pt x="6586" y="13641"/>
                    </a:cubicBezTo>
                    <a:cubicBezTo>
                      <a:pt x="7808" y="14414"/>
                      <a:pt x="9777" y="14908"/>
                      <a:pt x="11574" y="14908"/>
                    </a:cubicBezTo>
                    <a:cubicBezTo>
                      <a:pt x="13140" y="14908"/>
                      <a:pt x="14576" y="14533"/>
                      <a:pt x="15272" y="13641"/>
                    </a:cubicBezTo>
                    <a:cubicBezTo>
                      <a:pt x="18167" y="9951"/>
                      <a:pt x="10275" y="4"/>
                      <a:pt x="10275" y="4"/>
                    </a:cubicBezTo>
                    <a:cubicBezTo>
                      <a:pt x="10275" y="4"/>
                      <a:pt x="10203" y="0"/>
                      <a:pt x="10070" y="0"/>
                    </a:cubicBez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44"/>
              <p:cNvSpPr/>
              <p:nvPr/>
            </p:nvSpPr>
            <p:spPr>
              <a:xfrm>
                <a:off x="2716000" y="312450"/>
                <a:ext cx="527750" cy="613775"/>
              </a:xfrm>
              <a:custGeom>
                <a:avLst/>
                <a:gdLst/>
                <a:ahLst/>
                <a:cxnLst/>
                <a:rect l="l" t="t" r="r" b="b"/>
                <a:pathLst>
                  <a:path w="21110" h="24551" extrusionOk="0">
                    <a:moveTo>
                      <a:pt x="15209" y="1"/>
                    </a:moveTo>
                    <a:cubicBezTo>
                      <a:pt x="12572" y="1"/>
                      <a:pt x="9672" y="897"/>
                      <a:pt x="7192" y="3005"/>
                    </a:cubicBezTo>
                    <a:cubicBezTo>
                      <a:pt x="2195" y="7161"/>
                      <a:pt x="1" y="20938"/>
                      <a:pt x="1" y="20938"/>
                    </a:cubicBezTo>
                    <a:cubicBezTo>
                      <a:pt x="4514" y="24053"/>
                      <a:pt x="10779" y="24550"/>
                      <a:pt x="14321" y="24550"/>
                    </a:cubicBezTo>
                    <a:cubicBezTo>
                      <a:pt x="15984" y="24550"/>
                      <a:pt x="17046" y="24441"/>
                      <a:pt x="17046" y="24441"/>
                    </a:cubicBezTo>
                    <a:lnTo>
                      <a:pt x="17607" y="11364"/>
                    </a:lnTo>
                    <a:cubicBezTo>
                      <a:pt x="17934" y="8796"/>
                      <a:pt x="18074" y="6274"/>
                      <a:pt x="18027" y="3705"/>
                    </a:cubicBezTo>
                    <a:lnTo>
                      <a:pt x="17980" y="3705"/>
                    </a:lnTo>
                    <a:cubicBezTo>
                      <a:pt x="18728" y="3705"/>
                      <a:pt x="19428" y="3565"/>
                      <a:pt x="20082" y="3378"/>
                    </a:cubicBezTo>
                    <a:cubicBezTo>
                      <a:pt x="20689" y="3098"/>
                      <a:pt x="21109" y="1884"/>
                      <a:pt x="21109" y="1884"/>
                    </a:cubicBezTo>
                    <a:cubicBezTo>
                      <a:pt x="19663" y="701"/>
                      <a:pt x="17539" y="1"/>
                      <a:pt x="152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44"/>
              <p:cNvSpPr/>
              <p:nvPr/>
            </p:nvSpPr>
            <p:spPr>
              <a:xfrm>
                <a:off x="3114125" y="540625"/>
                <a:ext cx="9342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3737" h="4037" extrusionOk="0">
                    <a:moveTo>
                      <a:pt x="1414" y="1"/>
                    </a:moveTo>
                    <a:cubicBezTo>
                      <a:pt x="1065" y="1"/>
                      <a:pt x="788" y="219"/>
                      <a:pt x="608" y="556"/>
                    </a:cubicBezTo>
                    <a:cubicBezTo>
                      <a:pt x="1" y="1443"/>
                      <a:pt x="1168" y="3312"/>
                      <a:pt x="1682" y="3592"/>
                    </a:cubicBezTo>
                    <a:cubicBezTo>
                      <a:pt x="2162" y="3884"/>
                      <a:pt x="2604" y="4036"/>
                      <a:pt x="2955" y="4036"/>
                    </a:cubicBezTo>
                    <a:cubicBezTo>
                      <a:pt x="3390" y="4036"/>
                      <a:pt x="3685" y="3802"/>
                      <a:pt x="3737" y="3312"/>
                    </a:cubicBezTo>
                    <a:lnTo>
                      <a:pt x="2756" y="883"/>
                    </a:lnTo>
                    <a:cubicBezTo>
                      <a:pt x="2248" y="254"/>
                      <a:pt x="1789" y="1"/>
                      <a:pt x="1414" y="1"/>
                    </a:cubicBez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4"/>
              <p:cNvSpPr/>
              <p:nvPr/>
            </p:nvSpPr>
            <p:spPr>
              <a:xfrm>
                <a:off x="3185350" y="707475"/>
                <a:ext cx="38550" cy="23375"/>
              </a:xfrm>
              <a:custGeom>
                <a:avLst/>
                <a:gdLst/>
                <a:ahLst/>
                <a:cxnLst/>
                <a:rect l="l" t="t" r="r" b="b"/>
                <a:pathLst>
                  <a:path w="1542" h="935" fill="none" extrusionOk="0">
                    <a:moveTo>
                      <a:pt x="1542" y="934"/>
                    </a:moveTo>
                    <a:cubicBezTo>
                      <a:pt x="888" y="934"/>
                      <a:pt x="281" y="560"/>
                      <a:pt x="0" y="0"/>
                    </a:cubicBezTo>
                  </a:path>
                </a:pathLst>
              </a:custGeom>
              <a:noFill/>
              <a:ln w="7000" cap="flat" cmpd="sng">
                <a:solidFill>
                  <a:srgbClr val="E8887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4"/>
              <p:cNvSpPr/>
              <p:nvPr/>
            </p:nvSpPr>
            <p:spPr>
              <a:xfrm>
                <a:off x="3227550" y="483650"/>
                <a:ext cx="31375" cy="34700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388" extrusionOk="0">
                    <a:moveTo>
                      <a:pt x="394" y="0"/>
                    </a:moveTo>
                    <a:cubicBezTo>
                      <a:pt x="1" y="0"/>
                      <a:pt x="196" y="1308"/>
                      <a:pt x="834" y="1387"/>
                    </a:cubicBezTo>
                    <a:cubicBezTo>
                      <a:pt x="928" y="1387"/>
                      <a:pt x="1021" y="1341"/>
                      <a:pt x="1068" y="1247"/>
                    </a:cubicBezTo>
                    <a:cubicBezTo>
                      <a:pt x="1255" y="874"/>
                      <a:pt x="974" y="360"/>
                      <a:pt x="647" y="126"/>
                    </a:cubicBezTo>
                    <a:cubicBezTo>
                      <a:pt x="546" y="38"/>
                      <a:pt x="461" y="0"/>
                      <a:pt x="3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4"/>
              <p:cNvSpPr/>
              <p:nvPr/>
            </p:nvSpPr>
            <p:spPr>
              <a:xfrm>
                <a:off x="3204025" y="451775"/>
                <a:ext cx="37400" cy="29200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1168" fill="none" extrusionOk="0">
                    <a:moveTo>
                      <a:pt x="1495" y="0"/>
                    </a:moveTo>
                    <a:cubicBezTo>
                      <a:pt x="795" y="94"/>
                      <a:pt x="187" y="514"/>
                      <a:pt x="1" y="1168"/>
                    </a:cubicBezTo>
                  </a:path>
                </a:pathLst>
              </a:custGeom>
              <a:noFill/>
              <a:ln w="7000" cap="rnd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44"/>
              <p:cNvSpPr/>
              <p:nvPr/>
            </p:nvSpPr>
            <p:spPr>
              <a:xfrm>
                <a:off x="3257725" y="600050"/>
                <a:ext cx="61900" cy="61575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63" extrusionOk="0">
                    <a:moveTo>
                      <a:pt x="1776" y="0"/>
                    </a:moveTo>
                    <a:lnTo>
                      <a:pt x="1" y="561"/>
                    </a:lnTo>
                    <a:cubicBezTo>
                      <a:pt x="1" y="561"/>
                      <a:pt x="648" y="2462"/>
                      <a:pt x="1453" y="2462"/>
                    </a:cubicBezTo>
                    <a:cubicBezTo>
                      <a:pt x="1513" y="2462"/>
                      <a:pt x="1574" y="2452"/>
                      <a:pt x="1635" y="2429"/>
                    </a:cubicBezTo>
                    <a:cubicBezTo>
                      <a:pt x="2476" y="2149"/>
                      <a:pt x="1776" y="1"/>
                      <a:pt x="17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44"/>
              <p:cNvSpPr/>
              <p:nvPr/>
            </p:nvSpPr>
            <p:spPr>
              <a:xfrm>
                <a:off x="2927325" y="237975"/>
                <a:ext cx="122625" cy="107850"/>
              </a:xfrm>
              <a:custGeom>
                <a:avLst/>
                <a:gdLst/>
                <a:ahLst/>
                <a:cxnLst/>
                <a:rect l="l" t="t" r="r" b="b"/>
                <a:pathLst>
                  <a:path w="4905" h="4314" extrusionOk="0">
                    <a:moveTo>
                      <a:pt x="2525" y="0"/>
                    </a:moveTo>
                    <a:cubicBezTo>
                      <a:pt x="2227" y="0"/>
                      <a:pt x="1927" y="49"/>
                      <a:pt x="1635" y="146"/>
                    </a:cubicBezTo>
                    <a:cubicBezTo>
                      <a:pt x="1355" y="193"/>
                      <a:pt x="1121" y="333"/>
                      <a:pt x="888" y="473"/>
                    </a:cubicBezTo>
                    <a:cubicBezTo>
                      <a:pt x="0" y="1127"/>
                      <a:pt x="0" y="2575"/>
                      <a:pt x="654" y="3509"/>
                    </a:cubicBezTo>
                    <a:cubicBezTo>
                      <a:pt x="888" y="3882"/>
                      <a:pt x="1261" y="4162"/>
                      <a:pt x="1728" y="4303"/>
                    </a:cubicBezTo>
                    <a:cubicBezTo>
                      <a:pt x="1832" y="4310"/>
                      <a:pt x="1935" y="4314"/>
                      <a:pt x="2039" y="4314"/>
                    </a:cubicBezTo>
                    <a:cubicBezTo>
                      <a:pt x="2587" y="4314"/>
                      <a:pt x="3125" y="4204"/>
                      <a:pt x="3596" y="3929"/>
                    </a:cubicBezTo>
                    <a:lnTo>
                      <a:pt x="3737" y="3649"/>
                    </a:lnTo>
                    <a:cubicBezTo>
                      <a:pt x="4437" y="3415"/>
                      <a:pt x="4904" y="2761"/>
                      <a:pt x="4904" y="2014"/>
                    </a:cubicBezTo>
                    <a:cubicBezTo>
                      <a:pt x="4811" y="1267"/>
                      <a:pt x="4390" y="613"/>
                      <a:pt x="3737" y="286"/>
                    </a:cubicBezTo>
                    <a:cubicBezTo>
                      <a:pt x="3355" y="96"/>
                      <a:pt x="2942" y="0"/>
                      <a:pt x="25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44"/>
              <p:cNvSpPr/>
              <p:nvPr/>
            </p:nvSpPr>
            <p:spPr>
              <a:xfrm>
                <a:off x="3263575" y="483300"/>
                <a:ext cx="57225" cy="70075"/>
              </a:xfrm>
              <a:custGeom>
                <a:avLst/>
                <a:gdLst/>
                <a:ahLst/>
                <a:cxnLst/>
                <a:rect l="l" t="t" r="r" b="b"/>
                <a:pathLst>
                  <a:path w="2289" h="2803" extrusionOk="0">
                    <a:moveTo>
                      <a:pt x="0" y="0"/>
                    </a:moveTo>
                    <a:lnTo>
                      <a:pt x="1121" y="2802"/>
                    </a:lnTo>
                    <a:cubicBezTo>
                      <a:pt x="1121" y="2802"/>
                      <a:pt x="2289" y="2289"/>
                      <a:pt x="2289" y="1822"/>
                    </a:cubicBezTo>
                    <a:cubicBezTo>
                      <a:pt x="2289" y="981"/>
                      <a:pt x="234" y="94"/>
                      <a:pt x="0" y="0"/>
                    </a:cubicBez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44"/>
              <p:cNvSpPr/>
              <p:nvPr/>
            </p:nvSpPr>
            <p:spPr>
              <a:xfrm>
                <a:off x="3805300" y="1890175"/>
                <a:ext cx="196175" cy="101900"/>
              </a:xfrm>
              <a:custGeom>
                <a:avLst/>
                <a:gdLst/>
                <a:ahLst/>
                <a:cxnLst/>
                <a:rect l="l" t="t" r="r" b="b"/>
                <a:pathLst>
                  <a:path w="7847" h="4076" extrusionOk="0">
                    <a:moveTo>
                      <a:pt x="1" y="1"/>
                    </a:moveTo>
                    <a:cubicBezTo>
                      <a:pt x="795" y="1448"/>
                      <a:pt x="2476" y="2289"/>
                      <a:pt x="4110" y="2476"/>
                    </a:cubicBezTo>
                    <a:cubicBezTo>
                      <a:pt x="4531" y="2523"/>
                      <a:pt x="4904" y="2569"/>
                      <a:pt x="5278" y="2756"/>
                    </a:cubicBezTo>
                    <a:cubicBezTo>
                      <a:pt x="5465" y="2896"/>
                      <a:pt x="5652" y="3036"/>
                      <a:pt x="5838" y="3176"/>
                    </a:cubicBezTo>
                    <a:cubicBezTo>
                      <a:pt x="6259" y="3550"/>
                      <a:pt x="6726" y="3830"/>
                      <a:pt x="7286" y="4017"/>
                    </a:cubicBezTo>
                    <a:cubicBezTo>
                      <a:pt x="7358" y="4053"/>
                      <a:pt x="7459" y="4075"/>
                      <a:pt x="7555" y="4075"/>
                    </a:cubicBezTo>
                    <a:cubicBezTo>
                      <a:pt x="7706" y="4075"/>
                      <a:pt x="7846" y="4020"/>
                      <a:pt x="7846" y="3877"/>
                    </a:cubicBezTo>
                    <a:cubicBezTo>
                      <a:pt x="7846" y="3784"/>
                      <a:pt x="7800" y="3737"/>
                      <a:pt x="7800" y="3690"/>
                    </a:cubicBezTo>
                    <a:cubicBezTo>
                      <a:pt x="7286" y="2616"/>
                      <a:pt x="6866" y="1308"/>
                      <a:pt x="5652" y="1"/>
                    </a:cubicBez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44"/>
              <p:cNvSpPr/>
              <p:nvPr/>
            </p:nvSpPr>
            <p:spPr>
              <a:xfrm>
                <a:off x="3804150" y="1890175"/>
                <a:ext cx="200825" cy="104825"/>
              </a:xfrm>
              <a:custGeom>
                <a:avLst/>
                <a:gdLst/>
                <a:ahLst/>
                <a:cxnLst/>
                <a:rect l="l" t="t" r="r" b="b"/>
                <a:pathLst>
                  <a:path w="8033" h="4193" extrusionOk="0">
                    <a:moveTo>
                      <a:pt x="5698" y="1"/>
                    </a:moveTo>
                    <a:lnTo>
                      <a:pt x="5698" y="1"/>
                    </a:lnTo>
                    <a:cubicBezTo>
                      <a:pt x="6398" y="888"/>
                      <a:pt x="7005" y="1869"/>
                      <a:pt x="7379" y="2943"/>
                    </a:cubicBezTo>
                    <a:cubicBezTo>
                      <a:pt x="7472" y="3223"/>
                      <a:pt x="7612" y="3457"/>
                      <a:pt x="7706" y="3737"/>
                    </a:cubicBezTo>
                    <a:cubicBezTo>
                      <a:pt x="7752" y="3784"/>
                      <a:pt x="7752" y="3830"/>
                      <a:pt x="7752" y="3877"/>
                    </a:cubicBezTo>
                    <a:cubicBezTo>
                      <a:pt x="7752" y="3877"/>
                      <a:pt x="7752" y="3924"/>
                      <a:pt x="7706" y="3924"/>
                    </a:cubicBezTo>
                    <a:cubicBezTo>
                      <a:pt x="7659" y="3947"/>
                      <a:pt x="7601" y="3959"/>
                      <a:pt x="7542" y="3959"/>
                    </a:cubicBezTo>
                    <a:cubicBezTo>
                      <a:pt x="7484" y="3959"/>
                      <a:pt x="7425" y="3947"/>
                      <a:pt x="7379" y="3924"/>
                    </a:cubicBezTo>
                    <a:cubicBezTo>
                      <a:pt x="6818" y="3737"/>
                      <a:pt x="6351" y="3410"/>
                      <a:pt x="5931" y="3036"/>
                    </a:cubicBezTo>
                    <a:cubicBezTo>
                      <a:pt x="5744" y="2850"/>
                      <a:pt x="5464" y="2663"/>
                      <a:pt x="5184" y="2523"/>
                    </a:cubicBezTo>
                    <a:cubicBezTo>
                      <a:pt x="4904" y="2429"/>
                      <a:pt x="4623" y="2383"/>
                      <a:pt x="4297" y="2383"/>
                    </a:cubicBezTo>
                    <a:cubicBezTo>
                      <a:pt x="3736" y="2289"/>
                      <a:pt x="3176" y="2196"/>
                      <a:pt x="2662" y="2009"/>
                    </a:cubicBezTo>
                    <a:cubicBezTo>
                      <a:pt x="1588" y="1635"/>
                      <a:pt x="607" y="935"/>
                      <a:pt x="0" y="1"/>
                    </a:cubicBezTo>
                    <a:lnTo>
                      <a:pt x="0" y="1"/>
                    </a:lnTo>
                    <a:cubicBezTo>
                      <a:pt x="560" y="1028"/>
                      <a:pt x="1494" y="1822"/>
                      <a:pt x="2569" y="2196"/>
                    </a:cubicBezTo>
                    <a:cubicBezTo>
                      <a:pt x="3129" y="2429"/>
                      <a:pt x="3689" y="2569"/>
                      <a:pt x="4297" y="2616"/>
                    </a:cubicBezTo>
                    <a:cubicBezTo>
                      <a:pt x="4577" y="2663"/>
                      <a:pt x="4810" y="2709"/>
                      <a:pt x="5090" y="2803"/>
                    </a:cubicBezTo>
                    <a:cubicBezTo>
                      <a:pt x="5324" y="2896"/>
                      <a:pt x="5557" y="3083"/>
                      <a:pt x="5744" y="3270"/>
                    </a:cubicBezTo>
                    <a:cubicBezTo>
                      <a:pt x="6211" y="3643"/>
                      <a:pt x="6725" y="3970"/>
                      <a:pt x="7285" y="4157"/>
                    </a:cubicBezTo>
                    <a:cubicBezTo>
                      <a:pt x="7355" y="4181"/>
                      <a:pt x="7437" y="4192"/>
                      <a:pt x="7525" y="4192"/>
                    </a:cubicBezTo>
                    <a:cubicBezTo>
                      <a:pt x="7612" y="4192"/>
                      <a:pt x="7706" y="4181"/>
                      <a:pt x="7799" y="4157"/>
                    </a:cubicBezTo>
                    <a:cubicBezTo>
                      <a:pt x="7892" y="4157"/>
                      <a:pt x="7986" y="4017"/>
                      <a:pt x="8033" y="3924"/>
                    </a:cubicBezTo>
                    <a:cubicBezTo>
                      <a:pt x="8033" y="3830"/>
                      <a:pt x="7939" y="3737"/>
                      <a:pt x="7939" y="3643"/>
                    </a:cubicBezTo>
                    <a:lnTo>
                      <a:pt x="7612" y="2850"/>
                    </a:lnTo>
                    <a:cubicBezTo>
                      <a:pt x="7379" y="2336"/>
                      <a:pt x="7099" y="1822"/>
                      <a:pt x="6772" y="1308"/>
                    </a:cubicBezTo>
                    <a:cubicBezTo>
                      <a:pt x="6491" y="841"/>
                      <a:pt x="6118" y="374"/>
                      <a:pt x="5698" y="1"/>
                    </a:cubicBezTo>
                    <a:close/>
                  </a:path>
                </a:pathLst>
              </a:custGeom>
              <a:solidFill>
                <a:srgbClr val="E8887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212" name="Google Shape;1212;p44"/>
            <p:cNvCxnSpPr/>
            <p:nvPr/>
          </p:nvCxnSpPr>
          <p:spPr>
            <a:xfrm>
              <a:off x="1345163" y="4603500"/>
              <a:ext cx="1725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13" name="Google Shape;1213;p44"/>
          <p:cNvSpPr txBox="1">
            <a:spLocks noGrp="1"/>
          </p:cNvSpPr>
          <p:nvPr>
            <p:ph type="subTitle" idx="2"/>
          </p:nvPr>
        </p:nvSpPr>
        <p:spPr>
          <a:xfrm>
            <a:off x="2452650" y="2215800"/>
            <a:ext cx="1907100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</p:txBody>
      </p:sp>
      <p:sp>
        <p:nvSpPr>
          <p:cNvPr id="1214" name="Google Shape;1214;p44"/>
          <p:cNvSpPr txBox="1">
            <a:spLocks noGrp="1"/>
          </p:cNvSpPr>
          <p:nvPr>
            <p:ph type="subTitle" idx="4"/>
          </p:nvPr>
        </p:nvSpPr>
        <p:spPr>
          <a:xfrm>
            <a:off x="4782150" y="2215800"/>
            <a:ext cx="1911000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 of them all</a:t>
            </a:r>
            <a:endParaRPr/>
          </a:p>
        </p:txBody>
      </p:sp>
      <p:sp>
        <p:nvSpPr>
          <p:cNvPr id="1215" name="Google Shape;1215;p44"/>
          <p:cNvSpPr txBox="1">
            <a:spLocks noGrp="1"/>
          </p:cNvSpPr>
          <p:nvPr>
            <p:ph type="subTitle" idx="6"/>
          </p:nvPr>
        </p:nvSpPr>
        <p:spPr>
          <a:xfrm>
            <a:off x="4784098" y="3331975"/>
            <a:ext cx="1907100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 cold place</a:t>
            </a:r>
            <a:endParaRPr/>
          </a:p>
        </p:txBody>
      </p:sp>
      <p:sp>
        <p:nvSpPr>
          <p:cNvPr id="1216" name="Google Shape;1216;p44"/>
          <p:cNvSpPr txBox="1">
            <a:spLocks noGrp="1"/>
          </p:cNvSpPr>
          <p:nvPr>
            <p:ph type="subTitle" idx="3"/>
          </p:nvPr>
        </p:nvSpPr>
        <p:spPr>
          <a:xfrm>
            <a:off x="4572000" y="1907675"/>
            <a:ext cx="2331300" cy="30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</a:t>
            </a:r>
            <a:endParaRPr/>
          </a:p>
        </p:txBody>
      </p:sp>
      <p:sp>
        <p:nvSpPr>
          <p:cNvPr id="1217" name="Google Shape;1217;p44"/>
          <p:cNvSpPr txBox="1">
            <a:spLocks noGrp="1"/>
          </p:cNvSpPr>
          <p:nvPr>
            <p:ph type="subTitle" idx="1"/>
          </p:nvPr>
        </p:nvSpPr>
        <p:spPr>
          <a:xfrm>
            <a:off x="2240400" y="1907675"/>
            <a:ext cx="23316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</a:t>
            </a:r>
            <a:endParaRPr/>
          </a:p>
        </p:txBody>
      </p:sp>
      <p:sp>
        <p:nvSpPr>
          <p:cNvPr id="1218" name="Google Shape;1218;p44"/>
          <p:cNvSpPr txBox="1">
            <a:spLocks noGrp="1"/>
          </p:cNvSpPr>
          <p:nvPr>
            <p:ph type="subTitle" idx="7"/>
          </p:nvPr>
        </p:nvSpPr>
        <p:spPr>
          <a:xfrm>
            <a:off x="2240400" y="3021175"/>
            <a:ext cx="23316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PHOTOGRAPHY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9" name="Google Shape;1219;p44"/>
          <p:cNvSpPr txBox="1">
            <a:spLocks noGrp="1"/>
          </p:cNvSpPr>
          <p:nvPr>
            <p:ph type="subTitle" idx="8"/>
          </p:nvPr>
        </p:nvSpPr>
        <p:spPr>
          <a:xfrm>
            <a:off x="2452638" y="3331975"/>
            <a:ext cx="1907100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composed mostly of hydrogen and helium</a:t>
            </a:r>
            <a:endParaRPr/>
          </a:p>
        </p:txBody>
      </p:sp>
      <p:sp>
        <p:nvSpPr>
          <p:cNvPr id="1220" name="Google Shape;1220;p44"/>
          <p:cNvSpPr txBox="1">
            <a:spLocks noGrp="1"/>
          </p:cNvSpPr>
          <p:nvPr>
            <p:ph type="subTitle" idx="5"/>
          </p:nvPr>
        </p:nvSpPr>
        <p:spPr>
          <a:xfrm>
            <a:off x="4571850" y="3021175"/>
            <a:ext cx="23316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BRANDING</a:t>
            </a:r>
            <a:endParaRPr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80051"/>
            <a:ext cx="5943600" cy="4453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2" name="Google Shape;1152;p44"/>
          <p:cNvGrpSpPr/>
          <p:nvPr/>
        </p:nvGrpSpPr>
        <p:grpSpPr>
          <a:xfrm>
            <a:off x="1016838" y="2232519"/>
            <a:ext cx="1725300" cy="2370981"/>
            <a:chOff x="1345163" y="2232519"/>
            <a:chExt cx="1725300" cy="2370981"/>
          </a:xfrm>
        </p:grpSpPr>
        <p:grpSp>
          <p:nvGrpSpPr>
            <p:cNvPr id="1153" name="Google Shape;1153;p44"/>
            <p:cNvGrpSpPr/>
            <p:nvPr/>
          </p:nvGrpSpPr>
          <p:grpSpPr>
            <a:xfrm>
              <a:off x="1659785" y="2232519"/>
              <a:ext cx="1096070" cy="2367834"/>
              <a:chOff x="2564225" y="237975"/>
              <a:chExt cx="2412125" cy="5212050"/>
            </a:xfrm>
          </p:grpSpPr>
          <p:sp>
            <p:nvSpPr>
              <p:cNvPr id="1154" name="Google Shape;1154;p44"/>
              <p:cNvSpPr/>
              <p:nvPr/>
            </p:nvSpPr>
            <p:spPr>
              <a:xfrm>
                <a:off x="3676875" y="1893675"/>
                <a:ext cx="364300" cy="170275"/>
              </a:xfrm>
              <a:custGeom>
                <a:avLst/>
                <a:gdLst/>
                <a:ahLst/>
                <a:cxnLst/>
                <a:rect l="l" t="t" r="r" b="b"/>
                <a:pathLst>
                  <a:path w="14572" h="6811" extrusionOk="0">
                    <a:moveTo>
                      <a:pt x="1" y="1"/>
                    </a:moveTo>
                    <a:cubicBezTo>
                      <a:pt x="187" y="94"/>
                      <a:pt x="374" y="234"/>
                      <a:pt x="561" y="328"/>
                    </a:cubicBezTo>
                    <a:cubicBezTo>
                      <a:pt x="2289" y="1542"/>
                      <a:pt x="4204" y="2569"/>
                      <a:pt x="6259" y="3270"/>
                    </a:cubicBezTo>
                    <a:cubicBezTo>
                      <a:pt x="7426" y="3597"/>
                      <a:pt x="8734" y="3784"/>
                      <a:pt x="9714" y="4578"/>
                    </a:cubicBezTo>
                    <a:cubicBezTo>
                      <a:pt x="10041" y="4905"/>
                      <a:pt x="10462" y="5185"/>
                      <a:pt x="10882" y="5465"/>
                    </a:cubicBezTo>
                    <a:cubicBezTo>
                      <a:pt x="10966" y="5507"/>
                      <a:pt x="11921" y="5852"/>
                      <a:pt x="12076" y="5852"/>
                    </a:cubicBezTo>
                    <a:cubicBezTo>
                      <a:pt x="12093" y="5852"/>
                      <a:pt x="12101" y="5848"/>
                      <a:pt x="12096" y="5839"/>
                    </a:cubicBezTo>
                    <a:lnTo>
                      <a:pt x="12096" y="5839"/>
                    </a:lnTo>
                    <a:cubicBezTo>
                      <a:pt x="12283" y="6212"/>
                      <a:pt x="12657" y="6492"/>
                      <a:pt x="13124" y="6586"/>
                    </a:cubicBezTo>
                    <a:cubicBezTo>
                      <a:pt x="13147" y="6609"/>
                      <a:pt x="13170" y="6621"/>
                      <a:pt x="13194" y="6621"/>
                    </a:cubicBezTo>
                    <a:cubicBezTo>
                      <a:pt x="13217" y="6621"/>
                      <a:pt x="13240" y="6609"/>
                      <a:pt x="13264" y="6586"/>
                    </a:cubicBezTo>
                    <a:cubicBezTo>
                      <a:pt x="13310" y="6586"/>
                      <a:pt x="13357" y="6539"/>
                      <a:pt x="13357" y="6492"/>
                    </a:cubicBezTo>
                    <a:cubicBezTo>
                      <a:pt x="13453" y="6685"/>
                      <a:pt x="13725" y="6811"/>
                      <a:pt x="13932" y="6811"/>
                    </a:cubicBezTo>
                    <a:cubicBezTo>
                      <a:pt x="14026" y="6811"/>
                      <a:pt x="14107" y="6785"/>
                      <a:pt x="14151" y="6726"/>
                    </a:cubicBezTo>
                    <a:cubicBezTo>
                      <a:pt x="14338" y="6586"/>
                      <a:pt x="13918" y="5885"/>
                      <a:pt x="13918" y="5885"/>
                    </a:cubicBezTo>
                    <a:cubicBezTo>
                      <a:pt x="13918" y="5885"/>
                      <a:pt x="14198" y="5885"/>
                      <a:pt x="14291" y="5792"/>
                    </a:cubicBezTo>
                    <a:cubicBezTo>
                      <a:pt x="14385" y="5605"/>
                      <a:pt x="14478" y="5418"/>
                      <a:pt x="14478" y="5185"/>
                    </a:cubicBezTo>
                    <a:cubicBezTo>
                      <a:pt x="14571" y="3317"/>
                      <a:pt x="13871" y="1449"/>
                      <a:pt x="12516" y="94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44"/>
              <p:cNvSpPr/>
              <p:nvPr/>
            </p:nvSpPr>
            <p:spPr>
              <a:xfrm>
                <a:off x="3997950" y="1988250"/>
                <a:ext cx="23375" cy="47725"/>
              </a:xfrm>
              <a:custGeom>
                <a:avLst/>
                <a:gdLst/>
                <a:ahLst/>
                <a:cxnLst/>
                <a:rect l="l" t="t" r="r" b="b"/>
                <a:pathLst>
                  <a:path w="935" h="1909" extrusionOk="0">
                    <a:moveTo>
                      <a:pt x="47" y="1"/>
                    </a:moveTo>
                    <a:cubicBezTo>
                      <a:pt x="47" y="1"/>
                      <a:pt x="0" y="1"/>
                      <a:pt x="0" y="47"/>
                    </a:cubicBezTo>
                    <a:cubicBezTo>
                      <a:pt x="0" y="94"/>
                      <a:pt x="0" y="141"/>
                      <a:pt x="0" y="187"/>
                    </a:cubicBezTo>
                    <a:cubicBezTo>
                      <a:pt x="0" y="234"/>
                      <a:pt x="47" y="281"/>
                      <a:pt x="47" y="328"/>
                    </a:cubicBezTo>
                    <a:lnTo>
                      <a:pt x="140" y="514"/>
                    </a:lnTo>
                    <a:cubicBezTo>
                      <a:pt x="187" y="654"/>
                      <a:pt x="281" y="841"/>
                      <a:pt x="327" y="981"/>
                    </a:cubicBezTo>
                    <a:lnTo>
                      <a:pt x="514" y="1402"/>
                    </a:lnTo>
                    <a:cubicBezTo>
                      <a:pt x="608" y="1589"/>
                      <a:pt x="654" y="1729"/>
                      <a:pt x="748" y="1869"/>
                    </a:cubicBezTo>
                    <a:cubicBezTo>
                      <a:pt x="762" y="1898"/>
                      <a:pt x="786" y="1909"/>
                      <a:pt x="811" y="1909"/>
                    </a:cubicBezTo>
                    <a:cubicBezTo>
                      <a:pt x="868" y="1909"/>
                      <a:pt x="934" y="1854"/>
                      <a:pt x="934" y="1822"/>
                    </a:cubicBezTo>
                    <a:cubicBezTo>
                      <a:pt x="888" y="1635"/>
                      <a:pt x="841" y="1448"/>
                      <a:pt x="794" y="1308"/>
                    </a:cubicBezTo>
                    <a:cubicBezTo>
                      <a:pt x="748" y="1168"/>
                      <a:pt x="654" y="981"/>
                      <a:pt x="608" y="841"/>
                    </a:cubicBezTo>
                    <a:cubicBezTo>
                      <a:pt x="514" y="701"/>
                      <a:pt x="421" y="561"/>
                      <a:pt x="374" y="374"/>
                    </a:cubicBezTo>
                    <a:cubicBezTo>
                      <a:pt x="281" y="234"/>
                      <a:pt x="281" y="281"/>
                      <a:pt x="234" y="187"/>
                    </a:cubicBezTo>
                    <a:cubicBezTo>
                      <a:pt x="187" y="94"/>
                      <a:pt x="140" y="47"/>
                      <a:pt x="47" y="1"/>
                    </a:cubicBezTo>
                    <a:close/>
                  </a:path>
                </a:pathLst>
              </a:custGeom>
              <a:solidFill>
                <a:srgbClr val="F49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44"/>
              <p:cNvSpPr/>
              <p:nvPr/>
            </p:nvSpPr>
            <p:spPr>
              <a:xfrm>
                <a:off x="3948425" y="1988450"/>
                <a:ext cx="55025" cy="61550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2462" extrusionOk="0">
                    <a:moveTo>
                      <a:pt x="103" y="1"/>
                    </a:moveTo>
                    <a:cubicBezTo>
                      <a:pt x="51" y="1"/>
                      <a:pt x="1" y="67"/>
                      <a:pt x="67" y="133"/>
                    </a:cubicBezTo>
                    <a:lnTo>
                      <a:pt x="67" y="86"/>
                    </a:lnTo>
                    <a:cubicBezTo>
                      <a:pt x="394" y="460"/>
                      <a:pt x="767" y="833"/>
                      <a:pt x="1141" y="1207"/>
                    </a:cubicBezTo>
                    <a:cubicBezTo>
                      <a:pt x="1281" y="1394"/>
                      <a:pt x="1468" y="1581"/>
                      <a:pt x="1608" y="1767"/>
                    </a:cubicBezTo>
                    <a:cubicBezTo>
                      <a:pt x="1701" y="1861"/>
                      <a:pt x="1748" y="2001"/>
                      <a:pt x="1841" y="2094"/>
                    </a:cubicBezTo>
                    <a:cubicBezTo>
                      <a:pt x="1888" y="2188"/>
                      <a:pt x="1981" y="2281"/>
                      <a:pt x="2028" y="2421"/>
                    </a:cubicBezTo>
                    <a:cubicBezTo>
                      <a:pt x="2043" y="2450"/>
                      <a:pt x="2066" y="2461"/>
                      <a:pt x="2090" y="2461"/>
                    </a:cubicBezTo>
                    <a:cubicBezTo>
                      <a:pt x="2144" y="2461"/>
                      <a:pt x="2200" y="2407"/>
                      <a:pt x="2168" y="2374"/>
                    </a:cubicBezTo>
                    <a:cubicBezTo>
                      <a:pt x="2168" y="2234"/>
                      <a:pt x="2121" y="2094"/>
                      <a:pt x="2075" y="2001"/>
                    </a:cubicBezTo>
                    <a:cubicBezTo>
                      <a:pt x="1981" y="1861"/>
                      <a:pt x="1935" y="1767"/>
                      <a:pt x="1841" y="1674"/>
                    </a:cubicBezTo>
                    <a:cubicBezTo>
                      <a:pt x="1701" y="1487"/>
                      <a:pt x="1514" y="1300"/>
                      <a:pt x="1328" y="1114"/>
                    </a:cubicBezTo>
                    <a:cubicBezTo>
                      <a:pt x="954" y="740"/>
                      <a:pt x="534" y="413"/>
                      <a:pt x="160" y="39"/>
                    </a:cubicBezTo>
                    <a:cubicBezTo>
                      <a:pt x="146" y="12"/>
                      <a:pt x="125" y="1"/>
                      <a:pt x="103" y="1"/>
                    </a:cubicBezTo>
                    <a:close/>
                  </a:path>
                </a:pathLst>
              </a:custGeom>
              <a:solidFill>
                <a:srgbClr val="F49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44"/>
              <p:cNvSpPr/>
              <p:nvPr/>
            </p:nvSpPr>
            <p:spPr>
              <a:xfrm>
                <a:off x="3293925" y="1939225"/>
                <a:ext cx="343275" cy="3510800"/>
              </a:xfrm>
              <a:custGeom>
                <a:avLst/>
                <a:gdLst/>
                <a:ahLst/>
                <a:cxnLst/>
                <a:rect l="l" t="t" r="r" b="b"/>
                <a:pathLst>
                  <a:path w="13731" h="140432" fill="none" extrusionOk="0">
                    <a:moveTo>
                      <a:pt x="13731" y="140432"/>
                    </a:moveTo>
                    <a:lnTo>
                      <a:pt x="1" y="0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44"/>
              <p:cNvSpPr/>
              <p:nvPr/>
            </p:nvSpPr>
            <p:spPr>
              <a:xfrm>
                <a:off x="3293925" y="1939225"/>
                <a:ext cx="1682425" cy="3510800"/>
              </a:xfrm>
              <a:custGeom>
                <a:avLst/>
                <a:gdLst/>
                <a:ahLst/>
                <a:cxnLst/>
                <a:rect l="l" t="t" r="r" b="b"/>
                <a:pathLst>
                  <a:path w="67297" h="140432" fill="none" extrusionOk="0">
                    <a:moveTo>
                      <a:pt x="67297" y="140432"/>
                    </a:moveTo>
                    <a:lnTo>
                      <a:pt x="53567" y="0"/>
                    </a:lnTo>
                    <a:lnTo>
                      <a:pt x="1" y="0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44"/>
              <p:cNvSpPr/>
              <p:nvPr/>
            </p:nvSpPr>
            <p:spPr>
              <a:xfrm>
                <a:off x="4288650" y="1939225"/>
                <a:ext cx="344450" cy="3510800"/>
              </a:xfrm>
              <a:custGeom>
                <a:avLst/>
                <a:gdLst/>
                <a:ahLst/>
                <a:cxnLst/>
                <a:rect l="l" t="t" r="r" b="b"/>
                <a:pathLst>
                  <a:path w="13778" h="140432" fill="none" extrusionOk="0">
                    <a:moveTo>
                      <a:pt x="1" y="140432"/>
                    </a:moveTo>
                    <a:lnTo>
                      <a:pt x="13778" y="0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44"/>
              <p:cNvSpPr/>
              <p:nvPr/>
            </p:nvSpPr>
            <p:spPr>
              <a:xfrm>
                <a:off x="2949500" y="1939225"/>
                <a:ext cx="1683600" cy="3510800"/>
              </a:xfrm>
              <a:custGeom>
                <a:avLst/>
                <a:gdLst/>
                <a:ahLst/>
                <a:cxnLst/>
                <a:rect l="l" t="t" r="r" b="b"/>
                <a:pathLst>
                  <a:path w="67344" h="140432" fill="none" extrusionOk="0">
                    <a:moveTo>
                      <a:pt x="1" y="140432"/>
                    </a:moveTo>
                    <a:lnTo>
                      <a:pt x="13778" y="0"/>
                    </a:lnTo>
                    <a:lnTo>
                      <a:pt x="67344" y="0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44"/>
              <p:cNvSpPr/>
              <p:nvPr/>
            </p:nvSpPr>
            <p:spPr>
              <a:xfrm>
                <a:off x="2998550" y="4952625"/>
                <a:ext cx="19229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76917" h="1" fill="none" extrusionOk="0">
                    <a:moveTo>
                      <a:pt x="76917" y="1"/>
                    </a:moveTo>
                    <a:lnTo>
                      <a:pt x="0" y="1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44"/>
              <p:cNvSpPr/>
              <p:nvPr/>
            </p:nvSpPr>
            <p:spPr>
              <a:xfrm>
                <a:off x="3040575" y="4522975"/>
                <a:ext cx="18365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73462" h="1" fill="none" extrusionOk="0">
                    <a:moveTo>
                      <a:pt x="73461" y="1"/>
                    </a:moveTo>
                    <a:lnTo>
                      <a:pt x="0" y="1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44"/>
              <p:cNvSpPr/>
              <p:nvPr/>
            </p:nvSpPr>
            <p:spPr>
              <a:xfrm>
                <a:off x="3083775" y="4081650"/>
                <a:ext cx="1759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70380" h="1" fill="none" extrusionOk="0">
                    <a:moveTo>
                      <a:pt x="70379" y="1"/>
                    </a:moveTo>
                    <a:lnTo>
                      <a:pt x="0" y="1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44"/>
              <p:cNvSpPr/>
              <p:nvPr/>
            </p:nvSpPr>
            <p:spPr>
              <a:xfrm>
                <a:off x="3125800" y="3660175"/>
                <a:ext cx="16742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6971" h="1" fill="none" extrusionOk="0">
                    <a:moveTo>
                      <a:pt x="66970" y="0"/>
                    </a:moveTo>
                    <a:lnTo>
                      <a:pt x="1" y="0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44"/>
              <p:cNvSpPr/>
              <p:nvPr/>
            </p:nvSpPr>
            <p:spPr>
              <a:xfrm>
                <a:off x="3166675" y="3220000"/>
                <a:ext cx="1591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3654" h="1" fill="none" extrusionOk="0">
                    <a:moveTo>
                      <a:pt x="63654" y="1"/>
                    </a:moveTo>
                    <a:lnTo>
                      <a:pt x="0" y="1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44"/>
              <p:cNvSpPr/>
              <p:nvPr/>
            </p:nvSpPr>
            <p:spPr>
              <a:xfrm>
                <a:off x="3209875" y="2784525"/>
                <a:ext cx="15061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0245" h="1" fill="none" extrusionOk="0">
                    <a:moveTo>
                      <a:pt x="60245" y="0"/>
                    </a:moveTo>
                    <a:lnTo>
                      <a:pt x="0" y="0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44"/>
              <p:cNvSpPr/>
              <p:nvPr/>
            </p:nvSpPr>
            <p:spPr>
              <a:xfrm>
                <a:off x="3251900" y="2372375"/>
                <a:ext cx="1413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6556" h="1" fill="none" extrusionOk="0">
                    <a:moveTo>
                      <a:pt x="56555" y="0"/>
                    </a:moveTo>
                    <a:lnTo>
                      <a:pt x="0" y="0"/>
                    </a:lnTo>
                  </a:path>
                </a:pathLst>
              </a:custGeom>
              <a:noFill/>
              <a:ln w="15175" cap="flat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44"/>
              <p:cNvSpPr/>
              <p:nvPr/>
            </p:nvSpPr>
            <p:spPr>
              <a:xfrm>
                <a:off x="3602150" y="1788600"/>
                <a:ext cx="412175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16487" h="5699" extrusionOk="0">
                    <a:moveTo>
                      <a:pt x="4718" y="1"/>
                    </a:moveTo>
                    <a:lnTo>
                      <a:pt x="1" y="5698"/>
                    </a:lnTo>
                    <a:cubicBezTo>
                      <a:pt x="5465" y="5698"/>
                      <a:pt x="10975" y="5698"/>
                      <a:pt x="16486" y="5652"/>
                    </a:cubicBezTo>
                    <a:cubicBezTo>
                      <a:pt x="16113" y="4904"/>
                      <a:pt x="15599" y="4204"/>
                      <a:pt x="15038" y="3550"/>
                    </a:cubicBezTo>
                    <a:cubicBezTo>
                      <a:pt x="14431" y="2943"/>
                      <a:pt x="13731" y="2429"/>
                      <a:pt x="12984" y="2056"/>
                    </a:cubicBezTo>
                    <a:cubicBezTo>
                      <a:pt x="10415" y="701"/>
                      <a:pt x="7566" y="1"/>
                      <a:pt x="4718" y="1"/>
                    </a:cubicBez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44"/>
              <p:cNvSpPr/>
              <p:nvPr/>
            </p:nvSpPr>
            <p:spPr>
              <a:xfrm>
                <a:off x="2752200" y="984175"/>
                <a:ext cx="1099825" cy="1084675"/>
              </a:xfrm>
              <a:custGeom>
                <a:avLst/>
                <a:gdLst/>
                <a:ahLst/>
                <a:cxnLst/>
                <a:rect l="l" t="t" r="r" b="b"/>
                <a:pathLst>
                  <a:path w="43993" h="43387" extrusionOk="0">
                    <a:moveTo>
                      <a:pt x="14805" y="0"/>
                    </a:moveTo>
                    <a:lnTo>
                      <a:pt x="0" y="5371"/>
                    </a:lnTo>
                    <a:cubicBezTo>
                      <a:pt x="981" y="17093"/>
                      <a:pt x="10788" y="28768"/>
                      <a:pt x="13871" y="31757"/>
                    </a:cubicBezTo>
                    <a:cubicBezTo>
                      <a:pt x="16953" y="34746"/>
                      <a:pt x="38482" y="43386"/>
                      <a:pt x="38482" y="43386"/>
                    </a:cubicBezTo>
                    <a:lnTo>
                      <a:pt x="43993" y="31757"/>
                    </a:lnTo>
                    <a:cubicBezTo>
                      <a:pt x="43993" y="31757"/>
                      <a:pt x="26060" y="22837"/>
                      <a:pt x="24191" y="21203"/>
                    </a:cubicBezTo>
                    <a:cubicBezTo>
                      <a:pt x="22323" y="19568"/>
                      <a:pt x="14805" y="0"/>
                      <a:pt x="148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44"/>
              <p:cNvSpPr/>
              <p:nvPr/>
            </p:nvSpPr>
            <p:spPr>
              <a:xfrm>
                <a:off x="2744025" y="4143525"/>
                <a:ext cx="673675" cy="735575"/>
              </a:xfrm>
              <a:custGeom>
                <a:avLst/>
                <a:gdLst/>
                <a:ahLst/>
                <a:cxnLst/>
                <a:rect l="l" t="t" r="r" b="b"/>
                <a:pathLst>
                  <a:path w="26947" h="29423" extrusionOk="0">
                    <a:moveTo>
                      <a:pt x="16813" y="1"/>
                    </a:moveTo>
                    <a:lnTo>
                      <a:pt x="794" y="1682"/>
                    </a:lnTo>
                    <a:lnTo>
                      <a:pt x="0" y="22744"/>
                    </a:lnTo>
                    <a:lnTo>
                      <a:pt x="654" y="29423"/>
                    </a:lnTo>
                    <a:lnTo>
                      <a:pt x="25779" y="29423"/>
                    </a:lnTo>
                    <a:cubicBezTo>
                      <a:pt x="26433" y="29423"/>
                      <a:pt x="26947" y="28909"/>
                      <a:pt x="26947" y="28255"/>
                    </a:cubicBezTo>
                    <a:cubicBezTo>
                      <a:pt x="26947" y="27788"/>
                      <a:pt x="26667" y="27321"/>
                      <a:pt x="26246" y="27181"/>
                    </a:cubicBezTo>
                    <a:lnTo>
                      <a:pt x="15038" y="21951"/>
                    </a:lnTo>
                    <a:lnTo>
                      <a:pt x="16813" y="1"/>
                    </a:ln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44"/>
              <p:cNvSpPr/>
              <p:nvPr/>
            </p:nvSpPr>
            <p:spPr>
              <a:xfrm>
                <a:off x="2725350" y="4692275"/>
                <a:ext cx="729725" cy="251050"/>
              </a:xfrm>
              <a:custGeom>
                <a:avLst/>
                <a:gdLst/>
                <a:ahLst/>
                <a:cxnLst/>
                <a:rect l="l" t="t" r="r" b="b"/>
                <a:pathLst>
                  <a:path w="29189" h="10042" extrusionOk="0">
                    <a:moveTo>
                      <a:pt x="15738" y="1"/>
                    </a:moveTo>
                    <a:cubicBezTo>
                      <a:pt x="13178" y="1018"/>
                      <a:pt x="10334" y="1328"/>
                      <a:pt x="7816" y="1328"/>
                    </a:cubicBezTo>
                    <a:cubicBezTo>
                      <a:pt x="3857" y="1328"/>
                      <a:pt x="701" y="561"/>
                      <a:pt x="701" y="561"/>
                    </a:cubicBezTo>
                    <a:lnTo>
                      <a:pt x="0" y="9481"/>
                    </a:lnTo>
                    <a:cubicBezTo>
                      <a:pt x="0" y="9808"/>
                      <a:pt x="234" y="10041"/>
                      <a:pt x="514" y="10041"/>
                    </a:cubicBezTo>
                    <a:lnTo>
                      <a:pt x="28628" y="10041"/>
                    </a:lnTo>
                    <a:cubicBezTo>
                      <a:pt x="29188" y="10041"/>
                      <a:pt x="28861" y="7193"/>
                      <a:pt x="28815" y="7146"/>
                    </a:cubicBezTo>
                    <a:cubicBezTo>
                      <a:pt x="28581" y="6352"/>
                      <a:pt x="28068" y="5418"/>
                      <a:pt x="27601" y="5184"/>
                    </a:cubicBezTo>
                    <a:lnTo>
                      <a:pt x="1573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44"/>
              <p:cNvSpPr/>
              <p:nvPr/>
            </p:nvSpPr>
            <p:spPr>
              <a:xfrm>
                <a:off x="3140975" y="4705125"/>
                <a:ext cx="42050" cy="70075"/>
              </a:xfrm>
              <a:custGeom>
                <a:avLst/>
                <a:gdLst/>
                <a:ahLst/>
                <a:cxnLst/>
                <a:rect l="l" t="t" r="r" b="b"/>
                <a:pathLst>
                  <a:path w="1682" h="2803" fill="none" extrusionOk="0">
                    <a:moveTo>
                      <a:pt x="1682" y="0"/>
                    </a:moveTo>
                    <a:cubicBezTo>
                      <a:pt x="981" y="888"/>
                      <a:pt x="421" y="1822"/>
                      <a:pt x="1" y="2802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44"/>
              <p:cNvSpPr/>
              <p:nvPr/>
            </p:nvSpPr>
            <p:spPr>
              <a:xfrm>
                <a:off x="3185350" y="4728475"/>
                <a:ext cx="35050" cy="59575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383" fill="none" extrusionOk="0">
                    <a:moveTo>
                      <a:pt x="1401" y="0"/>
                    </a:moveTo>
                    <a:cubicBezTo>
                      <a:pt x="841" y="701"/>
                      <a:pt x="374" y="1541"/>
                      <a:pt x="0" y="2382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44"/>
              <p:cNvSpPr/>
              <p:nvPr/>
            </p:nvSpPr>
            <p:spPr>
              <a:xfrm>
                <a:off x="3219200" y="4744825"/>
                <a:ext cx="32725" cy="54900"/>
              </a:xfrm>
              <a:custGeom>
                <a:avLst/>
                <a:gdLst/>
                <a:ahLst/>
                <a:cxnLst/>
                <a:rect l="l" t="t" r="r" b="b"/>
                <a:pathLst>
                  <a:path w="1309" h="2196" fill="none" extrusionOk="0">
                    <a:moveTo>
                      <a:pt x="1308" y="0"/>
                    </a:moveTo>
                    <a:cubicBezTo>
                      <a:pt x="795" y="701"/>
                      <a:pt x="374" y="1401"/>
                      <a:pt x="1" y="2195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44"/>
              <p:cNvSpPr/>
              <p:nvPr/>
            </p:nvSpPr>
            <p:spPr>
              <a:xfrm>
                <a:off x="2728850" y="4894250"/>
                <a:ext cx="7203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8815" h="1" fill="none" extrusionOk="0">
                    <a:moveTo>
                      <a:pt x="0" y="1"/>
                    </a:moveTo>
                    <a:lnTo>
                      <a:pt x="28815" y="1"/>
                    </a:ln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44"/>
              <p:cNvSpPr/>
              <p:nvPr/>
            </p:nvSpPr>
            <p:spPr>
              <a:xfrm>
                <a:off x="2735850" y="4788025"/>
                <a:ext cx="182150" cy="106250"/>
              </a:xfrm>
              <a:custGeom>
                <a:avLst/>
                <a:gdLst/>
                <a:ahLst/>
                <a:cxnLst/>
                <a:rect l="l" t="t" r="r" b="b"/>
                <a:pathLst>
                  <a:path w="7286" h="4250" fill="none" extrusionOk="0">
                    <a:moveTo>
                      <a:pt x="0" y="0"/>
                    </a:moveTo>
                    <a:cubicBezTo>
                      <a:pt x="0" y="0"/>
                      <a:pt x="6725" y="47"/>
                      <a:pt x="7286" y="4250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44"/>
              <p:cNvSpPr/>
              <p:nvPr/>
            </p:nvSpPr>
            <p:spPr>
              <a:xfrm>
                <a:off x="3296250" y="4795025"/>
                <a:ext cx="58425" cy="99250"/>
              </a:xfrm>
              <a:custGeom>
                <a:avLst/>
                <a:gdLst/>
                <a:ahLst/>
                <a:cxnLst/>
                <a:rect l="l" t="t" r="r" b="b"/>
                <a:pathLst>
                  <a:path w="2337" h="3970" fill="none" extrusionOk="0">
                    <a:moveTo>
                      <a:pt x="2336" y="0"/>
                    </a:moveTo>
                    <a:cubicBezTo>
                      <a:pt x="2336" y="0"/>
                      <a:pt x="375" y="2709"/>
                      <a:pt x="1" y="3970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44"/>
              <p:cNvSpPr/>
              <p:nvPr/>
            </p:nvSpPr>
            <p:spPr>
              <a:xfrm>
                <a:off x="2564225" y="2069975"/>
                <a:ext cx="742575" cy="2548775"/>
              </a:xfrm>
              <a:custGeom>
                <a:avLst/>
                <a:gdLst/>
                <a:ahLst/>
                <a:cxnLst/>
                <a:rect l="l" t="t" r="r" b="b"/>
                <a:pathLst>
                  <a:path w="29703" h="101951" extrusionOk="0">
                    <a:moveTo>
                      <a:pt x="27647" y="1"/>
                    </a:moveTo>
                    <a:lnTo>
                      <a:pt x="2429" y="5325"/>
                    </a:lnTo>
                    <a:cubicBezTo>
                      <a:pt x="2429" y="5325"/>
                      <a:pt x="0" y="16066"/>
                      <a:pt x="5184" y="29096"/>
                    </a:cubicBezTo>
                    <a:cubicBezTo>
                      <a:pt x="6865" y="38763"/>
                      <a:pt x="7753" y="48524"/>
                      <a:pt x="7940" y="58284"/>
                    </a:cubicBezTo>
                    <a:cubicBezTo>
                      <a:pt x="8126" y="74163"/>
                      <a:pt x="6025" y="94385"/>
                      <a:pt x="6025" y="101950"/>
                    </a:cubicBezTo>
                    <a:lnTo>
                      <a:pt x="26713" y="101950"/>
                    </a:lnTo>
                    <a:cubicBezTo>
                      <a:pt x="26713" y="101950"/>
                      <a:pt x="29235" y="80421"/>
                      <a:pt x="29469" y="58751"/>
                    </a:cubicBezTo>
                    <a:cubicBezTo>
                      <a:pt x="29702" y="34467"/>
                      <a:pt x="27647" y="7053"/>
                      <a:pt x="276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44"/>
              <p:cNvSpPr/>
              <p:nvPr/>
            </p:nvSpPr>
            <p:spPr>
              <a:xfrm>
                <a:off x="3155000" y="2068825"/>
                <a:ext cx="75900" cy="2549925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101997" fill="none" extrusionOk="0">
                    <a:moveTo>
                      <a:pt x="0" y="101996"/>
                    </a:moveTo>
                    <a:cubicBezTo>
                      <a:pt x="0" y="101996"/>
                      <a:pt x="2522" y="80093"/>
                      <a:pt x="2802" y="58144"/>
                    </a:cubicBezTo>
                    <a:cubicBezTo>
                      <a:pt x="3036" y="33999"/>
                      <a:pt x="981" y="7052"/>
                      <a:pt x="981" y="0"/>
                    </a:cubicBezTo>
                  </a:path>
                </a:pathLst>
              </a:custGeom>
              <a:noFill/>
              <a:ln w="10500" cap="flat" cmpd="sng">
                <a:solidFill>
                  <a:schemeClr val="accent5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44"/>
              <p:cNvSpPr/>
              <p:nvPr/>
            </p:nvSpPr>
            <p:spPr>
              <a:xfrm>
                <a:off x="3618500" y="3715050"/>
                <a:ext cx="673700" cy="734400"/>
              </a:xfrm>
              <a:custGeom>
                <a:avLst/>
                <a:gdLst/>
                <a:ahLst/>
                <a:cxnLst/>
                <a:rect l="l" t="t" r="r" b="b"/>
                <a:pathLst>
                  <a:path w="26948" h="29376" extrusionOk="0">
                    <a:moveTo>
                      <a:pt x="16813" y="0"/>
                    </a:moveTo>
                    <a:lnTo>
                      <a:pt x="748" y="1635"/>
                    </a:lnTo>
                    <a:lnTo>
                      <a:pt x="1" y="22744"/>
                    </a:lnTo>
                    <a:lnTo>
                      <a:pt x="654" y="29376"/>
                    </a:lnTo>
                    <a:lnTo>
                      <a:pt x="25780" y="29376"/>
                    </a:lnTo>
                    <a:cubicBezTo>
                      <a:pt x="26433" y="29376"/>
                      <a:pt x="26947" y="28862"/>
                      <a:pt x="26947" y="28208"/>
                    </a:cubicBezTo>
                    <a:cubicBezTo>
                      <a:pt x="26947" y="27741"/>
                      <a:pt x="26667" y="27321"/>
                      <a:pt x="26247" y="27134"/>
                    </a:cubicBezTo>
                    <a:lnTo>
                      <a:pt x="15038" y="21903"/>
                    </a:lnTo>
                    <a:lnTo>
                      <a:pt x="16813" y="0"/>
                    </a:ln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44"/>
              <p:cNvSpPr/>
              <p:nvPr/>
            </p:nvSpPr>
            <p:spPr>
              <a:xfrm>
                <a:off x="3599825" y="4262625"/>
                <a:ext cx="729575" cy="251050"/>
              </a:xfrm>
              <a:custGeom>
                <a:avLst/>
                <a:gdLst/>
                <a:ahLst/>
                <a:cxnLst/>
                <a:rect l="l" t="t" r="r" b="b"/>
                <a:pathLst>
                  <a:path w="29183" h="10042" extrusionOk="0">
                    <a:moveTo>
                      <a:pt x="15739" y="0"/>
                    </a:moveTo>
                    <a:cubicBezTo>
                      <a:pt x="13185" y="1033"/>
                      <a:pt x="10351" y="1349"/>
                      <a:pt x="7838" y="1349"/>
                    </a:cubicBezTo>
                    <a:cubicBezTo>
                      <a:pt x="3869" y="1349"/>
                      <a:pt x="701" y="561"/>
                      <a:pt x="701" y="561"/>
                    </a:cubicBezTo>
                    <a:lnTo>
                      <a:pt x="0" y="9527"/>
                    </a:lnTo>
                    <a:cubicBezTo>
                      <a:pt x="0" y="9808"/>
                      <a:pt x="234" y="10041"/>
                      <a:pt x="514" y="10041"/>
                    </a:cubicBezTo>
                    <a:lnTo>
                      <a:pt x="28628" y="10041"/>
                    </a:lnTo>
                    <a:cubicBezTo>
                      <a:pt x="28633" y="10042"/>
                      <a:pt x="28637" y="10042"/>
                      <a:pt x="28642" y="10042"/>
                    </a:cubicBezTo>
                    <a:cubicBezTo>
                      <a:pt x="29182" y="10042"/>
                      <a:pt x="28815" y="7239"/>
                      <a:pt x="28815" y="7192"/>
                    </a:cubicBezTo>
                    <a:cubicBezTo>
                      <a:pt x="28581" y="6352"/>
                      <a:pt x="28068" y="5418"/>
                      <a:pt x="27601" y="5184"/>
                    </a:cubicBezTo>
                    <a:lnTo>
                      <a:pt x="1573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44"/>
              <p:cNvSpPr/>
              <p:nvPr/>
            </p:nvSpPr>
            <p:spPr>
              <a:xfrm>
                <a:off x="4015450" y="4276625"/>
                <a:ext cx="42075" cy="70075"/>
              </a:xfrm>
              <a:custGeom>
                <a:avLst/>
                <a:gdLst/>
                <a:ahLst/>
                <a:cxnLst/>
                <a:rect l="l" t="t" r="r" b="b"/>
                <a:pathLst>
                  <a:path w="1683" h="2803" fill="none" extrusionOk="0">
                    <a:moveTo>
                      <a:pt x="1682" y="1"/>
                    </a:moveTo>
                    <a:cubicBezTo>
                      <a:pt x="982" y="841"/>
                      <a:pt x="421" y="1775"/>
                      <a:pt x="1" y="2803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44"/>
              <p:cNvSpPr/>
              <p:nvPr/>
            </p:nvSpPr>
            <p:spPr>
              <a:xfrm>
                <a:off x="4059825" y="4298825"/>
                <a:ext cx="35050" cy="59550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382" fill="none" extrusionOk="0">
                    <a:moveTo>
                      <a:pt x="1402" y="0"/>
                    </a:moveTo>
                    <a:cubicBezTo>
                      <a:pt x="841" y="747"/>
                      <a:pt x="374" y="1541"/>
                      <a:pt x="1" y="2382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44"/>
              <p:cNvSpPr/>
              <p:nvPr/>
            </p:nvSpPr>
            <p:spPr>
              <a:xfrm>
                <a:off x="4093675" y="4315150"/>
                <a:ext cx="47900" cy="54900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2196" fill="none" extrusionOk="0">
                    <a:moveTo>
                      <a:pt x="1309" y="1"/>
                    </a:moveTo>
                    <a:cubicBezTo>
                      <a:pt x="842" y="655"/>
                      <a:pt x="1916" y="281"/>
                      <a:pt x="1" y="2196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44"/>
              <p:cNvSpPr/>
              <p:nvPr/>
            </p:nvSpPr>
            <p:spPr>
              <a:xfrm>
                <a:off x="3603325" y="4465775"/>
                <a:ext cx="720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8816" h="1" fill="none" extrusionOk="0">
                    <a:moveTo>
                      <a:pt x="0" y="0"/>
                    </a:moveTo>
                    <a:lnTo>
                      <a:pt x="28815" y="0"/>
                    </a:ln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44"/>
              <p:cNvSpPr/>
              <p:nvPr/>
            </p:nvSpPr>
            <p:spPr>
              <a:xfrm>
                <a:off x="3610325" y="4358350"/>
                <a:ext cx="181000" cy="107450"/>
              </a:xfrm>
              <a:custGeom>
                <a:avLst/>
                <a:gdLst/>
                <a:ahLst/>
                <a:cxnLst/>
                <a:rect l="l" t="t" r="r" b="b"/>
                <a:pathLst>
                  <a:path w="7240" h="4298" fill="none" extrusionOk="0">
                    <a:moveTo>
                      <a:pt x="1" y="1"/>
                    </a:moveTo>
                    <a:cubicBezTo>
                      <a:pt x="1" y="1"/>
                      <a:pt x="6679" y="94"/>
                      <a:pt x="7239" y="4297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44"/>
              <p:cNvSpPr/>
              <p:nvPr/>
            </p:nvSpPr>
            <p:spPr>
              <a:xfrm>
                <a:off x="4170750" y="4366525"/>
                <a:ext cx="58400" cy="99275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3971" fill="none" extrusionOk="0">
                    <a:moveTo>
                      <a:pt x="2335" y="1"/>
                    </a:moveTo>
                    <a:cubicBezTo>
                      <a:pt x="2335" y="1"/>
                      <a:pt x="374" y="2709"/>
                      <a:pt x="0" y="3970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44"/>
              <p:cNvSpPr/>
              <p:nvPr/>
            </p:nvSpPr>
            <p:spPr>
              <a:xfrm>
                <a:off x="2796550" y="2126025"/>
                <a:ext cx="1385900" cy="2074750"/>
              </a:xfrm>
              <a:custGeom>
                <a:avLst/>
                <a:gdLst/>
                <a:ahLst/>
                <a:cxnLst/>
                <a:rect l="l" t="t" r="r" b="b"/>
                <a:pathLst>
                  <a:path w="55436" h="82990" extrusionOk="0">
                    <a:moveTo>
                      <a:pt x="1402" y="0"/>
                    </a:moveTo>
                    <a:cubicBezTo>
                      <a:pt x="1402" y="1"/>
                      <a:pt x="1" y="8454"/>
                      <a:pt x="3083" y="15412"/>
                    </a:cubicBezTo>
                    <a:cubicBezTo>
                      <a:pt x="5091" y="19989"/>
                      <a:pt x="9014" y="23398"/>
                      <a:pt x="13778" y="24752"/>
                    </a:cubicBezTo>
                    <a:cubicBezTo>
                      <a:pt x="13778" y="24752"/>
                      <a:pt x="30824" y="39463"/>
                      <a:pt x="32318" y="43807"/>
                    </a:cubicBezTo>
                    <a:cubicBezTo>
                      <a:pt x="33532" y="47449"/>
                      <a:pt x="31151" y="82989"/>
                      <a:pt x="31151" y="82989"/>
                    </a:cubicBezTo>
                    <a:lnTo>
                      <a:pt x="50905" y="82989"/>
                    </a:lnTo>
                    <a:cubicBezTo>
                      <a:pt x="50905" y="82989"/>
                      <a:pt x="55435" y="43947"/>
                      <a:pt x="52306" y="35400"/>
                    </a:cubicBezTo>
                    <a:cubicBezTo>
                      <a:pt x="47823" y="23164"/>
                      <a:pt x="27975" y="4297"/>
                      <a:pt x="27975" y="4297"/>
                    </a:cubicBezTo>
                    <a:lnTo>
                      <a:pt x="14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44"/>
              <p:cNvSpPr/>
              <p:nvPr/>
            </p:nvSpPr>
            <p:spPr>
              <a:xfrm>
                <a:off x="3379150" y="2233450"/>
                <a:ext cx="680700" cy="1967325"/>
              </a:xfrm>
              <a:custGeom>
                <a:avLst/>
                <a:gdLst/>
                <a:ahLst/>
                <a:cxnLst/>
                <a:rect l="l" t="t" r="r" b="b"/>
                <a:pathLst>
                  <a:path w="27228" h="78693" fill="none" extrusionOk="0">
                    <a:moveTo>
                      <a:pt x="1" y="0"/>
                    </a:moveTo>
                    <a:cubicBezTo>
                      <a:pt x="1" y="0"/>
                      <a:pt x="20643" y="21763"/>
                      <a:pt x="24379" y="31103"/>
                    </a:cubicBezTo>
                    <a:cubicBezTo>
                      <a:pt x="27228" y="38202"/>
                      <a:pt x="22931" y="78692"/>
                      <a:pt x="22931" y="78692"/>
                    </a:cubicBezTo>
                  </a:path>
                </a:pathLst>
              </a:custGeom>
              <a:noFill/>
              <a:ln w="10500" cap="flat" cmpd="sng">
                <a:solidFill>
                  <a:schemeClr val="accent5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44"/>
              <p:cNvSpPr/>
              <p:nvPr/>
            </p:nvSpPr>
            <p:spPr>
              <a:xfrm>
                <a:off x="2872450" y="2511300"/>
                <a:ext cx="418000" cy="368975"/>
              </a:xfrm>
              <a:custGeom>
                <a:avLst/>
                <a:gdLst/>
                <a:ahLst/>
                <a:cxnLst/>
                <a:rect l="l" t="t" r="r" b="b"/>
                <a:pathLst>
                  <a:path w="16720" h="14759" fill="none" extrusionOk="0">
                    <a:moveTo>
                      <a:pt x="16719" y="14759"/>
                    </a:moveTo>
                    <a:cubicBezTo>
                      <a:pt x="15178" y="13311"/>
                      <a:pt x="12470" y="10882"/>
                      <a:pt x="11629" y="10182"/>
                    </a:cubicBezTo>
                    <a:cubicBezTo>
                      <a:pt x="11115" y="9715"/>
                      <a:pt x="10508" y="9341"/>
                      <a:pt x="9854" y="9108"/>
                    </a:cubicBezTo>
                    <a:cubicBezTo>
                      <a:pt x="5465" y="7567"/>
                      <a:pt x="1915" y="4251"/>
                      <a:pt x="0" y="1"/>
                    </a:cubicBezTo>
                  </a:path>
                </a:pathLst>
              </a:custGeom>
              <a:noFill/>
              <a:ln w="10500" cap="flat" cmpd="sng">
                <a:solidFill>
                  <a:schemeClr val="accent5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44"/>
              <p:cNvSpPr/>
              <p:nvPr/>
            </p:nvSpPr>
            <p:spPr>
              <a:xfrm>
                <a:off x="3010225" y="2402725"/>
                <a:ext cx="210175" cy="4700"/>
              </a:xfrm>
              <a:custGeom>
                <a:avLst/>
                <a:gdLst/>
                <a:ahLst/>
                <a:cxnLst/>
                <a:rect l="l" t="t" r="r" b="b"/>
                <a:pathLst>
                  <a:path w="8407" h="188" fill="none" extrusionOk="0">
                    <a:moveTo>
                      <a:pt x="0" y="1"/>
                    </a:moveTo>
                    <a:cubicBezTo>
                      <a:pt x="0" y="1"/>
                      <a:pt x="5931" y="188"/>
                      <a:pt x="8406" y="1"/>
                    </a:cubicBezTo>
                  </a:path>
                </a:pathLst>
              </a:custGeom>
              <a:noFill/>
              <a:ln w="10500" cap="flat" cmpd="sng">
                <a:solidFill>
                  <a:schemeClr val="accent5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44"/>
              <p:cNvSpPr/>
              <p:nvPr/>
            </p:nvSpPr>
            <p:spPr>
              <a:xfrm>
                <a:off x="2610925" y="2402725"/>
                <a:ext cx="1191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764" h="1" fill="none" extrusionOk="0">
                    <a:moveTo>
                      <a:pt x="0" y="1"/>
                    </a:moveTo>
                    <a:lnTo>
                      <a:pt x="4764" y="1"/>
                    </a:lnTo>
                  </a:path>
                </a:pathLst>
              </a:custGeom>
              <a:noFill/>
              <a:ln w="10500" cap="flat" cmpd="sng">
                <a:solidFill>
                  <a:schemeClr val="accent5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44"/>
              <p:cNvSpPr/>
              <p:nvPr/>
            </p:nvSpPr>
            <p:spPr>
              <a:xfrm>
                <a:off x="4383225" y="926825"/>
                <a:ext cx="440200" cy="358600"/>
              </a:xfrm>
              <a:custGeom>
                <a:avLst/>
                <a:gdLst/>
                <a:ahLst/>
                <a:cxnLst/>
                <a:rect l="l" t="t" r="r" b="b"/>
                <a:pathLst>
                  <a:path w="17608" h="14344" extrusionOk="0">
                    <a:moveTo>
                      <a:pt x="11626" y="0"/>
                    </a:moveTo>
                    <a:cubicBezTo>
                      <a:pt x="10411" y="0"/>
                      <a:pt x="1969" y="3664"/>
                      <a:pt x="1" y="4583"/>
                    </a:cubicBezTo>
                    <a:lnTo>
                      <a:pt x="3830" y="14343"/>
                    </a:lnTo>
                    <a:cubicBezTo>
                      <a:pt x="3830" y="14343"/>
                      <a:pt x="13638" y="10887"/>
                      <a:pt x="13451" y="9393"/>
                    </a:cubicBezTo>
                    <a:cubicBezTo>
                      <a:pt x="13383" y="8855"/>
                      <a:pt x="13058" y="8715"/>
                      <a:pt x="12738" y="8715"/>
                    </a:cubicBezTo>
                    <a:cubicBezTo>
                      <a:pt x="12391" y="8715"/>
                      <a:pt x="12050" y="8879"/>
                      <a:pt x="12050" y="8879"/>
                    </a:cubicBezTo>
                    <a:cubicBezTo>
                      <a:pt x="12050" y="8879"/>
                      <a:pt x="13591" y="8085"/>
                      <a:pt x="13217" y="7198"/>
                    </a:cubicBezTo>
                    <a:cubicBezTo>
                      <a:pt x="13066" y="6787"/>
                      <a:pt x="12764" y="6676"/>
                      <a:pt x="12483" y="6676"/>
                    </a:cubicBezTo>
                    <a:cubicBezTo>
                      <a:pt x="12159" y="6676"/>
                      <a:pt x="11863" y="6824"/>
                      <a:pt x="11863" y="6824"/>
                    </a:cubicBezTo>
                    <a:cubicBezTo>
                      <a:pt x="11863" y="6824"/>
                      <a:pt x="13684" y="5844"/>
                      <a:pt x="12797" y="4816"/>
                    </a:cubicBezTo>
                    <a:cubicBezTo>
                      <a:pt x="12570" y="4532"/>
                      <a:pt x="12243" y="4448"/>
                      <a:pt x="11934" y="4448"/>
                    </a:cubicBezTo>
                    <a:cubicBezTo>
                      <a:pt x="11482" y="4448"/>
                      <a:pt x="11069" y="4629"/>
                      <a:pt x="11069" y="4629"/>
                    </a:cubicBezTo>
                    <a:cubicBezTo>
                      <a:pt x="11069" y="4629"/>
                      <a:pt x="17607" y="1500"/>
                      <a:pt x="17047" y="566"/>
                    </a:cubicBezTo>
                    <a:cubicBezTo>
                      <a:pt x="16970" y="446"/>
                      <a:pt x="16801" y="395"/>
                      <a:pt x="16573" y="395"/>
                    </a:cubicBezTo>
                    <a:cubicBezTo>
                      <a:pt x="15825" y="395"/>
                      <a:pt x="14438" y="942"/>
                      <a:pt x="13544" y="1407"/>
                    </a:cubicBezTo>
                    <a:cubicBezTo>
                      <a:pt x="12190" y="2014"/>
                      <a:pt x="10789" y="2434"/>
                      <a:pt x="9341" y="2715"/>
                    </a:cubicBezTo>
                    <a:cubicBezTo>
                      <a:pt x="9014" y="2621"/>
                      <a:pt x="12003" y="613"/>
                      <a:pt x="11769" y="53"/>
                    </a:cubicBezTo>
                    <a:cubicBezTo>
                      <a:pt x="11758" y="17"/>
                      <a:pt x="11708" y="0"/>
                      <a:pt x="11626" y="0"/>
                    </a:cubicBez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44"/>
              <p:cNvSpPr/>
              <p:nvPr/>
            </p:nvSpPr>
            <p:spPr>
              <a:xfrm>
                <a:off x="2589900" y="775175"/>
                <a:ext cx="997100" cy="1501475"/>
              </a:xfrm>
              <a:custGeom>
                <a:avLst/>
                <a:gdLst/>
                <a:ahLst/>
                <a:cxnLst/>
                <a:rect l="l" t="t" r="r" b="b"/>
                <a:pathLst>
                  <a:path w="39884" h="60059" extrusionOk="0">
                    <a:moveTo>
                      <a:pt x="14758" y="1"/>
                    </a:moveTo>
                    <a:cubicBezTo>
                      <a:pt x="14758" y="1"/>
                      <a:pt x="6352" y="1168"/>
                      <a:pt x="2336" y="27088"/>
                    </a:cubicBezTo>
                    <a:cubicBezTo>
                      <a:pt x="608" y="37969"/>
                      <a:pt x="1" y="49037"/>
                      <a:pt x="421" y="60059"/>
                    </a:cubicBezTo>
                    <a:lnTo>
                      <a:pt x="38716" y="60059"/>
                    </a:lnTo>
                    <a:cubicBezTo>
                      <a:pt x="38716" y="60059"/>
                      <a:pt x="39884" y="20503"/>
                      <a:pt x="37969" y="13124"/>
                    </a:cubicBezTo>
                    <a:lnTo>
                      <a:pt x="23818" y="1028"/>
                    </a:lnTo>
                    <a:cubicBezTo>
                      <a:pt x="22704" y="1795"/>
                      <a:pt x="21381" y="2197"/>
                      <a:pt x="20044" y="2197"/>
                    </a:cubicBezTo>
                    <a:cubicBezTo>
                      <a:pt x="19589" y="2197"/>
                      <a:pt x="19132" y="2151"/>
                      <a:pt x="18681" y="2056"/>
                    </a:cubicBezTo>
                    <a:cubicBezTo>
                      <a:pt x="15552" y="1542"/>
                      <a:pt x="14758" y="1"/>
                      <a:pt x="1475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44"/>
              <p:cNvSpPr/>
              <p:nvPr/>
            </p:nvSpPr>
            <p:spPr>
              <a:xfrm>
                <a:off x="3185350" y="800875"/>
                <a:ext cx="1385875" cy="789275"/>
              </a:xfrm>
              <a:custGeom>
                <a:avLst/>
                <a:gdLst/>
                <a:ahLst/>
                <a:cxnLst/>
                <a:rect l="l" t="t" r="r" b="b"/>
                <a:pathLst>
                  <a:path w="55435" h="31571" extrusionOk="0">
                    <a:moveTo>
                      <a:pt x="0" y="0"/>
                    </a:moveTo>
                    <a:lnTo>
                      <a:pt x="3036" y="19054"/>
                    </a:lnTo>
                    <a:cubicBezTo>
                      <a:pt x="3036" y="19054"/>
                      <a:pt x="14338" y="31570"/>
                      <a:pt x="24939" y="31570"/>
                    </a:cubicBezTo>
                    <a:cubicBezTo>
                      <a:pt x="35493" y="31570"/>
                      <a:pt x="55435" y="20315"/>
                      <a:pt x="55435" y="20315"/>
                    </a:cubicBezTo>
                    <a:lnTo>
                      <a:pt x="50671" y="7286"/>
                    </a:lnTo>
                    <a:lnTo>
                      <a:pt x="27554" y="15552"/>
                    </a:lnTo>
                    <a:cubicBezTo>
                      <a:pt x="27554" y="15552"/>
                      <a:pt x="15365" y="4203"/>
                      <a:pt x="9761" y="2102"/>
                    </a:cubicBezTo>
                    <a:cubicBezTo>
                      <a:pt x="6632" y="841"/>
                      <a:pt x="3363" y="140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44"/>
              <p:cNvSpPr/>
              <p:nvPr/>
            </p:nvSpPr>
            <p:spPr>
              <a:xfrm>
                <a:off x="3302100" y="1318075"/>
                <a:ext cx="263875" cy="199675"/>
              </a:xfrm>
              <a:custGeom>
                <a:avLst/>
                <a:gdLst/>
                <a:ahLst/>
                <a:cxnLst/>
                <a:rect l="l" t="t" r="r" b="b"/>
                <a:pathLst>
                  <a:path w="10555" h="7987" fill="none" extrusionOk="0">
                    <a:moveTo>
                      <a:pt x="10555" y="7987"/>
                    </a:moveTo>
                    <a:cubicBezTo>
                      <a:pt x="10555" y="7987"/>
                      <a:pt x="3410" y="2570"/>
                      <a:pt x="1" y="1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44"/>
              <p:cNvSpPr/>
              <p:nvPr/>
            </p:nvSpPr>
            <p:spPr>
              <a:xfrm>
                <a:off x="4397250" y="1002850"/>
                <a:ext cx="108600" cy="342125"/>
              </a:xfrm>
              <a:custGeom>
                <a:avLst/>
                <a:gdLst/>
                <a:ahLst/>
                <a:cxnLst/>
                <a:rect l="l" t="t" r="r" b="b"/>
                <a:pathLst>
                  <a:path w="4344" h="13685" fill="none" extrusionOk="0">
                    <a:moveTo>
                      <a:pt x="0" y="1"/>
                    </a:moveTo>
                    <a:lnTo>
                      <a:pt x="4343" y="13684"/>
                    </a:ln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44"/>
              <p:cNvSpPr/>
              <p:nvPr/>
            </p:nvSpPr>
            <p:spPr>
              <a:xfrm>
                <a:off x="2598075" y="2197250"/>
                <a:ext cx="9620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8483" h="1" fill="none" extrusionOk="0">
                    <a:moveTo>
                      <a:pt x="1" y="0"/>
                    </a:moveTo>
                    <a:lnTo>
                      <a:pt x="38482" y="0"/>
                    </a:ln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44"/>
              <p:cNvSpPr/>
              <p:nvPr/>
            </p:nvSpPr>
            <p:spPr>
              <a:xfrm>
                <a:off x="3396675" y="1389300"/>
                <a:ext cx="9350" cy="887350"/>
              </a:xfrm>
              <a:custGeom>
                <a:avLst/>
                <a:gdLst/>
                <a:ahLst/>
                <a:cxnLst/>
                <a:rect l="l" t="t" r="r" b="b"/>
                <a:pathLst>
                  <a:path w="374" h="35494" fill="none" extrusionOk="0">
                    <a:moveTo>
                      <a:pt x="0" y="1"/>
                    </a:moveTo>
                    <a:cubicBezTo>
                      <a:pt x="374" y="11022"/>
                      <a:pt x="0" y="35494"/>
                      <a:pt x="0" y="35494"/>
                    </a:cubicBezTo>
                  </a:path>
                </a:pathLst>
              </a:custGeom>
              <a:noFill/>
              <a:ln w="10500" cap="flat" cmpd="sng">
                <a:solidFill>
                  <a:schemeClr val="accent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44"/>
              <p:cNvSpPr/>
              <p:nvPr/>
            </p:nvSpPr>
            <p:spPr>
              <a:xfrm>
                <a:off x="2940175" y="633900"/>
                <a:ext cx="280225" cy="212925"/>
              </a:xfrm>
              <a:custGeom>
                <a:avLst/>
                <a:gdLst/>
                <a:ahLst/>
                <a:cxnLst/>
                <a:rect l="l" t="t" r="r" b="b"/>
                <a:pathLst>
                  <a:path w="11209" h="8517" extrusionOk="0">
                    <a:moveTo>
                      <a:pt x="887" y="1"/>
                    </a:moveTo>
                    <a:lnTo>
                      <a:pt x="0" y="7006"/>
                    </a:lnTo>
                    <a:cubicBezTo>
                      <a:pt x="0" y="7006"/>
                      <a:pt x="2862" y="8517"/>
                      <a:pt x="6097" y="8517"/>
                    </a:cubicBezTo>
                    <a:cubicBezTo>
                      <a:pt x="7820" y="8517"/>
                      <a:pt x="9650" y="8088"/>
                      <a:pt x="11208" y="6773"/>
                    </a:cubicBezTo>
                    <a:lnTo>
                      <a:pt x="11208" y="2710"/>
                    </a:lnTo>
                    <a:lnTo>
                      <a:pt x="887" y="1"/>
                    </a:ln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4"/>
              <p:cNvSpPr/>
              <p:nvPr/>
            </p:nvSpPr>
            <p:spPr>
              <a:xfrm>
                <a:off x="2934325" y="359450"/>
                <a:ext cx="454200" cy="372700"/>
              </a:xfrm>
              <a:custGeom>
                <a:avLst/>
                <a:gdLst/>
                <a:ahLst/>
                <a:cxnLst/>
                <a:rect l="l" t="t" r="r" b="b"/>
                <a:pathLst>
                  <a:path w="18168" h="14908" extrusionOk="0">
                    <a:moveTo>
                      <a:pt x="10070" y="0"/>
                    </a:moveTo>
                    <a:cubicBezTo>
                      <a:pt x="8922" y="0"/>
                      <a:pt x="3259" y="263"/>
                      <a:pt x="748" y="5328"/>
                    </a:cubicBezTo>
                    <a:cubicBezTo>
                      <a:pt x="1" y="6776"/>
                      <a:pt x="4811" y="12567"/>
                      <a:pt x="6586" y="13641"/>
                    </a:cubicBezTo>
                    <a:cubicBezTo>
                      <a:pt x="7808" y="14414"/>
                      <a:pt x="9777" y="14908"/>
                      <a:pt x="11574" y="14908"/>
                    </a:cubicBezTo>
                    <a:cubicBezTo>
                      <a:pt x="13140" y="14908"/>
                      <a:pt x="14576" y="14533"/>
                      <a:pt x="15272" y="13641"/>
                    </a:cubicBezTo>
                    <a:cubicBezTo>
                      <a:pt x="18167" y="9951"/>
                      <a:pt x="10275" y="4"/>
                      <a:pt x="10275" y="4"/>
                    </a:cubicBezTo>
                    <a:cubicBezTo>
                      <a:pt x="10275" y="4"/>
                      <a:pt x="10203" y="0"/>
                      <a:pt x="10070" y="0"/>
                    </a:cubicBez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44"/>
              <p:cNvSpPr/>
              <p:nvPr/>
            </p:nvSpPr>
            <p:spPr>
              <a:xfrm>
                <a:off x="2716000" y="312450"/>
                <a:ext cx="527750" cy="613775"/>
              </a:xfrm>
              <a:custGeom>
                <a:avLst/>
                <a:gdLst/>
                <a:ahLst/>
                <a:cxnLst/>
                <a:rect l="l" t="t" r="r" b="b"/>
                <a:pathLst>
                  <a:path w="21110" h="24551" extrusionOk="0">
                    <a:moveTo>
                      <a:pt x="15209" y="1"/>
                    </a:moveTo>
                    <a:cubicBezTo>
                      <a:pt x="12572" y="1"/>
                      <a:pt x="9672" y="897"/>
                      <a:pt x="7192" y="3005"/>
                    </a:cubicBezTo>
                    <a:cubicBezTo>
                      <a:pt x="2195" y="7161"/>
                      <a:pt x="1" y="20938"/>
                      <a:pt x="1" y="20938"/>
                    </a:cubicBezTo>
                    <a:cubicBezTo>
                      <a:pt x="4514" y="24053"/>
                      <a:pt x="10779" y="24550"/>
                      <a:pt x="14321" y="24550"/>
                    </a:cubicBezTo>
                    <a:cubicBezTo>
                      <a:pt x="15984" y="24550"/>
                      <a:pt x="17046" y="24441"/>
                      <a:pt x="17046" y="24441"/>
                    </a:cubicBezTo>
                    <a:lnTo>
                      <a:pt x="17607" y="11364"/>
                    </a:lnTo>
                    <a:cubicBezTo>
                      <a:pt x="17934" y="8796"/>
                      <a:pt x="18074" y="6274"/>
                      <a:pt x="18027" y="3705"/>
                    </a:cubicBezTo>
                    <a:lnTo>
                      <a:pt x="17980" y="3705"/>
                    </a:lnTo>
                    <a:cubicBezTo>
                      <a:pt x="18728" y="3705"/>
                      <a:pt x="19428" y="3565"/>
                      <a:pt x="20082" y="3378"/>
                    </a:cubicBezTo>
                    <a:cubicBezTo>
                      <a:pt x="20689" y="3098"/>
                      <a:pt x="21109" y="1884"/>
                      <a:pt x="21109" y="1884"/>
                    </a:cubicBezTo>
                    <a:cubicBezTo>
                      <a:pt x="19663" y="701"/>
                      <a:pt x="17539" y="1"/>
                      <a:pt x="152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44"/>
              <p:cNvSpPr/>
              <p:nvPr/>
            </p:nvSpPr>
            <p:spPr>
              <a:xfrm>
                <a:off x="3114125" y="540625"/>
                <a:ext cx="9342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3737" h="4037" extrusionOk="0">
                    <a:moveTo>
                      <a:pt x="1414" y="1"/>
                    </a:moveTo>
                    <a:cubicBezTo>
                      <a:pt x="1065" y="1"/>
                      <a:pt x="788" y="219"/>
                      <a:pt x="608" y="556"/>
                    </a:cubicBezTo>
                    <a:cubicBezTo>
                      <a:pt x="1" y="1443"/>
                      <a:pt x="1168" y="3312"/>
                      <a:pt x="1682" y="3592"/>
                    </a:cubicBezTo>
                    <a:cubicBezTo>
                      <a:pt x="2162" y="3884"/>
                      <a:pt x="2604" y="4036"/>
                      <a:pt x="2955" y="4036"/>
                    </a:cubicBezTo>
                    <a:cubicBezTo>
                      <a:pt x="3390" y="4036"/>
                      <a:pt x="3685" y="3802"/>
                      <a:pt x="3737" y="3312"/>
                    </a:cubicBezTo>
                    <a:lnTo>
                      <a:pt x="2756" y="883"/>
                    </a:lnTo>
                    <a:cubicBezTo>
                      <a:pt x="2248" y="254"/>
                      <a:pt x="1789" y="1"/>
                      <a:pt x="1414" y="1"/>
                    </a:cubicBez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4"/>
              <p:cNvSpPr/>
              <p:nvPr/>
            </p:nvSpPr>
            <p:spPr>
              <a:xfrm>
                <a:off x="3185350" y="707475"/>
                <a:ext cx="38550" cy="23375"/>
              </a:xfrm>
              <a:custGeom>
                <a:avLst/>
                <a:gdLst/>
                <a:ahLst/>
                <a:cxnLst/>
                <a:rect l="l" t="t" r="r" b="b"/>
                <a:pathLst>
                  <a:path w="1542" h="935" fill="none" extrusionOk="0">
                    <a:moveTo>
                      <a:pt x="1542" y="934"/>
                    </a:moveTo>
                    <a:cubicBezTo>
                      <a:pt x="888" y="934"/>
                      <a:pt x="281" y="560"/>
                      <a:pt x="0" y="0"/>
                    </a:cubicBezTo>
                  </a:path>
                </a:pathLst>
              </a:custGeom>
              <a:noFill/>
              <a:ln w="7000" cap="flat" cmpd="sng">
                <a:solidFill>
                  <a:srgbClr val="E8887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4"/>
              <p:cNvSpPr/>
              <p:nvPr/>
            </p:nvSpPr>
            <p:spPr>
              <a:xfrm>
                <a:off x="3227550" y="483650"/>
                <a:ext cx="31375" cy="34700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388" extrusionOk="0">
                    <a:moveTo>
                      <a:pt x="394" y="0"/>
                    </a:moveTo>
                    <a:cubicBezTo>
                      <a:pt x="1" y="0"/>
                      <a:pt x="196" y="1308"/>
                      <a:pt x="834" y="1387"/>
                    </a:cubicBezTo>
                    <a:cubicBezTo>
                      <a:pt x="928" y="1387"/>
                      <a:pt x="1021" y="1341"/>
                      <a:pt x="1068" y="1247"/>
                    </a:cubicBezTo>
                    <a:cubicBezTo>
                      <a:pt x="1255" y="874"/>
                      <a:pt x="974" y="360"/>
                      <a:pt x="647" y="126"/>
                    </a:cubicBezTo>
                    <a:cubicBezTo>
                      <a:pt x="546" y="38"/>
                      <a:pt x="461" y="0"/>
                      <a:pt x="3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4"/>
              <p:cNvSpPr/>
              <p:nvPr/>
            </p:nvSpPr>
            <p:spPr>
              <a:xfrm>
                <a:off x="3204025" y="451775"/>
                <a:ext cx="37400" cy="29200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1168" fill="none" extrusionOk="0">
                    <a:moveTo>
                      <a:pt x="1495" y="0"/>
                    </a:moveTo>
                    <a:cubicBezTo>
                      <a:pt x="795" y="94"/>
                      <a:pt x="187" y="514"/>
                      <a:pt x="1" y="1168"/>
                    </a:cubicBezTo>
                  </a:path>
                </a:pathLst>
              </a:custGeom>
              <a:noFill/>
              <a:ln w="7000" cap="rnd" cmpd="sng">
                <a:solidFill>
                  <a:schemeClr val="dk1"/>
                </a:solidFill>
                <a:prstDash val="solid"/>
                <a:miter lim="4670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44"/>
              <p:cNvSpPr/>
              <p:nvPr/>
            </p:nvSpPr>
            <p:spPr>
              <a:xfrm>
                <a:off x="3257725" y="600050"/>
                <a:ext cx="61900" cy="61575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63" extrusionOk="0">
                    <a:moveTo>
                      <a:pt x="1776" y="0"/>
                    </a:moveTo>
                    <a:lnTo>
                      <a:pt x="1" y="561"/>
                    </a:lnTo>
                    <a:cubicBezTo>
                      <a:pt x="1" y="561"/>
                      <a:pt x="648" y="2462"/>
                      <a:pt x="1453" y="2462"/>
                    </a:cubicBezTo>
                    <a:cubicBezTo>
                      <a:pt x="1513" y="2462"/>
                      <a:pt x="1574" y="2452"/>
                      <a:pt x="1635" y="2429"/>
                    </a:cubicBezTo>
                    <a:cubicBezTo>
                      <a:pt x="2476" y="2149"/>
                      <a:pt x="1776" y="1"/>
                      <a:pt x="17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44"/>
              <p:cNvSpPr/>
              <p:nvPr/>
            </p:nvSpPr>
            <p:spPr>
              <a:xfrm>
                <a:off x="2927325" y="237975"/>
                <a:ext cx="122625" cy="107850"/>
              </a:xfrm>
              <a:custGeom>
                <a:avLst/>
                <a:gdLst/>
                <a:ahLst/>
                <a:cxnLst/>
                <a:rect l="l" t="t" r="r" b="b"/>
                <a:pathLst>
                  <a:path w="4905" h="4314" extrusionOk="0">
                    <a:moveTo>
                      <a:pt x="2525" y="0"/>
                    </a:moveTo>
                    <a:cubicBezTo>
                      <a:pt x="2227" y="0"/>
                      <a:pt x="1927" y="49"/>
                      <a:pt x="1635" y="146"/>
                    </a:cubicBezTo>
                    <a:cubicBezTo>
                      <a:pt x="1355" y="193"/>
                      <a:pt x="1121" y="333"/>
                      <a:pt x="888" y="473"/>
                    </a:cubicBezTo>
                    <a:cubicBezTo>
                      <a:pt x="0" y="1127"/>
                      <a:pt x="0" y="2575"/>
                      <a:pt x="654" y="3509"/>
                    </a:cubicBezTo>
                    <a:cubicBezTo>
                      <a:pt x="888" y="3882"/>
                      <a:pt x="1261" y="4162"/>
                      <a:pt x="1728" y="4303"/>
                    </a:cubicBezTo>
                    <a:cubicBezTo>
                      <a:pt x="1832" y="4310"/>
                      <a:pt x="1935" y="4314"/>
                      <a:pt x="2039" y="4314"/>
                    </a:cubicBezTo>
                    <a:cubicBezTo>
                      <a:pt x="2587" y="4314"/>
                      <a:pt x="3125" y="4204"/>
                      <a:pt x="3596" y="3929"/>
                    </a:cubicBezTo>
                    <a:lnTo>
                      <a:pt x="3737" y="3649"/>
                    </a:lnTo>
                    <a:cubicBezTo>
                      <a:pt x="4437" y="3415"/>
                      <a:pt x="4904" y="2761"/>
                      <a:pt x="4904" y="2014"/>
                    </a:cubicBezTo>
                    <a:cubicBezTo>
                      <a:pt x="4811" y="1267"/>
                      <a:pt x="4390" y="613"/>
                      <a:pt x="3737" y="286"/>
                    </a:cubicBezTo>
                    <a:cubicBezTo>
                      <a:pt x="3355" y="96"/>
                      <a:pt x="2942" y="0"/>
                      <a:pt x="25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44"/>
              <p:cNvSpPr/>
              <p:nvPr/>
            </p:nvSpPr>
            <p:spPr>
              <a:xfrm>
                <a:off x="3263575" y="483300"/>
                <a:ext cx="57225" cy="70075"/>
              </a:xfrm>
              <a:custGeom>
                <a:avLst/>
                <a:gdLst/>
                <a:ahLst/>
                <a:cxnLst/>
                <a:rect l="l" t="t" r="r" b="b"/>
                <a:pathLst>
                  <a:path w="2289" h="2803" extrusionOk="0">
                    <a:moveTo>
                      <a:pt x="0" y="0"/>
                    </a:moveTo>
                    <a:lnTo>
                      <a:pt x="1121" y="2802"/>
                    </a:lnTo>
                    <a:cubicBezTo>
                      <a:pt x="1121" y="2802"/>
                      <a:pt x="2289" y="2289"/>
                      <a:pt x="2289" y="1822"/>
                    </a:cubicBezTo>
                    <a:cubicBezTo>
                      <a:pt x="2289" y="981"/>
                      <a:pt x="234" y="94"/>
                      <a:pt x="0" y="0"/>
                    </a:cubicBez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44"/>
              <p:cNvSpPr/>
              <p:nvPr/>
            </p:nvSpPr>
            <p:spPr>
              <a:xfrm>
                <a:off x="3805300" y="1890175"/>
                <a:ext cx="196175" cy="101900"/>
              </a:xfrm>
              <a:custGeom>
                <a:avLst/>
                <a:gdLst/>
                <a:ahLst/>
                <a:cxnLst/>
                <a:rect l="l" t="t" r="r" b="b"/>
                <a:pathLst>
                  <a:path w="7847" h="4076" extrusionOk="0">
                    <a:moveTo>
                      <a:pt x="1" y="1"/>
                    </a:moveTo>
                    <a:cubicBezTo>
                      <a:pt x="795" y="1448"/>
                      <a:pt x="2476" y="2289"/>
                      <a:pt x="4110" y="2476"/>
                    </a:cubicBezTo>
                    <a:cubicBezTo>
                      <a:pt x="4531" y="2523"/>
                      <a:pt x="4904" y="2569"/>
                      <a:pt x="5278" y="2756"/>
                    </a:cubicBezTo>
                    <a:cubicBezTo>
                      <a:pt x="5465" y="2896"/>
                      <a:pt x="5652" y="3036"/>
                      <a:pt x="5838" y="3176"/>
                    </a:cubicBezTo>
                    <a:cubicBezTo>
                      <a:pt x="6259" y="3550"/>
                      <a:pt x="6726" y="3830"/>
                      <a:pt x="7286" y="4017"/>
                    </a:cubicBezTo>
                    <a:cubicBezTo>
                      <a:pt x="7358" y="4053"/>
                      <a:pt x="7459" y="4075"/>
                      <a:pt x="7555" y="4075"/>
                    </a:cubicBezTo>
                    <a:cubicBezTo>
                      <a:pt x="7706" y="4075"/>
                      <a:pt x="7846" y="4020"/>
                      <a:pt x="7846" y="3877"/>
                    </a:cubicBezTo>
                    <a:cubicBezTo>
                      <a:pt x="7846" y="3784"/>
                      <a:pt x="7800" y="3737"/>
                      <a:pt x="7800" y="3690"/>
                    </a:cubicBezTo>
                    <a:cubicBezTo>
                      <a:pt x="7286" y="2616"/>
                      <a:pt x="6866" y="1308"/>
                      <a:pt x="5652" y="1"/>
                    </a:cubicBez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44"/>
              <p:cNvSpPr/>
              <p:nvPr/>
            </p:nvSpPr>
            <p:spPr>
              <a:xfrm>
                <a:off x="3804150" y="1890175"/>
                <a:ext cx="200825" cy="104825"/>
              </a:xfrm>
              <a:custGeom>
                <a:avLst/>
                <a:gdLst/>
                <a:ahLst/>
                <a:cxnLst/>
                <a:rect l="l" t="t" r="r" b="b"/>
                <a:pathLst>
                  <a:path w="8033" h="4193" extrusionOk="0">
                    <a:moveTo>
                      <a:pt x="5698" y="1"/>
                    </a:moveTo>
                    <a:lnTo>
                      <a:pt x="5698" y="1"/>
                    </a:lnTo>
                    <a:cubicBezTo>
                      <a:pt x="6398" y="888"/>
                      <a:pt x="7005" y="1869"/>
                      <a:pt x="7379" y="2943"/>
                    </a:cubicBezTo>
                    <a:cubicBezTo>
                      <a:pt x="7472" y="3223"/>
                      <a:pt x="7612" y="3457"/>
                      <a:pt x="7706" y="3737"/>
                    </a:cubicBezTo>
                    <a:cubicBezTo>
                      <a:pt x="7752" y="3784"/>
                      <a:pt x="7752" y="3830"/>
                      <a:pt x="7752" y="3877"/>
                    </a:cubicBezTo>
                    <a:cubicBezTo>
                      <a:pt x="7752" y="3877"/>
                      <a:pt x="7752" y="3924"/>
                      <a:pt x="7706" y="3924"/>
                    </a:cubicBezTo>
                    <a:cubicBezTo>
                      <a:pt x="7659" y="3947"/>
                      <a:pt x="7601" y="3959"/>
                      <a:pt x="7542" y="3959"/>
                    </a:cubicBezTo>
                    <a:cubicBezTo>
                      <a:pt x="7484" y="3959"/>
                      <a:pt x="7425" y="3947"/>
                      <a:pt x="7379" y="3924"/>
                    </a:cubicBezTo>
                    <a:cubicBezTo>
                      <a:pt x="6818" y="3737"/>
                      <a:pt x="6351" y="3410"/>
                      <a:pt x="5931" y="3036"/>
                    </a:cubicBezTo>
                    <a:cubicBezTo>
                      <a:pt x="5744" y="2850"/>
                      <a:pt x="5464" y="2663"/>
                      <a:pt x="5184" y="2523"/>
                    </a:cubicBezTo>
                    <a:cubicBezTo>
                      <a:pt x="4904" y="2429"/>
                      <a:pt x="4623" y="2383"/>
                      <a:pt x="4297" y="2383"/>
                    </a:cubicBezTo>
                    <a:cubicBezTo>
                      <a:pt x="3736" y="2289"/>
                      <a:pt x="3176" y="2196"/>
                      <a:pt x="2662" y="2009"/>
                    </a:cubicBezTo>
                    <a:cubicBezTo>
                      <a:pt x="1588" y="1635"/>
                      <a:pt x="607" y="935"/>
                      <a:pt x="0" y="1"/>
                    </a:cubicBezTo>
                    <a:lnTo>
                      <a:pt x="0" y="1"/>
                    </a:lnTo>
                    <a:cubicBezTo>
                      <a:pt x="560" y="1028"/>
                      <a:pt x="1494" y="1822"/>
                      <a:pt x="2569" y="2196"/>
                    </a:cubicBezTo>
                    <a:cubicBezTo>
                      <a:pt x="3129" y="2429"/>
                      <a:pt x="3689" y="2569"/>
                      <a:pt x="4297" y="2616"/>
                    </a:cubicBezTo>
                    <a:cubicBezTo>
                      <a:pt x="4577" y="2663"/>
                      <a:pt x="4810" y="2709"/>
                      <a:pt x="5090" y="2803"/>
                    </a:cubicBezTo>
                    <a:cubicBezTo>
                      <a:pt x="5324" y="2896"/>
                      <a:pt x="5557" y="3083"/>
                      <a:pt x="5744" y="3270"/>
                    </a:cubicBezTo>
                    <a:cubicBezTo>
                      <a:pt x="6211" y="3643"/>
                      <a:pt x="6725" y="3970"/>
                      <a:pt x="7285" y="4157"/>
                    </a:cubicBezTo>
                    <a:cubicBezTo>
                      <a:pt x="7355" y="4181"/>
                      <a:pt x="7437" y="4192"/>
                      <a:pt x="7525" y="4192"/>
                    </a:cubicBezTo>
                    <a:cubicBezTo>
                      <a:pt x="7612" y="4192"/>
                      <a:pt x="7706" y="4181"/>
                      <a:pt x="7799" y="4157"/>
                    </a:cubicBezTo>
                    <a:cubicBezTo>
                      <a:pt x="7892" y="4157"/>
                      <a:pt x="7986" y="4017"/>
                      <a:pt x="8033" y="3924"/>
                    </a:cubicBezTo>
                    <a:cubicBezTo>
                      <a:pt x="8033" y="3830"/>
                      <a:pt x="7939" y="3737"/>
                      <a:pt x="7939" y="3643"/>
                    </a:cubicBezTo>
                    <a:lnTo>
                      <a:pt x="7612" y="2850"/>
                    </a:lnTo>
                    <a:cubicBezTo>
                      <a:pt x="7379" y="2336"/>
                      <a:pt x="7099" y="1822"/>
                      <a:pt x="6772" y="1308"/>
                    </a:cubicBezTo>
                    <a:cubicBezTo>
                      <a:pt x="6491" y="841"/>
                      <a:pt x="6118" y="374"/>
                      <a:pt x="5698" y="1"/>
                    </a:cubicBezTo>
                    <a:close/>
                  </a:path>
                </a:pathLst>
              </a:custGeom>
              <a:solidFill>
                <a:srgbClr val="E8887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212" name="Google Shape;1212;p44"/>
            <p:cNvCxnSpPr/>
            <p:nvPr/>
          </p:nvCxnSpPr>
          <p:spPr>
            <a:xfrm>
              <a:off x="1345163" y="4603500"/>
              <a:ext cx="1725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13" name="Google Shape;1213;p44"/>
          <p:cNvSpPr txBox="1">
            <a:spLocks noGrp="1"/>
          </p:cNvSpPr>
          <p:nvPr>
            <p:ph type="subTitle" idx="2"/>
          </p:nvPr>
        </p:nvSpPr>
        <p:spPr>
          <a:xfrm>
            <a:off x="2452650" y="2215800"/>
            <a:ext cx="1907100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</p:txBody>
      </p:sp>
      <p:sp>
        <p:nvSpPr>
          <p:cNvPr id="1214" name="Google Shape;1214;p44"/>
          <p:cNvSpPr txBox="1">
            <a:spLocks noGrp="1"/>
          </p:cNvSpPr>
          <p:nvPr>
            <p:ph type="subTitle" idx="4"/>
          </p:nvPr>
        </p:nvSpPr>
        <p:spPr>
          <a:xfrm>
            <a:off x="4782150" y="2215800"/>
            <a:ext cx="1911000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 of them all</a:t>
            </a:r>
            <a:endParaRPr/>
          </a:p>
        </p:txBody>
      </p:sp>
      <p:sp>
        <p:nvSpPr>
          <p:cNvPr id="1215" name="Google Shape;1215;p44"/>
          <p:cNvSpPr txBox="1">
            <a:spLocks noGrp="1"/>
          </p:cNvSpPr>
          <p:nvPr>
            <p:ph type="subTitle" idx="6"/>
          </p:nvPr>
        </p:nvSpPr>
        <p:spPr>
          <a:xfrm>
            <a:off x="4784098" y="3331975"/>
            <a:ext cx="1907100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 cold place</a:t>
            </a:r>
            <a:endParaRPr/>
          </a:p>
        </p:txBody>
      </p:sp>
      <p:sp>
        <p:nvSpPr>
          <p:cNvPr id="1216" name="Google Shape;1216;p44"/>
          <p:cNvSpPr txBox="1">
            <a:spLocks noGrp="1"/>
          </p:cNvSpPr>
          <p:nvPr>
            <p:ph type="subTitle" idx="3"/>
          </p:nvPr>
        </p:nvSpPr>
        <p:spPr>
          <a:xfrm>
            <a:off x="4572000" y="1907675"/>
            <a:ext cx="2331300" cy="30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</a:t>
            </a:r>
            <a:endParaRPr/>
          </a:p>
        </p:txBody>
      </p:sp>
      <p:sp>
        <p:nvSpPr>
          <p:cNvPr id="1217" name="Google Shape;1217;p44"/>
          <p:cNvSpPr txBox="1">
            <a:spLocks noGrp="1"/>
          </p:cNvSpPr>
          <p:nvPr>
            <p:ph type="subTitle" idx="1"/>
          </p:nvPr>
        </p:nvSpPr>
        <p:spPr>
          <a:xfrm>
            <a:off x="2240400" y="1907675"/>
            <a:ext cx="23316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</a:t>
            </a:r>
            <a:endParaRPr/>
          </a:p>
        </p:txBody>
      </p:sp>
      <p:sp>
        <p:nvSpPr>
          <p:cNvPr id="1218" name="Google Shape;1218;p44"/>
          <p:cNvSpPr txBox="1">
            <a:spLocks noGrp="1"/>
          </p:cNvSpPr>
          <p:nvPr>
            <p:ph type="subTitle" idx="7"/>
          </p:nvPr>
        </p:nvSpPr>
        <p:spPr>
          <a:xfrm>
            <a:off x="2240400" y="3021175"/>
            <a:ext cx="23316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PHOTOGRAPHY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9" name="Google Shape;1219;p44"/>
          <p:cNvSpPr txBox="1">
            <a:spLocks noGrp="1"/>
          </p:cNvSpPr>
          <p:nvPr>
            <p:ph type="subTitle" idx="8"/>
          </p:nvPr>
        </p:nvSpPr>
        <p:spPr>
          <a:xfrm>
            <a:off x="2452638" y="3331975"/>
            <a:ext cx="1907100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composed mostly of hydrogen and helium</a:t>
            </a:r>
            <a:endParaRPr/>
          </a:p>
        </p:txBody>
      </p:sp>
      <p:sp>
        <p:nvSpPr>
          <p:cNvPr id="1220" name="Google Shape;1220;p44"/>
          <p:cNvSpPr txBox="1">
            <a:spLocks noGrp="1"/>
          </p:cNvSpPr>
          <p:nvPr>
            <p:ph type="subTitle" idx="5"/>
          </p:nvPr>
        </p:nvSpPr>
        <p:spPr>
          <a:xfrm>
            <a:off x="4571850" y="3021175"/>
            <a:ext cx="23316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BRANDING</a:t>
            </a:r>
            <a:endParaRPr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61950"/>
            <a:ext cx="6161700" cy="429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087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55"/>
          <p:cNvSpPr/>
          <p:nvPr/>
        </p:nvSpPr>
        <p:spPr>
          <a:xfrm>
            <a:off x="3674775" y="1800725"/>
            <a:ext cx="4486800" cy="2272500"/>
          </a:xfrm>
          <a:prstGeom prst="roundRect">
            <a:avLst>
              <a:gd name="adj" fmla="val 26112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1" name="Google Shape;1511;p55"/>
          <p:cNvGrpSpPr/>
          <p:nvPr/>
        </p:nvGrpSpPr>
        <p:grpSpPr>
          <a:xfrm>
            <a:off x="3249741" y="904225"/>
            <a:ext cx="5174259" cy="1876500"/>
            <a:chOff x="3249741" y="904225"/>
            <a:chExt cx="5174259" cy="1876500"/>
          </a:xfrm>
        </p:grpSpPr>
        <p:sp>
          <p:nvSpPr>
            <p:cNvPr id="1512" name="Google Shape;1512;p55"/>
            <p:cNvSpPr/>
            <p:nvPr/>
          </p:nvSpPr>
          <p:spPr>
            <a:xfrm>
              <a:off x="3412200" y="904225"/>
              <a:ext cx="5011800" cy="18765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513" name="Google Shape;1513;p55"/>
            <p:cNvSpPr/>
            <p:nvPr/>
          </p:nvSpPr>
          <p:spPr>
            <a:xfrm rot="10797530">
              <a:off x="3249741" y="1662426"/>
              <a:ext cx="417600" cy="3603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4" name="Google Shape;1514;p55"/>
          <p:cNvSpPr txBox="1">
            <a:spLocks noGrp="1"/>
          </p:cNvSpPr>
          <p:nvPr>
            <p:ph type="title"/>
          </p:nvPr>
        </p:nvSpPr>
        <p:spPr>
          <a:xfrm>
            <a:off x="3798525" y="1748750"/>
            <a:ext cx="4239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GRAMMAR</a:t>
            </a:r>
            <a:endParaRPr dirty="0"/>
          </a:p>
        </p:txBody>
      </p:sp>
      <p:sp>
        <p:nvSpPr>
          <p:cNvPr id="1515" name="Google Shape;1515;p55"/>
          <p:cNvSpPr txBox="1">
            <a:spLocks noGrp="1"/>
          </p:cNvSpPr>
          <p:nvPr>
            <p:ph type="subTitle" idx="1"/>
          </p:nvPr>
        </p:nvSpPr>
        <p:spPr>
          <a:xfrm>
            <a:off x="4266150" y="2876550"/>
            <a:ext cx="3303900" cy="9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800" dirty="0" smtClean="0"/>
              <a:t>Near future – </a:t>
            </a:r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800" dirty="0" smtClean="0"/>
              <a:t>b</a:t>
            </a:r>
            <a:r>
              <a:rPr lang="en" sz="2800" dirty="0" smtClean="0"/>
              <a:t>e going to</a:t>
            </a:r>
            <a:endParaRPr sz="2800" dirty="0"/>
          </a:p>
        </p:txBody>
      </p:sp>
      <p:grpSp>
        <p:nvGrpSpPr>
          <p:cNvPr id="1516" name="Google Shape;1516;p55"/>
          <p:cNvGrpSpPr/>
          <p:nvPr/>
        </p:nvGrpSpPr>
        <p:grpSpPr>
          <a:xfrm>
            <a:off x="1218728" y="1129622"/>
            <a:ext cx="1846461" cy="3483795"/>
            <a:chOff x="1577525" y="1912075"/>
            <a:chExt cx="1197912" cy="2260150"/>
          </a:xfrm>
        </p:grpSpPr>
        <p:grpSp>
          <p:nvGrpSpPr>
            <p:cNvPr id="1517" name="Google Shape;1517;p55"/>
            <p:cNvGrpSpPr/>
            <p:nvPr/>
          </p:nvGrpSpPr>
          <p:grpSpPr>
            <a:xfrm>
              <a:off x="1732676" y="1912075"/>
              <a:ext cx="1042761" cy="2255661"/>
              <a:chOff x="2584900" y="238775"/>
              <a:chExt cx="2402675" cy="5197375"/>
            </a:xfrm>
          </p:grpSpPr>
          <p:sp>
            <p:nvSpPr>
              <p:cNvPr id="1518" name="Google Shape;1518;p55"/>
              <p:cNvSpPr/>
              <p:nvPr/>
            </p:nvSpPr>
            <p:spPr>
              <a:xfrm>
                <a:off x="4224750" y="238775"/>
                <a:ext cx="354275" cy="427150"/>
              </a:xfrm>
              <a:custGeom>
                <a:avLst/>
                <a:gdLst/>
                <a:ahLst/>
                <a:cxnLst/>
                <a:rect l="l" t="t" r="r" b="b"/>
                <a:pathLst>
                  <a:path w="14171" h="17086" extrusionOk="0">
                    <a:moveTo>
                      <a:pt x="11286" y="0"/>
                    </a:moveTo>
                    <a:cubicBezTo>
                      <a:pt x="10587" y="0"/>
                      <a:pt x="7835" y="3371"/>
                      <a:pt x="7264" y="3371"/>
                    </a:cubicBezTo>
                    <a:cubicBezTo>
                      <a:pt x="7257" y="3371"/>
                      <a:pt x="7250" y="3370"/>
                      <a:pt x="7244" y="3369"/>
                    </a:cubicBezTo>
                    <a:cubicBezTo>
                      <a:pt x="6746" y="3279"/>
                      <a:pt x="8557" y="744"/>
                      <a:pt x="7968" y="562"/>
                    </a:cubicBezTo>
                    <a:cubicBezTo>
                      <a:pt x="7960" y="560"/>
                      <a:pt x="7952" y="559"/>
                      <a:pt x="7943" y="559"/>
                    </a:cubicBezTo>
                    <a:cubicBezTo>
                      <a:pt x="7206" y="559"/>
                      <a:pt x="2102" y="7606"/>
                      <a:pt x="1" y="9707"/>
                    </a:cubicBezTo>
                    <a:lnTo>
                      <a:pt x="5569" y="17086"/>
                    </a:lnTo>
                    <a:cubicBezTo>
                      <a:pt x="9643" y="12106"/>
                      <a:pt x="14170" y="5270"/>
                      <a:pt x="13808" y="4863"/>
                    </a:cubicBezTo>
                    <a:cubicBezTo>
                      <a:pt x="13770" y="4829"/>
                      <a:pt x="13721" y="4814"/>
                      <a:pt x="13661" y="4814"/>
                    </a:cubicBezTo>
                    <a:cubicBezTo>
                      <a:pt x="13080" y="4814"/>
                      <a:pt x="11547" y="6313"/>
                      <a:pt x="10684" y="7217"/>
                    </a:cubicBezTo>
                    <a:cubicBezTo>
                      <a:pt x="12042" y="5497"/>
                      <a:pt x="13898" y="3369"/>
                      <a:pt x="13491" y="2962"/>
                    </a:cubicBezTo>
                    <a:cubicBezTo>
                      <a:pt x="13453" y="2914"/>
                      <a:pt x="13395" y="2892"/>
                      <a:pt x="13320" y="2892"/>
                    </a:cubicBezTo>
                    <a:cubicBezTo>
                      <a:pt x="12684" y="2892"/>
                      <a:pt x="10832" y="4498"/>
                      <a:pt x="9779" y="5633"/>
                    </a:cubicBezTo>
                    <a:cubicBezTo>
                      <a:pt x="10730" y="4365"/>
                      <a:pt x="13491" y="1287"/>
                      <a:pt x="13129" y="879"/>
                    </a:cubicBezTo>
                    <a:cubicBezTo>
                      <a:pt x="13094" y="838"/>
                      <a:pt x="13041" y="818"/>
                      <a:pt x="12975" y="818"/>
                    </a:cubicBezTo>
                    <a:cubicBezTo>
                      <a:pt x="12104" y="818"/>
                      <a:pt x="8783" y="4139"/>
                      <a:pt x="8783" y="4139"/>
                    </a:cubicBezTo>
                    <a:cubicBezTo>
                      <a:pt x="8783" y="4139"/>
                      <a:pt x="12088" y="472"/>
                      <a:pt x="11363" y="19"/>
                    </a:cubicBezTo>
                    <a:cubicBezTo>
                      <a:pt x="11341" y="6"/>
                      <a:pt x="11315" y="0"/>
                      <a:pt x="11286" y="0"/>
                    </a:cubicBez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55"/>
              <p:cNvSpPr/>
              <p:nvPr/>
            </p:nvSpPr>
            <p:spPr>
              <a:xfrm>
                <a:off x="3538950" y="387500"/>
                <a:ext cx="937075" cy="947275"/>
              </a:xfrm>
              <a:custGeom>
                <a:avLst/>
                <a:gdLst/>
                <a:ahLst/>
                <a:cxnLst/>
                <a:rect l="l" t="t" r="r" b="b"/>
                <a:pathLst>
                  <a:path w="37483" h="37891" extrusionOk="0">
                    <a:moveTo>
                      <a:pt x="30602" y="1"/>
                    </a:moveTo>
                    <a:cubicBezTo>
                      <a:pt x="21095" y="10684"/>
                      <a:pt x="10910" y="20688"/>
                      <a:pt x="0" y="29923"/>
                    </a:cubicBezTo>
                    <a:lnTo>
                      <a:pt x="10865" y="37891"/>
                    </a:lnTo>
                    <a:cubicBezTo>
                      <a:pt x="25939" y="22499"/>
                      <a:pt x="37483" y="4573"/>
                      <a:pt x="37483" y="4573"/>
                    </a:cubicBezTo>
                    <a:lnTo>
                      <a:pt x="30602" y="1"/>
                    </a:ln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55"/>
              <p:cNvSpPr/>
              <p:nvPr/>
            </p:nvSpPr>
            <p:spPr>
              <a:xfrm>
                <a:off x="3403125" y="1033725"/>
                <a:ext cx="527425" cy="509300"/>
              </a:xfrm>
              <a:custGeom>
                <a:avLst/>
                <a:gdLst/>
                <a:ahLst/>
                <a:cxnLst/>
                <a:rect l="l" t="t" r="r" b="b"/>
                <a:pathLst>
                  <a:path w="21097" h="20372" extrusionOk="0">
                    <a:moveTo>
                      <a:pt x="10005" y="0"/>
                    </a:moveTo>
                    <a:cubicBezTo>
                      <a:pt x="10005" y="0"/>
                      <a:pt x="3758" y="4572"/>
                      <a:pt x="1" y="9325"/>
                    </a:cubicBezTo>
                    <a:lnTo>
                      <a:pt x="11363" y="20371"/>
                    </a:lnTo>
                    <a:lnTo>
                      <a:pt x="21096" y="8918"/>
                    </a:lnTo>
                    <a:lnTo>
                      <a:pt x="100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55"/>
              <p:cNvSpPr/>
              <p:nvPr/>
            </p:nvSpPr>
            <p:spPr>
              <a:xfrm>
                <a:off x="3354475" y="3296025"/>
                <a:ext cx="552300" cy="2061650"/>
              </a:xfrm>
              <a:custGeom>
                <a:avLst/>
                <a:gdLst/>
                <a:ahLst/>
                <a:cxnLst/>
                <a:rect l="l" t="t" r="r" b="b"/>
                <a:pathLst>
                  <a:path w="22092" h="82466" extrusionOk="0">
                    <a:moveTo>
                      <a:pt x="0" y="1"/>
                    </a:moveTo>
                    <a:lnTo>
                      <a:pt x="3169" y="77365"/>
                    </a:lnTo>
                    <a:cubicBezTo>
                      <a:pt x="3169" y="77365"/>
                      <a:pt x="1766" y="81666"/>
                      <a:pt x="2400" y="82254"/>
                    </a:cubicBezTo>
                    <a:cubicBezTo>
                      <a:pt x="2553" y="82407"/>
                      <a:pt x="3779" y="82465"/>
                      <a:pt x="5552" y="82465"/>
                    </a:cubicBezTo>
                    <a:cubicBezTo>
                      <a:pt x="11123" y="82465"/>
                      <a:pt x="22091" y="81892"/>
                      <a:pt x="22091" y="81892"/>
                    </a:cubicBezTo>
                    <a:lnTo>
                      <a:pt x="15165" y="77501"/>
                    </a:lnTo>
                    <a:lnTo>
                      <a:pt x="21050" y="1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55"/>
              <p:cNvSpPr/>
              <p:nvPr/>
            </p:nvSpPr>
            <p:spPr>
              <a:xfrm>
                <a:off x="3405400" y="5244850"/>
                <a:ext cx="595300" cy="191300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652" extrusionOk="0">
                    <a:moveTo>
                      <a:pt x="996" y="1"/>
                    </a:moveTo>
                    <a:lnTo>
                      <a:pt x="589" y="1449"/>
                    </a:lnTo>
                    <a:lnTo>
                      <a:pt x="3396" y="4256"/>
                    </a:lnTo>
                    <a:lnTo>
                      <a:pt x="0" y="4256"/>
                    </a:lnTo>
                    <a:lnTo>
                      <a:pt x="0" y="7606"/>
                    </a:lnTo>
                    <a:lnTo>
                      <a:pt x="7062" y="7606"/>
                    </a:lnTo>
                    <a:lnTo>
                      <a:pt x="7062" y="5207"/>
                    </a:lnTo>
                    <a:lnTo>
                      <a:pt x="8058" y="5207"/>
                    </a:lnTo>
                    <a:lnTo>
                      <a:pt x="11499" y="7606"/>
                    </a:lnTo>
                    <a:lnTo>
                      <a:pt x="22318" y="7651"/>
                    </a:lnTo>
                    <a:cubicBezTo>
                      <a:pt x="23404" y="7651"/>
                      <a:pt x="23812" y="6203"/>
                      <a:pt x="22906" y="5659"/>
                    </a:cubicBezTo>
                    <a:lnTo>
                      <a:pt x="14849" y="635"/>
                    </a:lnTo>
                    <a:lnTo>
                      <a:pt x="7470" y="4256"/>
                    </a:lnTo>
                    <a:lnTo>
                      <a:pt x="5342" y="4256"/>
                    </a:lnTo>
                    <a:lnTo>
                      <a:pt x="9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55"/>
              <p:cNvSpPr/>
              <p:nvPr/>
            </p:nvSpPr>
            <p:spPr>
              <a:xfrm>
                <a:off x="2727500" y="3290375"/>
                <a:ext cx="767325" cy="2067300"/>
              </a:xfrm>
              <a:custGeom>
                <a:avLst/>
                <a:gdLst/>
                <a:ahLst/>
                <a:cxnLst/>
                <a:rect l="l" t="t" r="r" b="b"/>
                <a:pathLst>
                  <a:path w="30693" h="82692" extrusionOk="0">
                    <a:moveTo>
                      <a:pt x="6474" y="0"/>
                    </a:moveTo>
                    <a:lnTo>
                      <a:pt x="1449" y="77591"/>
                    </a:lnTo>
                    <a:cubicBezTo>
                      <a:pt x="1449" y="77591"/>
                      <a:pt x="0" y="81892"/>
                      <a:pt x="589" y="82480"/>
                    </a:cubicBezTo>
                    <a:cubicBezTo>
                      <a:pt x="742" y="82633"/>
                      <a:pt x="1971" y="82691"/>
                      <a:pt x="3748" y="82691"/>
                    </a:cubicBezTo>
                    <a:cubicBezTo>
                      <a:pt x="9332" y="82691"/>
                      <a:pt x="20326" y="82118"/>
                      <a:pt x="20326" y="82118"/>
                    </a:cubicBezTo>
                    <a:lnTo>
                      <a:pt x="13355" y="77727"/>
                    </a:lnTo>
                    <a:lnTo>
                      <a:pt x="30693" y="0"/>
                    </a:ln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55"/>
              <p:cNvSpPr/>
              <p:nvPr/>
            </p:nvSpPr>
            <p:spPr>
              <a:xfrm>
                <a:off x="2735425" y="5244850"/>
                <a:ext cx="593050" cy="191300"/>
              </a:xfrm>
              <a:custGeom>
                <a:avLst/>
                <a:gdLst/>
                <a:ahLst/>
                <a:cxnLst/>
                <a:rect l="l" t="t" r="r" b="b"/>
                <a:pathLst>
                  <a:path w="23722" h="7652" extrusionOk="0">
                    <a:moveTo>
                      <a:pt x="906" y="1"/>
                    </a:moveTo>
                    <a:lnTo>
                      <a:pt x="498" y="1449"/>
                    </a:lnTo>
                    <a:lnTo>
                      <a:pt x="3350" y="4256"/>
                    </a:lnTo>
                    <a:lnTo>
                      <a:pt x="0" y="4256"/>
                    </a:lnTo>
                    <a:lnTo>
                      <a:pt x="0" y="7606"/>
                    </a:lnTo>
                    <a:lnTo>
                      <a:pt x="7017" y="7606"/>
                    </a:lnTo>
                    <a:lnTo>
                      <a:pt x="7017" y="5207"/>
                    </a:lnTo>
                    <a:lnTo>
                      <a:pt x="8013" y="5207"/>
                    </a:lnTo>
                    <a:lnTo>
                      <a:pt x="11453" y="7606"/>
                    </a:lnTo>
                    <a:lnTo>
                      <a:pt x="22273" y="7651"/>
                    </a:lnTo>
                    <a:cubicBezTo>
                      <a:pt x="23359" y="7651"/>
                      <a:pt x="23721" y="6203"/>
                      <a:pt x="22816" y="5659"/>
                    </a:cubicBezTo>
                    <a:lnTo>
                      <a:pt x="14758" y="635"/>
                    </a:lnTo>
                    <a:lnTo>
                      <a:pt x="7379" y="4256"/>
                    </a:lnTo>
                    <a:lnTo>
                      <a:pt x="5297" y="4256"/>
                    </a:lnTo>
                    <a:lnTo>
                      <a:pt x="9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55"/>
              <p:cNvSpPr/>
              <p:nvPr/>
            </p:nvSpPr>
            <p:spPr>
              <a:xfrm>
                <a:off x="2802200" y="2287675"/>
                <a:ext cx="1103450" cy="1198500"/>
              </a:xfrm>
              <a:custGeom>
                <a:avLst/>
                <a:gdLst/>
                <a:ahLst/>
                <a:cxnLst/>
                <a:rect l="l" t="t" r="r" b="b"/>
                <a:pathLst>
                  <a:path w="44138" h="47940" extrusionOk="0">
                    <a:moveTo>
                      <a:pt x="9507" y="0"/>
                    </a:moveTo>
                    <a:cubicBezTo>
                      <a:pt x="0" y="16750"/>
                      <a:pt x="0" y="47940"/>
                      <a:pt x="0" y="47940"/>
                    </a:cubicBezTo>
                    <a:lnTo>
                      <a:pt x="44137" y="47940"/>
                    </a:lnTo>
                    <a:cubicBezTo>
                      <a:pt x="44137" y="47940"/>
                      <a:pt x="43549" y="20552"/>
                      <a:pt x="38614" y="5115"/>
                    </a:cubicBezTo>
                    <a:lnTo>
                      <a:pt x="95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55"/>
              <p:cNvSpPr/>
              <p:nvPr/>
            </p:nvSpPr>
            <p:spPr>
              <a:xfrm>
                <a:off x="3408800" y="2325000"/>
                <a:ext cx="27175" cy="1161175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46447" fill="none" extrusionOk="0">
                    <a:moveTo>
                      <a:pt x="0" y="1"/>
                    </a:moveTo>
                    <a:lnTo>
                      <a:pt x="1087" y="46447"/>
                    </a:lnTo>
                  </a:path>
                </a:pathLst>
              </a:custGeom>
              <a:noFill/>
              <a:ln w="10175" cap="flat" cmpd="sng">
                <a:solidFill>
                  <a:schemeClr val="accent5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55"/>
              <p:cNvSpPr/>
              <p:nvPr/>
            </p:nvSpPr>
            <p:spPr>
              <a:xfrm>
                <a:off x="3408800" y="2374800"/>
                <a:ext cx="244475" cy="190150"/>
              </a:xfrm>
              <a:custGeom>
                <a:avLst/>
                <a:gdLst/>
                <a:ahLst/>
                <a:cxnLst/>
                <a:rect l="l" t="t" r="r" b="b"/>
                <a:pathLst>
                  <a:path w="9779" h="7606" fill="none" extrusionOk="0">
                    <a:moveTo>
                      <a:pt x="9778" y="1"/>
                    </a:moveTo>
                    <a:cubicBezTo>
                      <a:pt x="9778" y="1"/>
                      <a:pt x="7515" y="5659"/>
                      <a:pt x="0" y="7606"/>
                    </a:cubicBezTo>
                  </a:path>
                </a:pathLst>
              </a:custGeom>
              <a:noFill/>
              <a:ln w="10175" cap="flat" cmpd="sng">
                <a:solidFill>
                  <a:schemeClr val="accent5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55"/>
              <p:cNvSpPr/>
              <p:nvPr/>
            </p:nvSpPr>
            <p:spPr>
              <a:xfrm>
                <a:off x="4568800" y="1880250"/>
                <a:ext cx="418775" cy="246025"/>
              </a:xfrm>
              <a:custGeom>
                <a:avLst/>
                <a:gdLst/>
                <a:ahLst/>
                <a:cxnLst/>
                <a:rect l="l" t="t" r="r" b="b"/>
                <a:pathLst>
                  <a:path w="16751" h="9841" extrusionOk="0">
                    <a:moveTo>
                      <a:pt x="2400" y="0"/>
                    </a:moveTo>
                    <a:lnTo>
                      <a:pt x="1" y="8103"/>
                    </a:lnTo>
                    <a:cubicBezTo>
                      <a:pt x="5148" y="9016"/>
                      <a:pt x="10561" y="9840"/>
                      <a:pt x="12534" y="9840"/>
                    </a:cubicBezTo>
                    <a:cubicBezTo>
                      <a:pt x="13008" y="9840"/>
                      <a:pt x="13283" y="9793"/>
                      <a:pt x="13310" y="9688"/>
                    </a:cubicBezTo>
                    <a:cubicBezTo>
                      <a:pt x="13491" y="9190"/>
                      <a:pt x="11137" y="8466"/>
                      <a:pt x="9824" y="8103"/>
                    </a:cubicBezTo>
                    <a:lnTo>
                      <a:pt x="9824" y="8103"/>
                    </a:lnTo>
                    <a:cubicBezTo>
                      <a:pt x="11333" y="8360"/>
                      <a:pt x="13161" y="8731"/>
                      <a:pt x="14161" y="8731"/>
                    </a:cubicBezTo>
                    <a:cubicBezTo>
                      <a:pt x="14571" y="8731"/>
                      <a:pt x="14841" y="8669"/>
                      <a:pt x="14894" y="8511"/>
                    </a:cubicBezTo>
                    <a:cubicBezTo>
                      <a:pt x="15075" y="7968"/>
                      <a:pt x="12450" y="6972"/>
                      <a:pt x="10729" y="6610"/>
                    </a:cubicBezTo>
                    <a:lnTo>
                      <a:pt x="10729" y="6610"/>
                    </a:lnTo>
                    <a:cubicBezTo>
                      <a:pt x="11990" y="6718"/>
                      <a:pt x="14797" y="7341"/>
                      <a:pt x="15983" y="7341"/>
                    </a:cubicBezTo>
                    <a:cubicBezTo>
                      <a:pt x="16289" y="7341"/>
                      <a:pt x="16487" y="7300"/>
                      <a:pt x="16524" y="7198"/>
                    </a:cubicBezTo>
                    <a:cubicBezTo>
                      <a:pt x="16750" y="6429"/>
                      <a:pt x="11545" y="4935"/>
                      <a:pt x="11544" y="4935"/>
                    </a:cubicBezTo>
                    <a:lnTo>
                      <a:pt x="11544" y="4935"/>
                    </a:lnTo>
                    <a:cubicBezTo>
                      <a:pt x="11545" y="4935"/>
                      <a:pt x="14088" y="5529"/>
                      <a:pt x="15506" y="5529"/>
                    </a:cubicBezTo>
                    <a:cubicBezTo>
                      <a:pt x="16044" y="5529"/>
                      <a:pt x="16421" y="5443"/>
                      <a:pt x="16433" y="5206"/>
                    </a:cubicBezTo>
                    <a:cubicBezTo>
                      <a:pt x="16433" y="4572"/>
                      <a:pt x="11680" y="3712"/>
                      <a:pt x="11499" y="3260"/>
                    </a:cubicBezTo>
                    <a:cubicBezTo>
                      <a:pt x="11273" y="2762"/>
                      <a:pt x="14396" y="3124"/>
                      <a:pt x="14260" y="2490"/>
                    </a:cubicBezTo>
                    <a:cubicBezTo>
                      <a:pt x="14125" y="1902"/>
                      <a:pt x="5297" y="815"/>
                      <a:pt x="2400" y="0"/>
                    </a:cubicBez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55"/>
              <p:cNvSpPr/>
              <p:nvPr/>
            </p:nvSpPr>
            <p:spPr>
              <a:xfrm>
                <a:off x="2964025" y="1154800"/>
                <a:ext cx="934825" cy="1260775"/>
              </a:xfrm>
              <a:custGeom>
                <a:avLst/>
                <a:gdLst/>
                <a:ahLst/>
                <a:cxnLst/>
                <a:rect l="l" t="t" r="r" b="b"/>
                <a:pathLst>
                  <a:path w="37393" h="50431" extrusionOk="0">
                    <a:moveTo>
                      <a:pt x="14668" y="1"/>
                    </a:moveTo>
                    <a:cubicBezTo>
                      <a:pt x="8194" y="2717"/>
                      <a:pt x="3532" y="8466"/>
                      <a:pt x="2219" y="15347"/>
                    </a:cubicBezTo>
                    <a:cubicBezTo>
                      <a:pt x="1" y="27751"/>
                      <a:pt x="589" y="50430"/>
                      <a:pt x="589" y="50430"/>
                    </a:cubicBezTo>
                    <a:lnTo>
                      <a:pt x="32141" y="50430"/>
                    </a:lnTo>
                    <a:cubicBezTo>
                      <a:pt x="31779" y="43912"/>
                      <a:pt x="32051" y="37348"/>
                      <a:pt x="33047" y="30874"/>
                    </a:cubicBezTo>
                    <a:cubicBezTo>
                      <a:pt x="36895" y="25216"/>
                      <a:pt x="37393" y="18697"/>
                      <a:pt x="35084" y="15664"/>
                    </a:cubicBezTo>
                    <a:cubicBezTo>
                      <a:pt x="24174" y="1314"/>
                      <a:pt x="23178" y="408"/>
                      <a:pt x="23178" y="408"/>
                    </a:cubicBezTo>
                    <a:cubicBezTo>
                      <a:pt x="23178" y="408"/>
                      <a:pt x="22137" y="1857"/>
                      <a:pt x="19330" y="1857"/>
                    </a:cubicBezTo>
                    <a:cubicBezTo>
                      <a:pt x="15392" y="1857"/>
                      <a:pt x="14668" y="1"/>
                      <a:pt x="146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55"/>
              <p:cNvSpPr/>
              <p:nvPr/>
            </p:nvSpPr>
            <p:spPr>
              <a:xfrm>
                <a:off x="3654375" y="1400400"/>
                <a:ext cx="1089875" cy="703950"/>
              </a:xfrm>
              <a:custGeom>
                <a:avLst/>
                <a:gdLst/>
                <a:ahLst/>
                <a:cxnLst/>
                <a:rect l="l" t="t" r="r" b="b"/>
                <a:pathLst>
                  <a:path w="43595" h="28158" extrusionOk="0">
                    <a:moveTo>
                      <a:pt x="7923" y="0"/>
                    </a:moveTo>
                    <a:lnTo>
                      <a:pt x="1" y="11001"/>
                    </a:lnTo>
                    <a:cubicBezTo>
                      <a:pt x="16614" y="24943"/>
                      <a:pt x="41874" y="28158"/>
                      <a:pt x="41874" y="28158"/>
                    </a:cubicBezTo>
                    <a:lnTo>
                      <a:pt x="43594" y="20054"/>
                    </a:lnTo>
                    <a:cubicBezTo>
                      <a:pt x="43594" y="20054"/>
                      <a:pt x="28973" y="16478"/>
                      <a:pt x="7923" y="0"/>
                    </a:cubicBez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55"/>
              <p:cNvSpPr/>
              <p:nvPr/>
            </p:nvSpPr>
            <p:spPr>
              <a:xfrm>
                <a:off x="3448400" y="1178575"/>
                <a:ext cx="440275" cy="544375"/>
              </a:xfrm>
              <a:custGeom>
                <a:avLst/>
                <a:gdLst/>
                <a:ahLst/>
                <a:cxnLst/>
                <a:rect l="l" t="t" r="r" b="b"/>
                <a:pathLst>
                  <a:path w="17611" h="21775" extrusionOk="0">
                    <a:moveTo>
                      <a:pt x="3939" y="1"/>
                    </a:moveTo>
                    <a:cubicBezTo>
                      <a:pt x="9326" y="906"/>
                      <a:pt x="17610" y="8873"/>
                      <a:pt x="17610" y="8873"/>
                    </a:cubicBezTo>
                    <a:lnTo>
                      <a:pt x="8828" y="21775"/>
                    </a:lnTo>
                    <a:cubicBezTo>
                      <a:pt x="8828" y="21775"/>
                      <a:pt x="5071" y="19195"/>
                      <a:pt x="1" y="1484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55"/>
              <p:cNvSpPr/>
              <p:nvPr/>
            </p:nvSpPr>
            <p:spPr>
              <a:xfrm>
                <a:off x="3430300" y="1537325"/>
                <a:ext cx="238825" cy="173175"/>
              </a:xfrm>
              <a:custGeom>
                <a:avLst/>
                <a:gdLst/>
                <a:ahLst/>
                <a:cxnLst/>
                <a:rect l="l" t="t" r="r" b="b"/>
                <a:pathLst>
                  <a:path w="9553" h="6927" fill="none" extrusionOk="0">
                    <a:moveTo>
                      <a:pt x="9552" y="6927"/>
                    </a:moveTo>
                    <a:cubicBezTo>
                      <a:pt x="2943" y="2943"/>
                      <a:pt x="0" y="1"/>
                      <a:pt x="0" y="1"/>
                    </a:cubicBezTo>
                  </a:path>
                </a:pathLst>
              </a:custGeom>
              <a:solidFill>
                <a:schemeClr val="accent1"/>
              </a:solidFill>
              <a:ln w="10175" cap="flat" cmpd="sng">
                <a:solidFill>
                  <a:schemeClr val="accent1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55"/>
              <p:cNvSpPr/>
              <p:nvPr/>
            </p:nvSpPr>
            <p:spPr>
              <a:xfrm>
                <a:off x="3271850" y="678350"/>
                <a:ext cx="410850" cy="424425"/>
              </a:xfrm>
              <a:custGeom>
                <a:avLst/>
                <a:gdLst/>
                <a:ahLst/>
                <a:cxnLst/>
                <a:rect l="l" t="t" r="r" b="b"/>
                <a:pathLst>
                  <a:path w="16434" h="16977" extrusionOk="0">
                    <a:moveTo>
                      <a:pt x="13355" y="5071"/>
                    </a:moveTo>
                    <a:cubicBezTo>
                      <a:pt x="15528" y="8692"/>
                      <a:pt x="16433" y="12314"/>
                      <a:pt x="13355" y="14170"/>
                    </a:cubicBezTo>
                    <a:cubicBezTo>
                      <a:pt x="10231" y="16071"/>
                      <a:pt x="5342" y="16976"/>
                      <a:pt x="2219" y="11816"/>
                    </a:cubicBezTo>
                    <a:cubicBezTo>
                      <a:pt x="1" y="8194"/>
                      <a:pt x="725" y="3758"/>
                      <a:pt x="3803" y="1857"/>
                    </a:cubicBezTo>
                    <a:cubicBezTo>
                      <a:pt x="6882" y="1"/>
                      <a:pt x="11137" y="1449"/>
                      <a:pt x="13355" y="5071"/>
                    </a:cubicBez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55"/>
              <p:cNvSpPr/>
              <p:nvPr/>
            </p:nvSpPr>
            <p:spPr>
              <a:xfrm>
                <a:off x="3539500" y="820775"/>
                <a:ext cx="29450" cy="27350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1094" extrusionOk="0">
                    <a:moveTo>
                      <a:pt x="218" y="1"/>
                    </a:moveTo>
                    <a:cubicBezTo>
                      <a:pt x="80" y="1"/>
                      <a:pt x="1" y="93"/>
                      <a:pt x="69" y="324"/>
                    </a:cubicBezTo>
                    <a:cubicBezTo>
                      <a:pt x="159" y="687"/>
                      <a:pt x="476" y="1094"/>
                      <a:pt x="838" y="1094"/>
                    </a:cubicBezTo>
                    <a:cubicBezTo>
                      <a:pt x="929" y="1094"/>
                      <a:pt x="1019" y="1003"/>
                      <a:pt x="1019" y="913"/>
                    </a:cubicBezTo>
                    <a:cubicBezTo>
                      <a:pt x="1178" y="501"/>
                      <a:pt x="538" y="1"/>
                      <a:pt x="2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55"/>
              <p:cNvSpPr/>
              <p:nvPr/>
            </p:nvSpPr>
            <p:spPr>
              <a:xfrm>
                <a:off x="3505000" y="790400"/>
                <a:ext cx="52075" cy="30575"/>
              </a:xfrm>
              <a:custGeom>
                <a:avLst/>
                <a:gdLst/>
                <a:ahLst/>
                <a:cxnLst/>
                <a:rect l="l" t="t" r="r" b="b"/>
                <a:pathLst>
                  <a:path w="2083" h="1223" fill="none" extrusionOk="0">
                    <a:moveTo>
                      <a:pt x="0" y="1223"/>
                    </a:moveTo>
                    <a:cubicBezTo>
                      <a:pt x="498" y="498"/>
                      <a:pt x="1222" y="46"/>
                      <a:pt x="2082" y="0"/>
                    </a:cubicBezTo>
                  </a:path>
                </a:pathLst>
              </a:custGeom>
              <a:solidFill>
                <a:schemeClr val="dk1"/>
              </a:solidFill>
              <a:ln w="6800" cap="rnd" cmpd="sng">
                <a:solidFill>
                  <a:srgbClr val="0B0B3A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55"/>
              <p:cNvSpPr/>
              <p:nvPr/>
            </p:nvSpPr>
            <p:spPr>
              <a:xfrm>
                <a:off x="3575150" y="908100"/>
                <a:ext cx="67925" cy="62350"/>
              </a:xfrm>
              <a:custGeom>
                <a:avLst/>
                <a:gdLst/>
                <a:ahLst/>
                <a:cxnLst/>
                <a:rect l="l" t="t" r="r" b="b"/>
                <a:pathLst>
                  <a:path w="2717" h="2494" extrusionOk="0">
                    <a:moveTo>
                      <a:pt x="2038" y="0"/>
                    </a:moveTo>
                    <a:lnTo>
                      <a:pt x="1" y="1041"/>
                    </a:lnTo>
                    <a:cubicBezTo>
                      <a:pt x="1" y="1041"/>
                      <a:pt x="597" y="2494"/>
                      <a:pt x="1518" y="2494"/>
                    </a:cubicBezTo>
                    <a:cubicBezTo>
                      <a:pt x="1613" y="2494"/>
                      <a:pt x="1710" y="2478"/>
                      <a:pt x="1811" y="2445"/>
                    </a:cubicBezTo>
                    <a:cubicBezTo>
                      <a:pt x="2717" y="2173"/>
                      <a:pt x="2038" y="0"/>
                      <a:pt x="203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55"/>
              <p:cNvSpPr/>
              <p:nvPr/>
            </p:nvSpPr>
            <p:spPr>
              <a:xfrm>
                <a:off x="3329575" y="944300"/>
                <a:ext cx="245600" cy="258075"/>
              </a:xfrm>
              <a:custGeom>
                <a:avLst/>
                <a:gdLst/>
                <a:ahLst/>
                <a:cxnLst/>
                <a:rect l="l" t="t" r="r" b="b"/>
                <a:pathLst>
                  <a:path w="9824" h="10323" extrusionOk="0">
                    <a:moveTo>
                      <a:pt x="8692" y="9372"/>
                    </a:moveTo>
                    <a:cubicBezTo>
                      <a:pt x="7425" y="10005"/>
                      <a:pt x="6066" y="10322"/>
                      <a:pt x="4708" y="10277"/>
                    </a:cubicBezTo>
                    <a:cubicBezTo>
                      <a:pt x="1540" y="10186"/>
                      <a:pt x="0" y="8919"/>
                      <a:pt x="0" y="8919"/>
                    </a:cubicBezTo>
                    <a:lnTo>
                      <a:pt x="2128" y="1"/>
                    </a:lnTo>
                    <a:lnTo>
                      <a:pt x="9824" y="544"/>
                    </a:ln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55"/>
              <p:cNvSpPr/>
              <p:nvPr/>
            </p:nvSpPr>
            <p:spPr>
              <a:xfrm>
                <a:off x="3586475" y="809625"/>
                <a:ext cx="71325" cy="83775"/>
              </a:xfrm>
              <a:custGeom>
                <a:avLst/>
                <a:gdLst/>
                <a:ahLst/>
                <a:cxnLst/>
                <a:rect l="l" t="t" r="r" b="b"/>
                <a:pathLst>
                  <a:path w="2853" h="3351" extrusionOk="0">
                    <a:moveTo>
                      <a:pt x="0" y="1"/>
                    </a:moveTo>
                    <a:cubicBezTo>
                      <a:pt x="0" y="1"/>
                      <a:pt x="2626" y="1766"/>
                      <a:pt x="2717" y="2219"/>
                    </a:cubicBezTo>
                    <a:cubicBezTo>
                      <a:pt x="2852" y="2672"/>
                      <a:pt x="1721" y="3351"/>
                      <a:pt x="1721" y="3351"/>
                    </a:cubicBezTo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55"/>
              <p:cNvSpPr/>
              <p:nvPr/>
            </p:nvSpPr>
            <p:spPr>
              <a:xfrm>
                <a:off x="2584900" y="647450"/>
                <a:ext cx="1008400" cy="1035225"/>
              </a:xfrm>
              <a:custGeom>
                <a:avLst/>
                <a:gdLst/>
                <a:ahLst/>
                <a:cxnLst/>
                <a:rect l="l" t="t" r="r" b="b"/>
                <a:pathLst>
                  <a:path w="40336" h="41409" extrusionOk="0">
                    <a:moveTo>
                      <a:pt x="35310" y="0"/>
                    </a:moveTo>
                    <a:cubicBezTo>
                      <a:pt x="34404" y="0"/>
                      <a:pt x="33509" y="206"/>
                      <a:pt x="32730" y="603"/>
                    </a:cubicBezTo>
                    <a:cubicBezTo>
                      <a:pt x="32667" y="630"/>
                      <a:pt x="32578" y="641"/>
                      <a:pt x="32474" y="641"/>
                    </a:cubicBezTo>
                    <a:cubicBezTo>
                      <a:pt x="32056" y="641"/>
                      <a:pt x="31390" y="467"/>
                      <a:pt x="31100" y="467"/>
                    </a:cubicBezTo>
                    <a:cubicBezTo>
                      <a:pt x="30602" y="467"/>
                      <a:pt x="30104" y="512"/>
                      <a:pt x="29606" y="603"/>
                    </a:cubicBezTo>
                    <a:cubicBezTo>
                      <a:pt x="26664" y="1146"/>
                      <a:pt x="24491" y="3545"/>
                      <a:pt x="23088" y="6080"/>
                    </a:cubicBezTo>
                    <a:cubicBezTo>
                      <a:pt x="22182" y="7710"/>
                      <a:pt x="21413" y="9521"/>
                      <a:pt x="19783" y="10607"/>
                    </a:cubicBezTo>
                    <a:cubicBezTo>
                      <a:pt x="16162" y="12871"/>
                      <a:pt x="11408" y="12056"/>
                      <a:pt x="7334" y="13414"/>
                    </a:cubicBezTo>
                    <a:cubicBezTo>
                      <a:pt x="3260" y="14772"/>
                      <a:pt x="1" y="18982"/>
                      <a:pt x="1132" y="23464"/>
                    </a:cubicBezTo>
                    <a:cubicBezTo>
                      <a:pt x="1494" y="24958"/>
                      <a:pt x="2264" y="26316"/>
                      <a:pt x="2717" y="27719"/>
                    </a:cubicBezTo>
                    <a:cubicBezTo>
                      <a:pt x="3667" y="30797"/>
                      <a:pt x="3215" y="34374"/>
                      <a:pt x="5071" y="36999"/>
                    </a:cubicBezTo>
                    <a:cubicBezTo>
                      <a:pt x="5569" y="37723"/>
                      <a:pt x="6202" y="38312"/>
                      <a:pt x="6881" y="38855"/>
                    </a:cubicBezTo>
                    <a:cubicBezTo>
                      <a:pt x="9143" y="40535"/>
                      <a:pt x="11866" y="41408"/>
                      <a:pt x="14622" y="41408"/>
                    </a:cubicBezTo>
                    <a:cubicBezTo>
                      <a:pt x="15728" y="41408"/>
                      <a:pt x="16839" y="41268"/>
                      <a:pt x="17927" y="40983"/>
                    </a:cubicBezTo>
                    <a:cubicBezTo>
                      <a:pt x="21730" y="39896"/>
                      <a:pt x="24808" y="37135"/>
                      <a:pt x="26302" y="33468"/>
                    </a:cubicBezTo>
                    <a:cubicBezTo>
                      <a:pt x="27931" y="29394"/>
                      <a:pt x="27433" y="24505"/>
                      <a:pt x="29833" y="20793"/>
                    </a:cubicBezTo>
                    <a:cubicBezTo>
                      <a:pt x="30964" y="19073"/>
                      <a:pt x="32594" y="17760"/>
                      <a:pt x="33726" y="16040"/>
                    </a:cubicBezTo>
                    <a:cubicBezTo>
                      <a:pt x="34722" y="14455"/>
                      <a:pt x="35265" y="11467"/>
                      <a:pt x="35401" y="9566"/>
                    </a:cubicBezTo>
                    <a:cubicBezTo>
                      <a:pt x="35401" y="9113"/>
                      <a:pt x="34631" y="5447"/>
                      <a:pt x="34903" y="5447"/>
                    </a:cubicBezTo>
                    <a:cubicBezTo>
                      <a:pt x="36895" y="5311"/>
                      <a:pt x="38841" y="4496"/>
                      <a:pt x="40335" y="3138"/>
                    </a:cubicBezTo>
                    <a:cubicBezTo>
                      <a:pt x="39340" y="992"/>
                      <a:pt x="37298" y="0"/>
                      <a:pt x="353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55"/>
              <p:cNvSpPr/>
              <p:nvPr/>
            </p:nvSpPr>
            <p:spPr>
              <a:xfrm>
                <a:off x="3386150" y="892050"/>
                <a:ext cx="109725" cy="96550"/>
              </a:xfrm>
              <a:custGeom>
                <a:avLst/>
                <a:gdLst/>
                <a:ahLst/>
                <a:cxnLst/>
                <a:rect l="l" t="t" r="r" b="b"/>
                <a:pathLst>
                  <a:path w="4389" h="3862" extrusionOk="0">
                    <a:moveTo>
                      <a:pt x="1955" y="1"/>
                    </a:moveTo>
                    <a:cubicBezTo>
                      <a:pt x="1537" y="1"/>
                      <a:pt x="1128" y="191"/>
                      <a:pt x="906" y="552"/>
                    </a:cubicBezTo>
                    <a:cubicBezTo>
                      <a:pt x="1" y="1955"/>
                      <a:pt x="2219" y="3721"/>
                      <a:pt x="3305" y="3856"/>
                    </a:cubicBezTo>
                    <a:cubicBezTo>
                      <a:pt x="3344" y="3860"/>
                      <a:pt x="3382" y="3861"/>
                      <a:pt x="3418" y="3861"/>
                    </a:cubicBezTo>
                    <a:cubicBezTo>
                      <a:pt x="4389" y="3861"/>
                      <a:pt x="4347" y="2725"/>
                      <a:pt x="4347" y="2725"/>
                    </a:cubicBezTo>
                    <a:lnTo>
                      <a:pt x="2717" y="235"/>
                    </a:lnTo>
                    <a:cubicBezTo>
                      <a:pt x="2489" y="77"/>
                      <a:pt x="2220" y="1"/>
                      <a:pt x="1955" y="1"/>
                    </a:cubicBezTo>
                    <a:close/>
                  </a:path>
                </a:pathLst>
              </a:custGeom>
              <a:solidFill>
                <a:srgbClr val="FFCB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41" name="Google Shape;1541;p55"/>
            <p:cNvCxnSpPr/>
            <p:nvPr/>
          </p:nvCxnSpPr>
          <p:spPr>
            <a:xfrm>
              <a:off x="1577525" y="4172225"/>
              <a:ext cx="1016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42" name="Google Shape;1542;p55"/>
          <p:cNvSpPr txBox="1">
            <a:spLocks noGrp="1"/>
          </p:cNvSpPr>
          <p:nvPr>
            <p:ph type="title" idx="2"/>
          </p:nvPr>
        </p:nvSpPr>
        <p:spPr>
          <a:xfrm>
            <a:off x="3796725" y="1056950"/>
            <a:ext cx="4242900" cy="69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03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61950"/>
            <a:ext cx="7908219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557"/>
          <a:stretch/>
        </p:blipFill>
        <p:spPr bwMode="auto">
          <a:xfrm>
            <a:off x="764111" y="16606"/>
            <a:ext cx="7617889" cy="5145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68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30"/>
            <a:ext cx="9319299" cy="5135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861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1" name="Google Shape;1491;p53"/>
          <p:cNvGrpSpPr/>
          <p:nvPr/>
        </p:nvGrpSpPr>
        <p:grpSpPr>
          <a:xfrm>
            <a:off x="4998350" y="1003050"/>
            <a:ext cx="3113487" cy="2962500"/>
            <a:chOff x="4998350" y="1003050"/>
            <a:chExt cx="3113487" cy="2962500"/>
          </a:xfrm>
        </p:grpSpPr>
        <p:sp>
          <p:nvSpPr>
            <p:cNvPr id="1492" name="Google Shape;1492;p53"/>
            <p:cNvSpPr/>
            <p:nvPr/>
          </p:nvSpPr>
          <p:spPr>
            <a:xfrm>
              <a:off x="5149638" y="1003050"/>
              <a:ext cx="2962200" cy="2962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53"/>
            <p:cNvSpPr/>
            <p:nvPr/>
          </p:nvSpPr>
          <p:spPr>
            <a:xfrm rot="-3603282">
              <a:off x="5050649" y="1461293"/>
              <a:ext cx="425504" cy="366936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4" name="Google Shape;1494;p53"/>
          <p:cNvSpPr/>
          <p:nvPr/>
        </p:nvSpPr>
        <p:spPr>
          <a:xfrm>
            <a:off x="720000" y="922050"/>
            <a:ext cx="3852000" cy="3043500"/>
          </a:xfrm>
          <a:prstGeom prst="roundRect">
            <a:avLst>
              <a:gd name="adj" fmla="val 14782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5" name="Google Shape;1495;p53"/>
          <p:cNvSpPr txBox="1">
            <a:spLocks noGrp="1"/>
          </p:cNvSpPr>
          <p:nvPr>
            <p:ph type="title"/>
          </p:nvPr>
        </p:nvSpPr>
        <p:spPr>
          <a:xfrm>
            <a:off x="977400" y="1252625"/>
            <a:ext cx="3337200" cy="15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 smtClean="0"/>
              <a:t>04 </a:t>
            </a:r>
            <a:br>
              <a:rPr lang="en" sz="4000" dirty="0" smtClean="0"/>
            </a:br>
            <a:r>
              <a:rPr lang="en" sz="4000" dirty="0" smtClean="0"/>
              <a:t>LISTENING</a:t>
            </a:r>
            <a:endParaRPr sz="4000" dirty="0"/>
          </a:p>
        </p:txBody>
      </p:sp>
      <p:sp>
        <p:nvSpPr>
          <p:cNvPr id="1496" name="Google Shape;1496;p53"/>
          <p:cNvSpPr txBox="1">
            <a:spLocks noGrp="1"/>
          </p:cNvSpPr>
          <p:nvPr>
            <p:ph type="subTitle" idx="1"/>
          </p:nvPr>
        </p:nvSpPr>
        <p:spPr>
          <a:xfrm>
            <a:off x="924000" y="2934200"/>
            <a:ext cx="33906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/>
              <a:t>Part time jobs</a:t>
            </a:r>
            <a:endParaRPr sz="2000" dirty="0"/>
          </a:p>
        </p:txBody>
      </p:sp>
      <p:pic>
        <p:nvPicPr>
          <p:cNvPr id="1497" name="Google Shape;1497;p53"/>
          <p:cNvPicPr preferRelativeResize="0"/>
          <p:nvPr/>
        </p:nvPicPr>
        <p:blipFill rotWithShape="1">
          <a:blip r:embed="rId3">
            <a:alphaModFix/>
          </a:blip>
          <a:srcRect l="41005" r="1651"/>
          <a:stretch/>
        </p:blipFill>
        <p:spPr>
          <a:xfrm>
            <a:off x="5307300" y="1185892"/>
            <a:ext cx="2646900" cy="2596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7150"/>
            <a:ext cx="6263428" cy="508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1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91400" y="36195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47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83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Employment Agency by Slidesgo">
  <a:themeElements>
    <a:clrScheme name="Simple Light">
      <a:dk1>
        <a:srgbClr val="2B3E55"/>
      </a:dk1>
      <a:lt1>
        <a:srgbClr val="8FE5E2"/>
      </a:lt1>
      <a:dk2>
        <a:srgbClr val="2B3E55"/>
      </a:dk2>
      <a:lt2>
        <a:srgbClr val="FFFFFF"/>
      </a:lt2>
      <a:accent1>
        <a:srgbClr val="FF8048"/>
      </a:accent1>
      <a:accent2>
        <a:srgbClr val="FFD47B"/>
      </a:accent2>
      <a:accent3>
        <a:srgbClr val="FFB548"/>
      </a:accent3>
      <a:accent4>
        <a:srgbClr val="BCF7F5"/>
      </a:accent4>
      <a:accent5>
        <a:srgbClr val="000000"/>
      </a:accent5>
      <a:accent6>
        <a:srgbClr val="D9D9D9"/>
      </a:accent6>
      <a:hlink>
        <a:srgbClr val="2B3E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1477</TotalTime>
  <Words>237</Words>
  <Application>Microsoft Office PowerPoint</Application>
  <PresentationFormat>On-screen Show (16:9)</PresentationFormat>
  <Paragraphs>77</Paragraphs>
  <Slides>21</Slides>
  <Notes>18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Century Gothic</vt:lpstr>
      <vt:lpstr>Spartan</vt:lpstr>
      <vt:lpstr>Barlow Semi Condensed</vt:lpstr>
      <vt:lpstr>Hammersmith One</vt:lpstr>
      <vt:lpstr>Employment Agency by Slidesgo</vt:lpstr>
      <vt:lpstr>WELCOME TO  ATEN ENGLISH</vt:lpstr>
      <vt:lpstr>JOBS AND CAREER</vt:lpstr>
      <vt:lpstr>TABLE OF CONTENTS</vt:lpstr>
      <vt:lpstr>01 Vocabulary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DO YOU DO FOR A LIVING?</vt:lpstr>
      <vt:lpstr>WHO DO YOU WORK FOR?</vt:lpstr>
      <vt:lpstr>WHAT’S YOUR WORKING STATUS AT THE MOMENT? </vt:lpstr>
      <vt:lpstr>PowerPoint Presentation</vt:lpstr>
      <vt:lpstr>PowerPoint Presentation</vt:lpstr>
      <vt:lpstr>GRAMMAR</vt:lpstr>
      <vt:lpstr>PowerPoint Presentation</vt:lpstr>
      <vt:lpstr>PowerPoint Presentation</vt:lpstr>
      <vt:lpstr>PowerPoint Presentation</vt:lpstr>
      <vt:lpstr>04  LISTENING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 ATEN ENGLISH</dc:title>
  <cp:lastModifiedBy>SIEU THI SO 4G</cp:lastModifiedBy>
  <cp:revision>8</cp:revision>
  <dcterms:modified xsi:type="dcterms:W3CDTF">2022-08-01T12:24:19Z</dcterms:modified>
</cp:coreProperties>
</file>